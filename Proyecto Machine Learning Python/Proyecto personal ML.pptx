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Nunito"/>
      <p:regular r:id="rId24"/>
      <p:bold r:id="rId25"/>
      <p:italic r:id="rId26"/>
      <p:boldItalic r:id="rId27"/>
    </p:embeddedFont>
    <p:embeddedFont>
      <p:font typeface="Montserrat"/>
      <p:regular r:id="rId28"/>
      <p:bold r:id="rId29"/>
      <p:italic r:id="rId30"/>
      <p:boldItalic r:id="rId31"/>
    </p:embeddedFont>
    <p:embeddedFont>
      <p:font typeface="PT Sans"/>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italic.fntdata"/><Relationship Id="rId25" Type="http://schemas.openxmlformats.org/officeDocument/2006/relationships/font" Target="fonts/Nunito-bold.fntdata"/><Relationship Id="rId28" Type="http://schemas.openxmlformats.org/officeDocument/2006/relationships/font" Target="fonts/Montserrat-regular.fntdata"/><Relationship Id="rId27"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6.xml"/><Relationship Id="rId33" Type="http://schemas.openxmlformats.org/officeDocument/2006/relationships/font" Target="fonts/PTSans-bold.fntdata"/><Relationship Id="rId10" Type="http://schemas.openxmlformats.org/officeDocument/2006/relationships/slide" Target="slides/slide5.xml"/><Relationship Id="rId32" Type="http://schemas.openxmlformats.org/officeDocument/2006/relationships/font" Target="fonts/PTSans-regular.fntdata"/><Relationship Id="rId13" Type="http://schemas.openxmlformats.org/officeDocument/2006/relationships/slide" Target="slides/slide8.xml"/><Relationship Id="rId35" Type="http://schemas.openxmlformats.org/officeDocument/2006/relationships/font" Target="fonts/PTSans-boldItalic.fntdata"/><Relationship Id="rId12" Type="http://schemas.openxmlformats.org/officeDocument/2006/relationships/slide" Target="slides/slide7.xml"/><Relationship Id="rId34" Type="http://schemas.openxmlformats.org/officeDocument/2006/relationships/font" Target="fonts/PTSans-italic.fntdata"/><Relationship Id="rId15" Type="http://schemas.openxmlformats.org/officeDocument/2006/relationships/slide" Target="slides/slide10.xml"/><Relationship Id="rId37" Type="http://schemas.openxmlformats.org/officeDocument/2006/relationships/font" Target="fonts/OpenSans-bold.fntdata"/><Relationship Id="rId14" Type="http://schemas.openxmlformats.org/officeDocument/2006/relationships/slide" Target="slides/slide9.xml"/><Relationship Id="rId36" Type="http://schemas.openxmlformats.org/officeDocument/2006/relationships/font" Target="fonts/OpenSans-regular.fntdata"/><Relationship Id="rId17" Type="http://schemas.openxmlformats.org/officeDocument/2006/relationships/slide" Target="slides/slide12.xml"/><Relationship Id="rId39" Type="http://schemas.openxmlformats.org/officeDocument/2006/relationships/font" Target="fonts/OpenSans-boldItalic.fntdata"/><Relationship Id="rId16" Type="http://schemas.openxmlformats.org/officeDocument/2006/relationships/slide" Target="slides/slide11.xml"/><Relationship Id="rId38" Type="http://schemas.openxmlformats.org/officeDocument/2006/relationships/font" Target="fonts/OpenSans-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81eafdae3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g281eafdae3b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81eafdae3b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g281eafdae3b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81eafdae3b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8" name="Google Shape;458;g281eafdae3b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850fcec61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g2850fcec616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850fcec61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g2850fcec616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850fcec616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1" name="Google Shape;501;g2850fcec616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850fcec61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g2850fcec616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850fcec61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g2850fcec616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850fcec61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8" name="Google Shape;528;g2850fcec616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2850fcec616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0" name="Google Shape;540;g2850fcec616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2850fcec616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1" name="Google Shape;551;g2850fcec616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850fcec616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1" name="Google Shape;571;g2850fcec616_0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87556" y="1045019"/>
            <a:ext cx="3494100" cy="25938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5200"/>
              <a:buNone/>
              <a:defRPr sz="5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2"/>
          <p:cNvSpPr txBox="1"/>
          <p:nvPr>
            <p:ph idx="1" type="subTitle"/>
          </p:nvPr>
        </p:nvSpPr>
        <p:spPr>
          <a:xfrm>
            <a:off x="1087556" y="3621044"/>
            <a:ext cx="3494100" cy="475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7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3400"/>
              <a:buNone/>
              <a:defRPr>
                <a:solidFill>
                  <a:schemeClr val="dk2"/>
                </a:solidFill>
              </a:defRPr>
            </a:lvl1pPr>
            <a:lvl2pPr lvl="1" algn="l">
              <a:lnSpc>
                <a:spcPct val="100000"/>
              </a:lnSpc>
              <a:spcBef>
                <a:spcPts val="0"/>
              </a:spcBef>
              <a:spcAft>
                <a:spcPts val="0"/>
              </a:spcAft>
              <a:buClr>
                <a:schemeClr val="dk2"/>
              </a:buClr>
              <a:buSzPts val="3400"/>
              <a:buNone/>
              <a:defRPr>
                <a:solidFill>
                  <a:schemeClr val="dk2"/>
                </a:solidFill>
              </a:defRPr>
            </a:lvl2pPr>
            <a:lvl3pPr lvl="2" algn="l">
              <a:lnSpc>
                <a:spcPct val="100000"/>
              </a:lnSpc>
              <a:spcBef>
                <a:spcPts val="0"/>
              </a:spcBef>
              <a:spcAft>
                <a:spcPts val="0"/>
              </a:spcAft>
              <a:buClr>
                <a:schemeClr val="dk2"/>
              </a:buClr>
              <a:buSzPts val="3400"/>
              <a:buNone/>
              <a:defRPr>
                <a:solidFill>
                  <a:schemeClr val="dk2"/>
                </a:solidFill>
              </a:defRPr>
            </a:lvl3pPr>
            <a:lvl4pPr lvl="3" algn="l">
              <a:lnSpc>
                <a:spcPct val="100000"/>
              </a:lnSpc>
              <a:spcBef>
                <a:spcPts val="0"/>
              </a:spcBef>
              <a:spcAft>
                <a:spcPts val="0"/>
              </a:spcAft>
              <a:buClr>
                <a:schemeClr val="dk2"/>
              </a:buClr>
              <a:buSzPts val="3400"/>
              <a:buNone/>
              <a:defRPr>
                <a:solidFill>
                  <a:schemeClr val="dk2"/>
                </a:solidFill>
              </a:defRPr>
            </a:lvl4pPr>
            <a:lvl5pPr lvl="4" algn="l">
              <a:lnSpc>
                <a:spcPct val="100000"/>
              </a:lnSpc>
              <a:spcBef>
                <a:spcPts val="0"/>
              </a:spcBef>
              <a:spcAft>
                <a:spcPts val="0"/>
              </a:spcAft>
              <a:buClr>
                <a:schemeClr val="dk2"/>
              </a:buClr>
              <a:buSzPts val="3400"/>
              <a:buNone/>
              <a:defRPr>
                <a:solidFill>
                  <a:schemeClr val="dk2"/>
                </a:solidFill>
              </a:defRPr>
            </a:lvl5pPr>
            <a:lvl6pPr lvl="5" algn="l">
              <a:lnSpc>
                <a:spcPct val="100000"/>
              </a:lnSpc>
              <a:spcBef>
                <a:spcPts val="0"/>
              </a:spcBef>
              <a:spcAft>
                <a:spcPts val="0"/>
              </a:spcAft>
              <a:buClr>
                <a:schemeClr val="dk2"/>
              </a:buClr>
              <a:buSzPts val="3400"/>
              <a:buNone/>
              <a:defRPr>
                <a:solidFill>
                  <a:schemeClr val="dk2"/>
                </a:solidFill>
              </a:defRPr>
            </a:lvl6pPr>
            <a:lvl7pPr lvl="6" algn="l">
              <a:lnSpc>
                <a:spcPct val="100000"/>
              </a:lnSpc>
              <a:spcBef>
                <a:spcPts val="0"/>
              </a:spcBef>
              <a:spcAft>
                <a:spcPts val="0"/>
              </a:spcAft>
              <a:buClr>
                <a:schemeClr val="dk2"/>
              </a:buClr>
              <a:buSzPts val="3400"/>
              <a:buNone/>
              <a:defRPr>
                <a:solidFill>
                  <a:schemeClr val="dk2"/>
                </a:solidFill>
              </a:defRPr>
            </a:lvl7pPr>
            <a:lvl8pPr lvl="7" algn="l">
              <a:lnSpc>
                <a:spcPct val="100000"/>
              </a:lnSpc>
              <a:spcBef>
                <a:spcPts val="0"/>
              </a:spcBef>
              <a:spcAft>
                <a:spcPts val="0"/>
              </a:spcAft>
              <a:buClr>
                <a:schemeClr val="dk2"/>
              </a:buClr>
              <a:buSzPts val="3400"/>
              <a:buNone/>
              <a:defRPr>
                <a:solidFill>
                  <a:schemeClr val="dk2"/>
                </a:solidFill>
              </a:defRPr>
            </a:lvl8pPr>
            <a:lvl9pPr lvl="8" algn="l">
              <a:lnSpc>
                <a:spcPct val="100000"/>
              </a:lnSpc>
              <a:spcBef>
                <a:spcPts val="0"/>
              </a:spcBef>
              <a:spcAft>
                <a:spcPts val="0"/>
              </a:spcAft>
              <a:buClr>
                <a:schemeClr val="dk2"/>
              </a:buClr>
              <a:buSzPts val="3400"/>
              <a:buNone/>
              <a:defRPr>
                <a:solidFill>
                  <a:schemeClr val="dk2"/>
                </a:solidFill>
              </a:defRPr>
            </a:lvl9pPr>
          </a:lstStyle>
          <a:p/>
        </p:txBody>
      </p:sp>
      <p:sp>
        <p:nvSpPr>
          <p:cNvPr id="13" name="Google Shape;13;p3"/>
          <p:cNvSpPr txBox="1"/>
          <p:nvPr>
            <p:ph idx="1" type="body"/>
          </p:nvPr>
        </p:nvSpPr>
        <p:spPr>
          <a:xfrm>
            <a:off x="720000" y="1215752"/>
            <a:ext cx="77040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2"/>
              </a:buClr>
              <a:buSzPts val="1200"/>
              <a:buAutoNum type="arabicPeriod"/>
              <a:defRPr sz="1100">
                <a:solidFill>
                  <a:schemeClr val="dk2"/>
                </a:solidFill>
              </a:defRPr>
            </a:lvl1pPr>
            <a:lvl2pPr indent="-304800" lvl="1" marL="914400" algn="l">
              <a:lnSpc>
                <a:spcPct val="115000"/>
              </a:lnSpc>
              <a:spcBef>
                <a:spcPts val="0"/>
              </a:spcBef>
              <a:spcAft>
                <a:spcPts val="0"/>
              </a:spcAft>
              <a:buClr>
                <a:schemeClr val="dk2"/>
              </a:buClr>
              <a:buSzPts val="1200"/>
              <a:buFont typeface="Roboto Condensed"/>
              <a:buChar char="○"/>
              <a:defRPr>
                <a:solidFill>
                  <a:schemeClr val="dk2"/>
                </a:solidFill>
              </a:defRPr>
            </a:lvl2pPr>
            <a:lvl3pPr indent="-304800" lvl="2" marL="1371600" algn="l">
              <a:lnSpc>
                <a:spcPct val="115000"/>
              </a:lnSpc>
              <a:spcBef>
                <a:spcPts val="1600"/>
              </a:spcBef>
              <a:spcAft>
                <a:spcPts val="0"/>
              </a:spcAft>
              <a:buClr>
                <a:schemeClr val="dk2"/>
              </a:buClr>
              <a:buSzPts val="1200"/>
              <a:buFont typeface="Roboto Condensed"/>
              <a:buChar char="■"/>
              <a:defRPr>
                <a:solidFill>
                  <a:schemeClr val="dk2"/>
                </a:solidFill>
              </a:defRPr>
            </a:lvl3pPr>
            <a:lvl4pPr indent="-304800" lvl="3" marL="1828800" algn="l">
              <a:lnSpc>
                <a:spcPct val="115000"/>
              </a:lnSpc>
              <a:spcBef>
                <a:spcPts val="1600"/>
              </a:spcBef>
              <a:spcAft>
                <a:spcPts val="0"/>
              </a:spcAft>
              <a:buClr>
                <a:schemeClr val="dk2"/>
              </a:buClr>
              <a:buSzPts val="1200"/>
              <a:buFont typeface="Roboto Condensed"/>
              <a:buChar char="●"/>
              <a:defRPr>
                <a:solidFill>
                  <a:schemeClr val="dk2"/>
                </a:solidFill>
              </a:defRPr>
            </a:lvl4pPr>
            <a:lvl5pPr indent="-304800" lvl="4" marL="2286000" algn="l">
              <a:lnSpc>
                <a:spcPct val="115000"/>
              </a:lnSpc>
              <a:spcBef>
                <a:spcPts val="1600"/>
              </a:spcBef>
              <a:spcAft>
                <a:spcPts val="0"/>
              </a:spcAft>
              <a:buClr>
                <a:schemeClr val="dk2"/>
              </a:buClr>
              <a:buSzPts val="1200"/>
              <a:buFont typeface="Roboto Condensed"/>
              <a:buChar char="○"/>
              <a:defRPr>
                <a:solidFill>
                  <a:schemeClr val="dk2"/>
                </a:solidFill>
              </a:defRPr>
            </a:lvl5pPr>
            <a:lvl6pPr indent="-304800" lvl="5" marL="2743200" algn="l">
              <a:lnSpc>
                <a:spcPct val="115000"/>
              </a:lnSpc>
              <a:spcBef>
                <a:spcPts val="1600"/>
              </a:spcBef>
              <a:spcAft>
                <a:spcPts val="0"/>
              </a:spcAft>
              <a:buClr>
                <a:schemeClr val="dk2"/>
              </a:buClr>
              <a:buSzPts val="1200"/>
              <a:buFont typeface="Roboto Condensed"/>
              <a:buChar char="■"/>
              <a:defRPr>
                <a:solidFill>
                  <a:schemeClr val="dk2"/>
                </a:solidFill>
              </a:defRPr>
            </a:lvl6pPr>
            <a:lvl7pPr indent="-304800" lvl="6" marL="3200400" algn="l">
              <a:lnSpc>
                <a:spcPct val="115000"/>
              </a:lnSpc>
              <a:spcBef>
                <a:spcPts val="1600"/>
              </a:spcBef>
              <a:spcAft>
                <a:spcPts val="0"/>
              </a:spcAft>
              <a:buClr>
                <a:schemeClr val="dk2"/>
              </a:buClr>
              <a:buSzPts val="1200"/>
              <a:buFont typeface="Roboto Condensed"/>
              <a:buChar char="●"/>
              <a:defRPr>
                <a:solidFill>
                  <a:schemeClr val="dk2"/>
                </a:solidFill>
              </a:defRPr>
            </a:lvl7pPr>
            <a:lvl8pPr indent="-304800" lvl="7" marL="3657600" algn="l">
              <a:lnSpc>
                <a:spcPct val="115000"/>
              </a:lnSpc>
              <a:spcBef>
                <a:spcPts val="1600"/>
              </a:spcBef>
              <a:spcAft>
                <a:spcPts val="0"/>
              </a:spcAft>
              <a:buClr>
                <a:schemeClr val="dk2"/>
              </a:buClr>
              <a:buSzPts val="1200"/>
              <a:buFont typeface="Roboto Condensed"/>
              <a:buChar char="○"/>
              <a:defRPr>
                <a:solidFill>
                  <a:schemeClr val="dk2"/>
                </a:solidFill>
              </a:defRPr>
            </a:lvl8pPr>
            <a:lvl9pPr indent="-304800" lvl="8" marL="4114800" algn="l">
              <a:lnSpc>
                <a:spcPct val="115000"/>
              </a:lnSpc>
              <a:spcBef>
                <a:spcPts val="1600"/>
              </a:spcBef>
              <a:spcAft>
                <a:spcPts val="1600"/>
              </a:spcAft>
              <a:buClr>
                <a:schemeClr val="dk2"/>
              </a:buClr>
              <a:buSzPts val="1200"/>
              <a:buFont typeface="Roboto Condensed"/>
              <a:buChar char="■"/>
              <a:defRPr>
                <a:solidFill>
                  <a:schemeClr val="dk2"/>
                </a:solidFill>
              </a:defRPr>
            </a:lvl9pPr>
          </a:lstStyle>
          <a:p/>
        </p:txBody>
      </p:sp>
      <p:sp>
        <p:nvSpPr>
          <p:cNvPr id="14" name="Google Shape;14;p3"/>
          <p:cNvSpPr/>
          <p:nvPr/>
        </p:nvSpPr>
        <p:spPr>
          <a:xfrm>
            <a:off x="6646300" y="3871825"/>
            <a:ext cx="3176700" cy="3176700"/>
          </a:xfrm>
          <a:prstGeom prst="blockArc">
            <a:avLst>
              <a:gd fmla="val 1079972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 name="Google Shape;15;p3"/>
          <p:cNvGrpSpPr/>
          <p:nvPr/>
        </p:nvGrpSpPr>
        <p:grpSpPr>
          <a:xfrm rot="-5400000">
            <a:off x="7471258" y="-885360"/>
            <a:ext cx="1905485" cy="1900679"/>
            <a:chOff x="6132950" y="2234600"/>
            <a:chExt cx="1248925" cy="1245775"/>
          </a:xfrm>
        </p:grpSpPr>
        <p:sp>
          <p:nvSpPr>
            <p:cNvPr id="16" name="Google Shape;16;p3"/>
            <p:cNvSpPr/>
            <p:nvPr/>
          </p:nvSpPr>
          <p:spPr>
            <a:xfrm>
              <a:off x="6132950" y="2234600"/>
              <a:ext cx="1248925" cy="1245775"/>
            </a:xfrm>
            <a:custGeom>
              <a:rect b="b" l="l" r="r" t="t"/>
              <a:pathLst>
                <a:path extrusionOk="0" h="49831" w="49957">
                  <a:moveTo>
                    <a:pt x="27102" y="3122"/>
                  </a:moveTo>
                  <a:lnTo>
                    <a:pt x="28975" y="3372"/>
                  </a:lnTo>
                  <a:lnTo>
                    <a:pt x="30974" y="3872"/>
                  </a:lnTo>
                  <a:lnTo>
                    <a:pt x="32972" y="4496"/>
                  </a:lnTo>
                  <a:lnTo>
                    <a:pt x="34720" y="5245"/>
                  </a:lnTo>
                  <a:lnTo>
                    <a:pt x="36594" y="6120"/>
                  </a:lnTo>
                  <a:lnTo>
                    <a:pt x="38217" y="7244"/>
                  </a:lnTo>
                  <a:lnTo>
                    <a:pt x="39841" y="8617"/>
                  </a:lnTo>
                  <a:lnTo>
                    <a:pt x="41340" y="9991"/>
                  </a:lnTo>
                  <a:lnTo>
                    <a:pt x="42713" y="11615"/>
                  </a:lnTo>
                  <a:lnTo>
                    <a:pt x="43837" y="13488"/>
                  </a:lnTo>
                  <a:lnTo>
                    <a:pt x="44836" y="15361"/>
                  </a:lnTo>
                  <a:lnTo>
                    <a:pt x="45711" y="17609"/>
                  </a:lnTo>
                  <a:lnTo>
                    <a:pt x="46335" y="19857"/>
                  </a:lnTo>
                  <a:lnTo>
                    <a:pt x="46835" y="22355"/>
                  </a:lnTo>
                  <a:lnTo>
                    <a:pt x="47085" y="24978"/>
                  </a:lnTo>
                  <a:lnTo>
                    <a:pt x="46960" y="27226"/>
                  </a:lnTo>
                  <a:lnTo>
                    <a:pt x="46585" y="29474"/>
                  </a:lnTo>
                  <a:lnTo>
                    <a:pt x="46085" y="31597"/>
                  </a:lnTo>
                  <a:lnTo>
                    <a:pt x="45336" y="33595"/>
                  </a:lnTo>
                  <a:lnTo>
                    <a:pt x="44462" y="35469"/>
                  </a:lnTo>
                  <a:lnTo>
                    <a:pt x="43338" y="37342"/>
                  </a:lnTo>
                  <a:lnTo>
                    <a:pt x="42089" y="38966"/>
                  </a:lnTo>
                  <a:lnTo>
                    <a:pt x="40590" y="40589"/>
                  </a:lnTo>
                  <a:lnTo>
                    <a:pt x="39092" y="41963"/>
                  </a:lnTo>
                  <a:lnTo>
                    <a:pt x="37343" y="43337"/>
                  </a:lnTo>
                  <a:lnTo>
                    <a:pt x="35470" y="44336"/>
                  </a:lnTo>
                  <a:lnTo>
                    <a:pt x="33596" y="45335"/>
                  </a:lnTo>
                  <a:lnTo>
                    <a:pt x="31598" y="46084"/>
                  </a:lnTo>
                  <a:lnTo>
                    <a:pt x="29475" y="46584"/>
                  </a:lnTo>
                  <a:lnTo>
                    <a:pt x="27227" y="46958"/>
                  </a:lnTo>
                  <a:lnTo>
                    <a:pt x="24979" y="47083"/>
                  </a:lnTo>
                  <a:lnTo>
                    <a:pt x="22731" y="46958"/>
                  </a:lnTo>
                  <a:lnTo>
                    <a:pt x="20608" y="46584"/>
                  </a:lnTo>
                  <a:lnTo>
                    <a:pt x="18485" y="46084"/>
                  </a:lnTo>
                  <a:lnTo>
                    <a:pt x="16486" y="45335"/>
                  </a:lnTo>
                  <a:lnTo>
                    <a:pt x="14488" y="44336"/>
                  </a:lnTo>
                  <a:lnTo>
                    <a:pt x="12740" y="43337"/>
                  </a:lnTo>
                  <a:lnTo>
                    <a:pt x="10991" y="41963"/>
                  </a:lnTo>
                  <a:lnTo>
                    <a:pt x="9492" y="40589"/>
                  </a:lnTo>
                  <a:lnTo>
                    <a:pt x="7994" y="38966"/>
                  </a:lnTo>
                  <a:lnTo>
                    <a:pt x="6745" y="37342"/>
                  </a:lnTo>
                  <a:lnTo>
                    <a:pt x="5621" y="35469"/>
                  </a:lnTo>
                  <a:lnTo>
                    <a:pt x="4747" y="33595"/>
                  </a:lnTo>
                  <a:lnTo>
                    <a:pt x="3997" y="31597"/>
                  </a:lnTo>
                  <a:lnTo>
                    <a:pt x="3498" y="29474"/>
                  </a:lnTo>
                  <a:lnTo>
                    <a:pt x="3123" y="27226"/>
                  </a:lnTo>
                  <a:lnTo>
                    <a:pt x="2998" y="24978"/>
                  </a:lnTo>
                  <a:lnTo>
                    <a:pt x="3248" y="22355"/>
                  </a:lnTo>
                  <a:lnTo>
                    <a:pt x="3623" y="19857"/>
                  </a:lnTo>
                  <a:lnTo>
                    <a:pt x="4372" y="17609"/>
                  </a:lnTo>
                  <a:lnTo>
                    <a:pt x="5246" y="15361"/>
                  </a:lnTo>
                  <a:lnTo>
                    <a:pt x="6245" y="13488"/>
                  </a:lnTo>
                  <a:lnTo>
                    <a:pt x="7369" y="11615"/>
                  </a:lnTo>
                  <a:lnTo>
                    <a:pt x="8743" y="9991"/>
                  </a:lnTo>
                  <a:lnTo>
                    <a:pt x="10242" y="8617"/>
                  </a:lnTo>
                  <a:lnTo>
                    <a:pt x="11865" y="7244"/>
                  </a:lnTo>
                  <a:lnTo>
                    <a:pt x="13489" y="6120"/>
                  </a:lnTo>
                  <a:lnTo>
                    <a:pt x="15237" y="5245"/>
                  </a:lnTo>
                  <a:lnTo>
                    <a:pt x="17111" y="4496"/>
                  </a:lnTo>
                  <a:lnTo>
                    <a:pt x="19109" y="3872"/>
                  </a:lnTo>
                  <a:lnTo>
                    <a:pt x="20982" y="3372"/>
                  </a:lnTo>
                  <a:lnTo>
                    <a:pt x="22981" y="3122"/>
                  </a:lnTo>
                  <a:close/>
                  <a:moveTo>
                    <a:pt x="24979" y="0"/>
                  </a:moveTo>
                  <a:lnTo>
                    <a:pt x="22481" y="125"/>
                  </a:lnTo>
                  <a:lnTo>
                    <a:pt x="19983" y="500"/>
                  </a:lnTo>
                  <a:lnTo>
                    <a:pt x="17610" y="1124"/>
                  </a:lnTo>
                  <a:lnTo>
                    <a:pt x="15362" y="1998"/>
                  </a:lnTo>
                  <a:lnTo>
                    <a:pt x="13114" y="2997"/>
                  </a:lnTo>
                  <a:lnTo>
                    <a:pt x="11116" y="4246"/>
                  </a:lnTo>
                  <a:lnTo>
                    <a:pt x="9118" y="5745"/>
                  </a:lnTo>
                  <a:lnTo>
                    <a:pt x="7369" y="7369"/>
                  </a:lnTo>
                  <a:lnTo>
                    <a:pt x="5746" y="9117"/>
                  </a:lnTo>
                  <a:lnTo>
                    <a:pt x="4372" y="10990"/>
                  </a:lnTo>
                  <a:lnTo>
                    <a:pt x="3123" y="13113"/>
                  </a:lnTo>
                  <a:lnTo>
                    <a:pt x="1999" y="15237"/>
                  </a:lnTo>
                  <a:lnTo>
                    <a:pt x="1125" y="17609"/>
                  </a:lnTo>
                  <a:lnTo>
                    <a:pt x="500" y="19982"/>
                  </a:lnTo>
                  <a:lnTo>
                    <a:pt x="126" y="22480"/>
                  </a:lnTo>
                  <a:lnTo>
                    <a:pt x="1" y="24978"/>
                  </a:lnTo>
                  <a:lnTo>
                    <a:pt x="250" y="27975"/>
                  </a:lnTo>
                  <a:lnTo>
                    <a:pt x="875" y="30848"/>
                  </a:lnTo>
                  <a:lnTo>
                    <a:pt x="1499" y="33470"/>
                  </a:lnTo>
                  <a:lnTo>
                    <a:pt x="2499" y="35843"/>
                  </a:lnTo>
                  <a:lnTo>
                    <a:pt x="3623" y="38091"/>
                  </a:lnTo>
                  <a:lnTo>
                    <a:pt x="4996" y="40214"/>
                  </a:lnTo>
                  <a:lnTo>
                    <a:pt x="6495" y="41963"/>
                  </a:lnTo>
                  <a:lnTo>
                    <a:pt x="8244" y="43586"/>
                  </a:lnTo>
                  <a:lnTo>
                    <a:pt x="9992" y="45085"/>
                  </a:lnTo>
                  <a:lnTo>
                    <a:pt x="11990" y="46334"/>
                  </a:lnTo>
                  <a:lnTo>
                    <a:pt x="13988" y="47458"/>
                  </a:lnTo>
                  <a:lnTo>
                    <a:pt x="16112" y="48332"/>
                  </a:lnTo>
                  <a:lnTo>
                    <a:pt x="18235" y="48957"/>
                  </a:lnTo>
                  <a:lnTo>
                    <a:pt x="20483" y="49456"/>
                  </a:lnTo>
                  <a:lnTo>
                    <a:pt x="22731" y="49706"/>
                  </a:lnTo>
                  <a:lnTo>
                    <a:pt x="24979" y="49831"/>
                  </a:lnTo>
                  <a:lnTo>
                    <a:pt x="27352" y="49706"/>
                  </a:lnTo>
                  <a:lnTo>
                    <a:pt x="29600" y="49456"/>
                  </a:lnTo>
                  <a:lnTo>
                    <a:pt x="31848" y="48957"/>
                  </a:lnTo>
                  <a:lnTo>
                    <a:pt x="33971" y="48332"/>
                  </a:lnTo>
                  <a:lnTo>
                    <a:pt x="36094" y="47458"/>
                  </a:lnTo>
                  <a:lnTo>
                    <a:pt x="38092" y="46334"/>
                  </a:lnTo>
                  <a:lnTo>
                    <a:pt x="40091" y="45085"/>
                  </a:lnTo>
                  <a:lnTo>
                    <a:pt x="41839" y="43586"/>
                  </a:lnTo>
                  <a:lnTo>
                    <a:pt x="43463" y="41963"/>
                  </a:lnTo>
                  <a:lnTo>
                    <a:pt x="45086" y="40090"/>
                  </a:lnTo>
                  <a:lnTo>
                    <a:pt x="46335" y="38091"/>
                  </a:lnTo>
                  <a:lnTo>
                    <a:pt x="47584" y="35843"/>
                  </a:lnTo>
                  <a:lnTo>
                    <a:pt x="48458" y="33470"/>
                  </a:lnTo>
                  <a:lnTo>
                    <a:pt x="49208" y="30848"/>
                  </a:lnTo>
                  <a:lnTo>
                    <a:pt x="49707" y="27975"/>
                  </a:lnTo>
                  <a:lnTo>
                    <a:pt x="49957" y="24978"/>
                  </a:lnTo>
                  <a:lnTo>
                    <a:pt x="49832" y="22480"/>
                  </a:lnTo>
                  <a:lnTo>
                    <a:pt x="49457" y="19982"/>
                  </a:lnTo>
                  <a:lnTo>
                    <a:pt x="48833" y="17609"/>
                  </a:lnTo>
                  <a:lnTo>
                    <a:pt x="48084" y="15237"/>
                  </a:lnTo>
                  <a:lnTo>
                    <a:pt x="46960" y="13113"/>
                  </a:lnTo>
                  <a:lnTo>
                    <a:pt x="45711" y="10990"/>
                  </a:lnTo>
                  <a:lnTo>
                    <a:pt x="44337" y="9117"/>
                  </a:lnTo>
                  <a:lnTo>
                    <a:pt x="42713" y="7369"/>
                  </a:lnTo>
                  <a:lnTo>
                    <a:pt x="40965" y="5745"/>
                  </a:lnTo>
                  <a:lnTo>
                    <a:pt x="38967" y="4246"/>
                  </a:lnTo>
                  <a:lnTo>
                    <a:pt x="36968" y="2997"/>
                  </a:lnTo>
                  <a:lnTo>
                    <a:pt x="34720" y="1998"/>
                  </a:lnTo>
                  <a:lnTo>
                    <a:pt x="32472" y="1124"/>
                  </a:lnTo>
                  <a:lnTo>
                    <a:pt x="30099" y="500"/>
                  </a:lnTo>
                  <a:lnTo>
                    <a:pt x="27602" y="125"/>
                  </a:lnTo>
                  <a:lnTo>
                    <a:pt x="2497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
            <p:cNvSpPr/>
            <p:nvPr/>
          </p:nvSpPr>
          <p:spPr>
            <a:xfrm>
              <a:off x="6132950" y="2234600"/>
              <a:ext cx="1248925" cy="1245775"/>
            </a:xfrm>
            <a:custGeom>
              <a:rect b="b" l="l" r="r" t="t"/>
              <a:pathLst>
                <a:path extrusionOk="0" fill="none" h="49831" w="49957">
                  <a:moveTo>
                    <a:pt x="24979" y="0"/>
                  </a:moveTo>
                  <a:lnTo>
                    <a:pt x="24979" y="0"/>
                  </a:lnTo>
                  <a:lnTo>
                    <a:pt x="22481" y="125"/>
                  </a:lnTo>
                  <a:lnTo>
                    <a:pt x="19983" y="500"/>
                  </a:lnTo>
                  <a:lnTo>
                    <a:pt x="17610" y="1124"/>
                  </a:lnTo>
                  <a:lnTo>
                    <a:pt x="15362" y="1998"/>
                  </a:lnTo>
                  <a:lnTo>
                    <a:pt x="13114" y="2997"/>
                  </a:lnTo>
                  <a:lnTo>
                    <a:pt x="11116" y="4246"/>
                  </a:lnTo>
                  <a:lnTo>
                    <a:pt x="9118" y="5745"/>
                  </a:lnTo>
                  <a:lnTo>
                    <a:pt x="7369" y="7369"/>
                  </a:lnTo>
                  <a:lnTo>
                    <a:pt x="5746" y="9117"/>
                  </a:lnTo>
                  <a:lnTo>
                    <a:pt x="4372" y="10990"/>
                  </a:lnTo>
                  <a:lnTo>
                    <a:pt x="3123" y="13113"/>
                  </a:lnTo>
                  <a:lnTo>
                    <a:pt x="1999" y="15237"/>
                  </a:lnTo>
                  <a:lnTo>
                    <a:pt x="1125" y="17609"/>
                  </a:lnTo>
                  <a:lnTo>
                    <a:pt x="500" y="19982"/>
                  </a:lnTo>
                  <a:lnTo>
                    <a:pt x="126" y="22480"/>
                  </a:lnTo>
                  <a:lnTo>
                    <a:pt x="1" y="24978"/>
                  </a:lnTo>
                  <a:lnTo>
                    <a:pt x="1" y="24978"/>
                  </a:lnTo>
                  <a:lnTo>
                    <a:pt x="250" y="27975"/>
                  </a:lnTo>
                  <a:lnTo>
                    <a:pt x="875" y="30848"/>
                  </a:lnTo>
                  <a:lnTo>
                    <a:pt x="1499" y="33470"/>
                  </a:lnTo>
                  <a:lnTo>
                    <a:pt x="2499" y="35843"/>
                  </a:lnTo>
                  <a:lnTo>
                    <a:pt x="3623" y="38091"/>
                  </a:lnTo>
                  <a:lnTo>
                    <a:pt x="4996" y="40214"/>
                  </a:lnTo>
                  <a:lnTo>
                    <a:pt x="6495" y="41963"/>
                  </a:lnTo>
                  <a:lnTo>
                    <a:pt x="8244" y="43586"/>
                  </a:lnTo>
                  <a:lnTo>
                    <a:pt x="9992" y="45085"/>
                  </a:lnTo>
                  <a:lnTo>
                    <a:pt x="11990" y="46334"/>
                  </a:lnTo>
                  <a:lnTo>
                    <a:pt x="13988" y="47458"/>
                  </a:lnTo>
                  <a:lnTo>
                    <a:pt x="16112" y="48332"/>
                  </a:lnTo>
                  <a:lnTo>
                    <a:pt x="18235" y="48957"/>
                  </a:lnTo>
                  <a:lnTo>
                    <a:pt x="20483" y="49456"/>
                  </a:lnTo>
                  <a:lnTo>
                    <a:pt x="22731" y="49706"/>
                  </a:lnTo>
                  <a:lnTo>
                    <a:pt x="24979" y="49831"/>
                  </a:lnTo>
                  <a:lnTo>
                    <a:pt x="27352" y="49706"/>
                  </a:lnTo>
                  <a:lnTo>
                    <a:pt x="29600" y="49456"/>
                  </a:lnTo>
                  <a:lnTo>
                    <a:pt x="31848" y="48957"/>
                  </a:lnTo>
                  <a:lnTo>
                    <a:pt x="33971" y="48332"/>
                  </a:lnTo>
                  <a:lnTo>
                    <a:pt x="36094" y="47458"/>
                  </a:lnTo>
                  <a:lnTo>
                    <a:pt x="38092" y="46334"/>
                  </a:lnTo>
                  <a:lnTo>
                    <a:pt x="40091" y="45085"/>
                  </a:lnTo>
                  <a:lnTo>
                    <a:pt x="41839" y="43586"/>
                  </a:lnTo>
                  <a:lnTo>
                    <a:pt x="43463" y="41963"/>
                  </a:lnTo>
                  <a:lnTo>
                    <a:pt x="45086" y="40090"/>
                  </a:lnTo>
                  <a:lnTo>
                    <a:pt x="46335" y="38091"/>
                  </a:lnTo>
                  <a:lnTo>
                    <a:pt x="47584" y="35843"/>
                  </a:lnTo>
                  <a:lnTo>
                    <a:pt x="48458" y="33470"/>
                  </a:lnTo>
                  <a:lnTo>
                    <a:pt x="49208" y="30848"/>
                  </a:lnTo>
                  <a:lnTo>
                    <a:pt x="49707" y="27975"/>
                  </a:lnTo>
                  <a:lnTo>
                    <a:pt x="49957" y="24978"/>
                  </a:lnTo>
                  <a:lnTo>
                    <a:pt x="49957" y="24978"/>
                  </a:lnTo>
                  <a:lnTo>
                    <a:pt x="49832" y="22480"/>
                  </a:lnTo>
                  <a:lnTo>
                    <a:pt x="49457" y="19982"/>
                  </a:lnTo>
                  <a:lnTo>
                    <a:pt x="48833" y="17609"/>
                  </a:lnTo>
                  <a:lnTo>
                    <a:pt x="48084" y="15237"/>
                  </a:lnTo>
                  <a:lnTo>
                    <a:pt x="46960" y="13113"/>
                  </a:lnTo>
                  <a:lnTo>
                    <a:pt x="45711" y="10990"/>
                  </a:lnTo>
                  <a:lnTo>
                    <a:pt x="44337" y="9117"/>
                  </a:lnTo>
                  <a:lnTo>
                    <a:pt x="42713" y="7369"/>
                  </a:lnTo>
                  <a:lnTo>
                    <a:pt x="40965" y="5745"/>
                  </a:lnTo>
                  <a:lnTo>
                    <a:pt x="38967" y="4246"/>
                  </a:lnTo>
                  <a:lnTo>
                    <a:pt x="36968" y="2997"/>
                  </a:lnTo>
                  <a:lnTo>
                    <a:pt x="34720" y="1998"/>
                  </a:lnTo>
                  <a:lnTo>
                    <a:pt x="32472" y="1124"/>
                  </a:lnTo>
                  <a:lnTo>
                    <a:pt x="30099" y="500"/>
                  </a:lnTo>
                  <a:lnTo>
                    <a:pt x="27602" y="125"/>
                  </a:lnTo>
                  <a:lnTo>
                    <a:pt x="24979" y="0"/>
                  </a:lnTo>
                  <a:lnTo>
                    <a:pt x="24979"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3"/>
            <p:cNvSpPr/>
            <p:nvPr/>
          </p:nvSpPr>
          <p:spPr>
            <a:xfrm>
              <a:off x="6207900" y="2312650"/>
              <a:ext cx="1102175" cy="1099050"/>
            </a:xfrm>
            <a:custGeom>
              <a:rect b="b" l="l" r="r" t="t"/>
              <a:pathLst>
                <a:path extrusionOk="0" fill="none" h="43962" w="44087">
                  <a:moveTo>
                    <a:pt x="21981" y="43961"/>
                  </a:moveTo>
                  <a:lnTo>
                    <a:pt x="21981" y="43961"/>
                  </a:lnTo>
                  <a:lnTo>
                    <a:pt x="19733" y="43836"/>
                  </a:lnTo>
                  <a:lnTo>
                    <a:pt x="17610" y="43462"/>
                  </a:lnTo>
                  <a:lnTo>
                    <a:pt x="15487" y="42962"/>
                  </a:lnTo>
                  <a:lnTo>
                    <a:pt x="13488" y="42213"/>
                  </a:lnTo>
                  <a:lnTo>
                    <a:pt x="11490" y="41214"/>
                  </a:lnTo>
                  <a:lnTo>
                    <a:pt x="9742" y="40215"/>
                  </a:lnTo>
                  <a:lnTo>
                    <a:pt x="7993" y="38841"/>
                  </a:lnTo>
                  <a:lnTo>
                    <a:pt x="6494" y="37467"/>
                  </a:lnTo>
                  <a:lnTo>
                    <a:pt x="4996" y="35844"/>
                  </a:lnTo>
                  <a:lnTo>
                    <a:pt x="3747" y="34220"/>
                  </a:lnTo>
                  <a:lnTo>
                    <a:pt x="2623" y="32347"/>
                  </a:lnTo>
                  <a:lnTo>
                    <a:pt x="1749" y="30473"/>
                  </a:lnTo>
                  <a:lnTo>
                    <a:pt x="999" y="28475"/>
                  </a:lnTo>
                  <a:lnTo>
                    <a:pt x="500" y="26352"/>
                  </a:lnTo>
                  <a:lnTo>
                    <a:pt x="125" y="24104"/>
                  </a:lnTo>
                  <a:lnTo>
                    <a:pt x="0" y="21856"/>
                  </a:lnTo>
                  <a:lnTo>
                    <a:pt x="0" y="21856"/>
                  </a:lnTo>
                  <a:lnTo>
                    <a:pt x="250" y="19233"/>
                  </a:lnTo>
                  <a:lnTo>
                    <a:pt x="625" y="16735"/>
                  </a:lnTo>
                  <a:lnTo>
                    <a:pt x="1374" y="14487"/>
                  </a:lnTo>
                  <a:lnTo>
                    <a:pt x="2248" y="12239"/>
                  </a:lnTo>
                  <a:lnTo>
                    <a:pt x="3247" y="10366"/>
                  </a:lnTo>
                  <a:lnTo>
                    <a:pt x="4371" y="8493"/>
                  </a:lnTo>
                  <a:lnTo>
                    <a:pt x="5745" y="6869"/>
                  </a:lnTo>
                  <a:lnTo>
                    <a:pt x="7244" y="5495"/>
                  </a:lnTo>
                  <a:lnTo>
                    <a:pt x="8867" y="4122"/>
                  </a:lnTo>
                  <a:lnTo>
                    <a:pt x="10491" y="2998"/>
                  </a:lnTo>
                  <a:lnTo>
                    <a:pt x="12239" y="2123"/>
                  </a:lnTo>
                  <a:lnTo>
                    <a:pt x="14113" y="1374"/>
                  </a:lnTo>
                  <a:lnTo>
                    <a:pt x="16111" y="750"/>
                  </a:lnTo>
                  <a:lnTo>
                    <a:pt x="17984" y="250"/>
                  </a:lnTo>
                  <a:lnTo>
                    <a:pt x="19983" y="0"/>
                  </a:lnTo>
                  <a:lnTo>
                    <a:pt x="21981" y="0"/>
                  </a:lnTo>
                  <a:lnTo>
                    <a:pt x="24104" y="0"/>
                  </a:lnTo>
                  <a:lnTo>
                    <a:pt x="25977" y="250"/>
                  </a:lnTo>
                  <a:lnTo>
                    <a:pt x="27976" y="750"/>
                  </a:lnTo>
                  <a:lnTo>
                    <a:pt x="29974" y="1374"/>
                  </a:lnTo>
                  <a:lnTo>
                    <a:pt x="31722" y="2123"/>
                  </a:lnTo>
                  <a:lnTo>
                    <a:pt x="33596" y="2998"/>
                  </a:lnTo>
                  <a:lnTo>
                    <a:pt x="35219" y="4122"/>
                  </a:lnTo>
                  <a:lnTo>
                    <a:pt x="36843" y="5495"/>
                  </a:lnTo>
                  <a:lnTo>
                    <a:pt x="38342" y="6869"/>
                  </a:lnTo>
                  <a:lnTo>
                    <a:pt x="39715" y="8493"/>
                  </a:lnTo>
                  <a:lnTo>
                    <a:pt x="40839" y="10366"/>
                  </a:lnTo>
                  <a:lnTo>
                    <a:pt x="41838" y="12239"/>
                  </a:lnTo>
                  <a:lnTo>
                    <a:pt x="42713" y="14487"/>
                  </a:lnTo>
                  <a:lnTo>
                    <a:pt x="43337" y="16735"/>
                  </a:lnTo>
                  <a:lnTo>
                    <a:pt x="43837" y="19233"/>
                  </a:lnTo>
                  <a:lnTo>
                    <a:pt x="44087" y="21856"/>
                  </a:lnTo>
                  <a:lnTo>
                    <a:pt x="44087" y="21856"/>
                  </a:lnTo>
                  <a:lnTo>
                    <a:pt x="43962" y="24104"/>
                  </a:lnTo>
                  <a:lnTo>
                    <a:pt x="43587" y="26352"/>
                  </a:lnTo>
                  <a:lnTo>
                    <a:pt x="43087" y="28475"/>
                  </a:lnTo>
                  <a:lnTo>
                    <a:pt x="42338" y="30473"/>
                  </a:lnTo>
                  <a:lnTo>
                    <a:pt x="41464" y="32347"/>
                  </a:lnTo>
                  <a:lnTo>
                    <a:pt x="40340" y="34220"/>
                  </a:lnTo>
                  <a:lnTo>
                    <a:pt x="39091" y="35844"/>
                  </a:lnTo>
                  <a:lnTo>
                    <a:pt x="37592" y="37467"/>
                  </a:lnTo>
                  <a:lnTo>
                    <a:pt x="36094" y="38841"/>
                  </a:lnTo>
                  <a:lnTo>
                    <a:pt x="34345" y="40215"/>
                  </a:lnTo>
                  <a:lnTo>
                    <a:pt x="32472" y="41214"/>
                  </a:lnTo>
                  <a:lnTo>
                    <a:pt x="30598" y="42213"/>
                  </a:lnTo>
                  <a:lnTo>
                    <a:pt x="28600" y="42962"/>
                  </a:lnTo>
                  <a:lnTo>
                    <a:pt x="26477" y="43462"/>
                  </a:lnTo>
                  <a:lnTo>
                    <a:pt x="24229" y="43836"/>
                  </a:lnTo>
                  <a:lnTo>
                    <a:pt x="21981" y="43961"/>
                  </a:lnTo>
                  <a:lnTo>
                    <a:pt x="21981" y="4396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
            <p:cNvSpPr/>
            <p:nvPr/>
          </p:nvSpPr>
          <p:spPr>
            <a:xfrm>
              <a:off x="6757400" y="3411675"/>
              <a:ext cx="25" cy="25"/>
            </a:xfrm>
            <a:custGeom>
              <a:rect b="b" l="l" r="r" t="t"/>
              <a:pathLst>
                <a:path extrusionOk="0" fill="none" h="1" w="1">
                  <a:moveTo>
                    <a:pt x="1" y="0"/>
                  </a:moveTo>
                  <a:lnTo>
                    <a:pt x="1"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3"/>
            <p:cNvSpPr/>
            <p:nvPr/>
          </p:nvSpPr>
          <p:spPr>
            <a:xfrm>
              <a:off x="6323425" y="2418800"/>
              <a:ext cx="764975" cy="836775"/>
            </a:xfrm>
            <a:custGeom>
              <a:rect b="b" l="l" r="r" t="t"/>
              <a:pathLst>
                <a:path extrusionOk="0" h="33471" w="30599">
                  <a:moveTo>
                    <a:pt x="11740" y="23480"/>
                  </a:moveTo>
                  <a:lnTo>
                    <a:pt x="8618" y="28226"/>
                  </a:lnTo>
                  <a:lnTo>
                    <a:pt x="5495" y="23480"/>
                  </a:lnTo>
                  <a:close/>
                  <a:moveTo>
                    <a:pt x="18359" y="2998"/>
                  </a:moveTo>
                  <a:lnTo>
                    <a:pt x="19233" y="3123"/>
                  </a:lnTo>
                  <a:lnTo>
                    <a:pt x="20232" y="3373"/>
                  </a:lnTo>
                  <a:lnTo>
                    <a:pt x="21107" y="3622"/>
                  </a:lnTo>
                  <a:lnTo>
                    <a:pt x="21981" y="3997"/>
                  </a:lnTo>
                  <a:lnTo>
                    <a:pt x="22730" y="4497"/>
                  </a:lnTo>
                  <a:lnTo>
                    <a:pt x="23604" y="4996"/>
                  </a:lnTo>
                  <a:lnTo>
                    <a:pt x="24354" y="5621"/>
                  </a:lnTo>
                  <a:lnTo>
                    <a:pt x="24978" y="6245"/>
                  </a:lnTo>
                  <a:lnTo>
                    <a:pt x="25603" y="6994"/>
                  </a:lnTo>
                  <a:lnTo>
                    <a:pt x="26227" y="7869"/>
                  </a:lnTo>
                  <a:lnTo>
                    <a:pt x="26727" y="8743"/>
                  </a:lnTo>
                  <a:lnTo>
                    <a:pt x="27101" y="9742"/>
                  </a:lnTo>
                  <a:lnTo>
                    <a:pt x="27351" y="10866"/>
                  </a:lnTo>
                  <a:lnTo>
                    <a:pt x="27601" y="11990"/>
                  </a:lnTo>
                  <a:lnTo>
                    <a:pt x="27726" y="13239"/>
                  </a:lnTo>
                  <a:lnTo>
                    <a:pt x="27726" y="29350"/>
                  </a:lnTo>
                  <a:lnTo>
                    <a:pt x="24728" y="29350"/>
                  </a:lnTo>
                  <a:lnTo>
                    <a:pt x="24728" y="13239"/>
                  </a:lnTo>
                  <a:lnTo>
                    <a:pt x="24728" y="12365"/>
                  </a:lnTo>
                  <a:lnTo>
                    <a:pt x="24479" y="11490"/>
                  </a:lnTo>
                  <a:lnTo>
                    <a:pt x="24354" y="10741"/>
                  </a:lnTo>
                  <a:lnTo>
                    <a:pt x="23979" y="9992"/>
                  </a:lnTo>
                  <a:lnTo>
                    <a:pt x="23729" y="9367"/>
                  </a:lnTo>
                  <a:lnTo>
                    <a:pt x="23230" y="8743"/>
                  </a:lnTo>
                  <a:lnTo>
                    <a:pt x="22355" y="7744"/>
                  </a:lnTo>
                  <a:lnTo>
                    <a:pt x="21231" y="6994"/>
                  </a:lnTo>
                  <a:lnTo>
                    <a:pt x="19983" y="6370"/>
                  </a:lnTo>
                  <a:lnTo>
                    <a:pt x="18734" y="5995"/>
                  </a:lnTo>
                  <a:lnTo>
                    <a:pt x="17360" y="5870"/>
                  </a:lnTo>
                  <a:lnTo>
                    <a:pt x="16111" y="5995"/>
                  </a:lnTo>
                  <a:lnTo>
                    <a:pt x="14737" y="6370"/>
                  </a:lnTo>
                  <a:lnTo>
                    <a:pt x="13613" y="6994"/>
                  </a:lnTo>
                  <a:lnTo>
                    <a:pt x="12489" y="7744"/>
                  </a:lnTo>
                  <a:lnTo>
                    <a:pt x="11490" y="8743"/>
                  </a:lnTo>
                  <a:lnTo>
                    <a:pt x="11115" y="9367"/>
                  </a:lnTo>
                  <a:lnTo>
                    <a:pt x="10741" y="9992"/>
                  </a:lnTo>
                  <a:lnTo>
                    <a:pt x="10491" y="10741"/>
                  </a:lnTo>
                  <a:lnTo>
                    <a:pt x="10241" y="11490"/>
                  </a:lnTo>
                  <a:lnTo>
                    <a:pt x="10116" y="12365"/>
                  </a:lnTo>
                  <a:lnTo>
                    <a:pt x="10116" y="13239"/>
                  </a:lnTo>
                  <a:lnTo>
                    <a:pt x="10116" y="20607"/>
                  </a:lnTo>
                  <a:lnTo>
                    <a:pt x="7119" y="20607"/>
                  </a:lnTo>
                  <a:lnTo>
                    <a:pt x="7119" y="13239"/>
                  </a:lnTo>
                  <a:lnTo>
                    <a:pt x="7244" y="11990"/>
                  </a:lnTo>
                  <a:lnTo>
                    <a:pt x="7493" y="10866"/>
                  </a:lnTo>
                  <a:lnTo>
                    <a:pt x="7743" y="9742"/>
                  </a:lnTo>
                  <a:lnTo>
                    <a:pt x="8118" y="8743"/>
                  </a:lnTo>
                  <a:lnTo>
                    <a:pt x="8618" y="7869"/>
                  </a:lnTo>
                  <a:lnTo>
                    <a:pt x="9242" y="6994"/>
                  </a:lnTo>
                  <a:lnTo>
                    <a:pt x="9866" y="6245"/>
                  </a:lnTo>
                  <a:lnTo>
                    <a:pt x="10491" y="5621"/>
                  </a:lnTo>
                  <a:lnTo>
                    <a:pt x="11240" y="4996"/>
                  </a:lnTo>
                  <a:lnTo>
                    <a:pt x="11990" y="4497"/>
                  </a:lnTo>
                  <a:lnTo>
                    <a:pt x="12864" y="3997"/>
                  </a:lnTo>
                  <a:lnTo>
                    <a:pt x="13738" y="3622"/>
                  </a:lnTo>
                  <a:lnTo>
                    <a:pt x="14612" y="3373"/>
                  </a:lnTo>
                  <a:lnTo>
                    <a:pt x="15487" y="3123"/>
                  </a:lnTo>
                  <a:lnTo>
                    <a:pt x="16486" y="2998"/>
                  </a:lnTo>
                  <a:close/>
                  <a:moveTo>
                    <a:pt x="17360" y="1"/>
                  </a:moveTo>
                  <a:lnTo>
                    <a:pt x="16111" y="125"/>
                  </a:lnTo>
                  <a:lnTo>
                    <a:pt x="14737" y="250"/>
                  </a:lnTo>
                  <a:lnTo>
                    <a:pt x="13488" y="625"/>
                  </a:lnTo>
                  <a:lnTo>
                    <a:pt x="12239" y="1000"/>
                  </a:lnTo>
                  <a:lnTo>
                    <a:pt x="11115" y="1624"/>
                  </a:lnTo>
                  <a:lnTo>
                    <a:pt x="9991" y="2249"/>
                  </a:lnTo>
                  <a:lnTo>
                    <a:pt x="8992" y="2998"/>
                  </a:lnTo>
                  <a:lnTo>
                    <a:pt x="8118" y="3872"/>
                  </a:lnTo>
                  <a:lnTo>
                    <a:pt x="7244" y="4871"/>
                  </a:lnTo>
                  <a:lnTo>
                    <a:pt x="6494" y="5870"/>
                  </a:lnTo>
                  <a:lnTo>
                    <a:pt x="5745" y="6994"/>
                  </a:lnTo>
                  <a:lnTo>
                    <a:pt x="5245" y="8118"/>
                  </a:lnTo>
                  <a:lnTo>
                    <a:pt x="4746" y="9367"/>
                  </a:lnTo>
                  <a:lnTo>
                    <a:pt x="4496" y="10616"/>
                  </a:lnTo>
                  <a:lnTo>
                    <a:pt x="4246" y="11865"/>
                  </a:lnTo>
                  <a:lnTo>
                    <a:pt x="4246" y="13239"/>
                  </a:lnTo>
                  <a:lnTo>
                    <a:pt x="4246" y="20607"/>
                  </a:lnTo>
                  <a:lnTo>
                    <a:pt x="0" y="20607"/>
                  </a:lnTo>
                  <a:lnTo>
                    <a:pt x="8618" y="33471"/>
                  </a:lnTo>
                  <a:lnTo>
                    <a:pt x="17235" y="20607"/>
                  </a:lnTo>
                  <a:lnTo>
                    <a:pt x="12989" y="20607"/>
                  </a:lnTo>
                  <a:lnTo>
                    <a:pt x="12989" y="13239"/>
                  </a:lnTo>
                  <a:lnTo>
                    <a:pt x="13114" y="12240"/>
                  </a:lnTo>
                  <a:lnTo>
                    <a:pt x="13488" y="11365"/>
                  </a:lnTo>
                  <a:lnTo>
                    <a:pt x="13863" y="10616"/>
                  </a:lnTo>
                  <a:lnTo>
                    <a:pt x="14487" y="9992"/>
                  </a:lnTo>
                  <a:lnTo>
                    <a:pt x="15112" y="9492"/>
                  </a:lnTo>
                  <a:lnTo>
                    <a:pt x="15861" y="9117"/>
                  </a:lnTo>
                  <a:lnTo>
                    <a:pt x="16611" y="8868"/>
                  </a:lnTo>
                  <a:lnTo>
                    <a:pt x="18234" y="8868"/>
                  </a:lnTo>
                  <a:lnTo>
                    <a:pt x="18983" y="9117"/>
                  </a:lnTo>
                  <a:lnTo>
                    <a:pt x="19733" y="9492"/>
                  </a:lnTo>
                  <a:lnTo>
                    <a:pt x="20357" y="9992"/>
                  </a:lnTo>
                  <a:lnTo>
                    <a:pt x="20982" y="10616"/>
                  </a:lnTo>
                  <a:lnTo>
                    <a:pt x="21356" y="11365"/>
                  </a:lnTo>
                  <a:lnTo>
                    <a:pt x="21731" y="12240"/>
                  </a:lnTo>
                  <a:lnTo>
                    <a:pt x="21856" y="13239"/>
                  </a:lnTo>
                  <a:lnTo>
                    <a:pt x="21856" y="32347"/>
                  </a:lnTo>
                  <a:lnTo>
                    <a:pt x="30598" y="32347"/>
                  </a:lnTo>
                  <a:lnTo>
                    <a:pt x="30598" y="13239"/>
                  </a:lnTo>
                  <a:lnTo>
                    <a:pt x="30598" y="11865"/>
                  </a:lnTo>
                  <a:lnTo>
                    <a:pt x="30349" y="10616"/>
                  </a:lnTo>
                  <a:lnTo>
                    <a:pt x="30099" y="9367"/>
                  </a:lnTo>
                  <a:lnTo>
                    <a:pt x="29599" y="8118"/>
                  </a:lnTo>
                  <a:lnTo>
                    <a:pt x="29100" y="6994"/>
                  </a:lnTo>
                  <a:lnTo>
                    <a:pt x="28350" y="5870"/>
                  </a:lnTo>
                  <a:lnTo>
                    <a:pt x="27601" y="4871"/>
                  </a:lnTo>
                  <a:lnTo>
                    <a:pt x="26727" y="3872"/>
                  </a:lnTo>
                  <a:lnTo>
                    <a:pt x="25852" y="2998"/>
                  </a:lnTo>
                  <a:lnTo>
                    <a:pt x="24853" y="2249"/>
                  </a:lnTo>
                  <a:lnTo>
                    <a:pt x="23729" y="1624"/>
                  </a:lnTo>
                  <a:lnTo>
                    <a:pt x="22605" y="1000"/>
                  </a:lnTo>
                  <a:lnTo>
                    <a:pt x="21356" y="625"/>
                  </a:lnTo>
                  <a:lnTo>
                    <a:pt x="20107" y="250"/>
                  </a:lnTo>
                  <a:lnTo>
                    <a:pt x="18734" y="125"/>
                  </a:lnTo>
                  <a:lnTo>
                    <a:pt x="1736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a:off x="6323425" y="2418800"/>
              <a:ext cx="764975" cy="836775"/>
            </a:xfrm>
            <a:custGeom>
              <a:rect b="b" l="l" r="r" t="t"/>
              <a:pathLst>
                <a:path extrusionOk="0" fill="none" h="33471" w="30599">
                  <a:moveTo>
                    <a:pt x="17360" y="1"/>
                  </a:moveTo>
                  <a:lnTo>
                    <a:pt x="17360" y="1"/>
                  </a:lnTo>
                  <a:lnTo>
                    <a:pt x="16111" y="125"/>
                  </a:lnTo>
                  <a:lnTo>
                    <a:pt x="14737" y="250"/>
                  </a:lnTo>
                  <a:lnTo>
                    <a:pt x="13488" y="625"/>
                  </a:lnTo>
                  <a:lnTo>
                    <a:pt x="12239" y="1000"/>
                  </a:lnTo>
                  <a:lnTo>
                    <a:pt x="11115" y="1624"/>
                  </a:lnTo>
                  <a:lnTo>
                    <a:pt x="9991" y="2249"/>
                  </a:lnTo>
                  <a:lnTo>
                    <a:pt x="8992" y="2998"/>
                  </a:lnTo>
                  <a:lnTo>
                    <a:pt x="8118" y="3872"/>
                  </a:lnTo>
                  <a:lnTo>
                    <a:pt x="7244" y="4871"/>
                  </a:lnTo>
                  <a:lnTo>
                    <a:pt x="6494" y="5870"/>
                  </a:lnTo>
                  <a:lnTo>
                    <a:pt x="5745" y="6994"/>
                  </a:lnTo>
                  <a:lnTo>
                    <a:pt x="5245" y="8118"/>
                  </a:lnTo>
                  <a:lnTo>
                    <a:pt x="4746" y="9367"/>
                  </a:lnTo>
                  <a:lnTo>
                    <a:pt x="4496" y="10616"/>
                  </a:lnTo>
                  <a:lnTo>
                    <a:pt x="4246" y="11865"/>
                  </a:lnTo>
                  <a:lnTo>
                    <a:pt x="4246" y="13239"/>
                  </a:lnTo>
                  <a:lnTo>
                    <a:pt x="4246" y="20607"/>
                  </a:lnTo>
                  <a:lnTo>
                    <a:pt x="0" y="20607"/>
                  </a:lnTo>
                  <a:lnTo>
                    <a:pt x="8618" y="33471"/>
                  </a:lnTo>
                  <a:lnTo>
                    <a:pt x="17235" y="20607"/>
                  </a:lnTo>
                  <a:lnTo>
                    <a:pt x="12989" y="20607"/>
                  </a:lnTo>
                  <a:lnTo>
                    <a:pt x="12989" y="13239"/>
                  </a:lnTo>
                  <a:lnTo>
                    <a:pt x="12989" y="13239"/>
                  </a:lnTo>
                  <a:lnTo>
                    <a:pt x="13114" y="12240"/>
                  </a:lnTo>
                  <a:lnTo>
                    <a:pt x="13488" y="11365"/>
                  </a:lnTo>
                  <a:lnTo>
                    <a:pt x="13863" y="10616"/>
                  </a:lnTo>
                  <a:lnTo>
                    <a:pt x="14487" y="9992"/>
                  </a:lnTo>
                  <a:lnTo>
                    <a:pt x="15112" y="9492"/>
                  </a:lnTo>
                  <a:lnTo>
                    <a:pt x="15861" y="9117"/>
                  </a:lnTo>
                  <a:lnTo>
                    <a:pt x="16611" y="8868"/>
                  </a:lnTo>
                  <a:lnTo>
                    <a:pt x="17360" y="8868"/>
                  </a:lnTo>
                  <a:lnTo>
                    <a:pt x="18234" y="8868"/>
                  </a:lnTo>
                  <a:lnTo>
                    <a:pt x="18983" y="9117"/>
                  </a:lnTo>
                  <a:lnTo>
                    <a:pt x="19733" y="9492"/>
                  </a:lnTo>
                  <a:lnTo>
                    <a:pt x="20357" y="9992"/>
                  </a:lnTo>
                  <a:lnTo>
                    <a:pt x="20982" y="10616"/>
                  </a:lnTo>
                  <a:lnTo>
                    <a:pt x="21356" y="11365"/>
                  </a:lnTo>
                  <a:lnTo>
                    <a:pt x="21731" y="12240"/>
                  </a:lnTo>
                  <a:lnTo>
                    <a:pt x="21856" y="13239"/>
                  </a:lnTo>
                  <a:lnTo>
                    <a:pt x="21856" y="32347"/>
                  </a:lnTo>
                  <a:lnTo>
                    <a:pt x="30598" y="32347"/>
                  </a:lnTo>
                  <a:lnTo>
                    <a:pt x="30598" y="13239"/>
                  </a:lnTo>
                  <a:lnTo>
                    <a:pt x="30598" y="13239"/>
                  </a:lnTo>
                  <a:lnTo>
                    <a:pt x="30598" y="11865"/>
                  </a:lnTo>
                  <a:lnTo>
                    <a:pt x="30349" y="10616"/>
                  </a:lnTo>
                  <a:lnTo>
                    <a:pt x="30099" y="9367"/>
                  </a:lnTo>
                  <a:lnTo>
                    <a:pt x="29599" y="8118"/>
                  </a:lnTo>
                  <a:lnTo>
                    <a:pt x="29100" y="6994"/>
                  </a:lnTo>
                  <a:lnTo>
                    <a:pt x="28350" y="5870"/>
                  </a:lnTo>
                  <a:lnTo>
                    <a:pt x="27601" y="4871"/>
                  </a:lnTo>
                  <a:lnTo>
                    <a:pt x="26727" y="3872"/>
                  </a:lnTo>
                  <a:lnTo>
                    <a:pt x="25852" y="2998"/>
                  </a:lnTo>
                  <a:lnTo>
                    <a:pt x="24853" y="2249"/>
                  </a:lnTo>
                  <a:lnTo>
                    <a:pt x="23729" y="1624"/>
                  </a:lnTo>
                  <a:lnTo>
                    <a:pt x="22605" y="1000"/>
                  </a:lnTo>
                  <a:lnTo>
                    <a:pt x="21356" y="625"/>
                  </a:lnTo>
                  <a:lnTo>
                    <a:pt x="20107" y="250"/>
                  </a:lnTo>
                  <a:lnTo>
                    <a:pt x="18734" y="125"/>
                  </a:lnTo>
                  <a:lnTo>
                    <a:pt x="17360" y="1"/>
                  </a:lnTo>
                  <a:lnTo>
                    <a:pt x="17360"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3"/>
            <p:cNvSpPr/>
            <p:nvPr/>
          </p:nvSpPr>
          <p:spPr>
            <a:xfrm>
              <a:off x="6460800" y="3005775"/>
              <a:ext cx="156125" cy="118675"/>
            </a:xfrm>
            <a:custGeom>
              <a:rect b="b" l="l" r="r" t="t"/>
              <a:pathLst>
                <a:path extrusionOk="0" fill="none" h="4747" w="6245">
                  <a:moveTo>
                    <a:pt x="3123" y="4747"/>
                  </a:moveTo>
                  <a:lnTo>
                    <a:pt x="0" y="1"/>
                  </a:lnTo>
                  <a:lnTo>
                    <a:pt x="6245" y="1"/>
                  </a:lnTo>
                  <a:lnTo>
                    <a:pt x="3123" y="4747"/>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p:nvPr/>
          </p:nvSpPr>
          <p:spPr>
            <a:xfrm>
              <a:off x="6501375" y="2493725"/>
              <a:ext cx="515200" cy="658825"/>
            </a:xfrm>
            <a:custGeom>
              <a:rect b="b" l="l" r="r" t="t"/>
              <a:pathLst>
                <a:path extrusionOk="0" fill="none" h="26353" w="20608">
                  <a:moveTo>
                    <a:pt x="20608" y="26353"/>
                  </a:moveTo>
                  <a:lnTo>
                    <a:pt x="17610" y="26353"/>
                  </a:lnTo>
                  <a:lnTo>
                    <a:pt x="17610" y="10242"/>
                  </a:lnTo>
                  <a:lnTo>
                    <a:pt x="17610" y="10242"/>
                  </a:lnTo>
                  <a:lnTo>
                    <a:pt x="17610" y="9368"/>
                  </a:lnTo>
                  <a:lnTo>
                    <a:pt x="17361" y="8493"/>
                  </a:lnTo>
                  <a:lnTo>
                    <a:pt x="17236" y="7744"/>
                  </a:lnTo>
                  <a:lnTo>
                    <a:pt x="16861" y="6995"/>
                  </a:lnTo>
                  <a:lnTo>
                    <a:pt x="16611" y="6370"/>
                  </a:lnTo>
                  <a:lnTo>
                    <a:pt x="16112" y="5746"/>
                  </a:lnTo>
                  <a:lnTo>
                    <a:pt x="15237" y="4747"/>
                  </a:lnTo>
                  <a:lnTo>
                    <a:pt x="14113" y="3997"/>
                  </a:lnTo>
                  <a:lnTo>
                    <a:pt x="12865" y="3373"/>
                  </a:lnTo>
                  <a:lnTo>
                    <a:pt x="11616" y="2998"/>
                  </a:lnTo>
                  <a:lnTo>
                    <a:pt x="10242" y="2873"/>
                  </a:lnTo>
                  <a:lnTo>
                    <a:pt x="8993" y="2998"/>
                  </a:lnTo>
                  <a:lnTo>
                    <a:pt x="7619" y="3373"/>
                  </a:lnTo>
                  <a:lnTo>
                    <a:pt x="6495" y="3997"/>
                  </a:lnTo>
                  <a:lnTo>
                    <a:pt x="5371" y="4747"/>
                  </a:lnTo>
                  <a:lnTo>
                    <a:pt x="4372" y="5746"/>
                  </a:lnTo>
                  <a:lnTo>
                    <a:pt x="3997" y="6370"/>
                  </a:lnTo>
                  <a:lnTo>
                    <a:pt x="3623" y="6995"/>
                  </a:lnTo>
                  <a:lnTo>
                    <a:pt x="3373" y="7744"/>
                  </a:lnTo>
                  <a:lnTo>
                    <a:pt x="3123" y="8493"/>
                  </a:lnTo>
                  <a:lnTo>
                    <a:pt x="2998" y="9368"/>
                  </a:lnTo>
                  <a:lnTo>
                    <a:pt x="2998" y="10242"/>
                  </a:lnTo>
                  <a:lnTo>
                    <a:pt x="2998" y="17610"/>
                  </a:lnTo>
                  <a:lnTo>
                    <a:pt x="1" y="17610"/>
                  </a:lnTo>
                  <a:lnTo>
                    <a:pt x="1" y="10242"/>
                  </a:lnTo>
                  <a:lnTo>
                    <a:pt x="1" y="10242"/>
                  </a:lnTo>
                  <a:lnTo>
                    <a:pt x="126" y="8993"/>
                  </a:lnTo>
                  <a:lnTo>
                    <a:pt x="375" y="7869"/>
                  </a:lnTo>
                  <a:lnTo>
                    <a:pt x="625" y="6745"/>
                  </a:lnTo>
                  <a:lnTo>
                    <a:pt x="1000" y="5746"/>
                  </a:lnTo>
                  <a:lnTo>
                    <a:pt x="1500" y="4872"/>
                  </a:lnTo>
                  <a:lnTo>
                    <a:pt x="2124" y="3997"/>
                  </a:lnTo>
                  <a:lnTo>
                    <a:pt x="2748" y="3248"/>
                  </a:lnTo>
                  <a:lnTo>
                    <a:pt x="3373" y="2624"/>
                  </a:lnTo>
                  <a:lnTo>
                    <a:pt x="4122" y="1999"/>
                  </a:lnTo>
                  <a:lnTo>
                    <a:pt x="4872" y="1500"/>
                  </a:lnTo>
                  <a:lnTo>
                    <a:pt x="5746" y="1000"/>
                  </a:lnTo>
                  <a:lnTo>
                    <a:pt x="6620" y="625"/>
                  </a:lnTo>
                  <a:lnTo>
                    <a:pt x="7494" y="376"/>
                  </a:lnTo>
                  <a:lnTo>
                    <a:pt x="8369" y="126"/>
                  </a:lnTo>
                  <a:lnTo>
                    <a:pt x="9368" y="1"/>
                  </a:lnTo>
                  <a:lnTo>
                    <a:pt x="10242" y="1"/>
                  </a:lnTo>
                  <a:lnTo>
                    <a:pt x="11241" y="1"/>
                  </a:lnTo>
                  <a:lnTo>
                    <a:pt x="12115" y="126"/>
                  </a:lnTo>
                  <a:lnTo>
                    <a:pt x="13114" y="376"/>
                  </a:lnTo>
                  <a:lnTo>
                    <a:pt x="13989" y="625"/>
                  </a:lnTo>
                  <a:lnTo>
                    <a:pt x="14863" y="1000"/>
                  </a:lnTo>
                  <a:lnTo>
                    <a:pt x="15612" y="1500"/>
                  </a:lnTo>
                  <a:lnTo>
                    <a:pt x="16486" y="1999"/>
                  </a:lnTo>
                  <a:lnTo>
                    <a:pt x="17236" y="2624"/>
                  </a:lnTo>
                  <a:lnTo>
                    <a:pt x="17860" y="3248"/>
                  </a:lnTo>
                  <a:lnTo>
                    <a:pt x="18485" y="3997"/>
                  </a:lnTo>
                  <a:lnTo>
                    <a:pt x="19109" y="4872"/>
                  </a:lnTo>
                  <a:lnTo>
                    <a:pt x="19609" y="5746"/>
                  </a:lnTo>
                  <a:lnTo>
                    <a:pt x="19983" y="6745"/>
                  </a:lnTo>
                  <a:lnTo>
                    <a:pt x="20233" y="7869"/>
                  </a:lnTo>
                  <a:lnTo>
                    <a:pt x="20483" y="8993"/>
                  </a:lnTo>
                  <a:lnTo>
                    <a:pt x="20608" y="10242"/>
                  </a:lnTo>
                  <a:lnTo>
                    <a:pt x="20608" y="26353"/>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
            <p:cNvSpPr/>
            <p:nvPr/>
          </p:nvSpPr>
          <p:spPr>
            <a:xfrm>
              <a:off x="7016550" y="31525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 name="Google Shape;25;p3"/>
          <p:cNvSpPr/>
          <p:nvPr/>
        </p:nvSpPr>
        <p:spPr>
          <a:xfrm rot="5400000">
            <a:off x="-1698856" y="-1889500"/>
            <a:ext cx="3176700" cy="3176700"/>
          </a:xfrm>
          <a:prstGeom prst="blockArc">
            <a:avLst>
              <a:gd fmla="val 1079972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6" name="Shape 26"/>
        <p:cNvGrpSpPr/>
        <p:nvPr/>
      </p:nvGrpSpPr>
      <p:grpSpPr>
        <a:xfrm>
          <a:off x="0" y="0"/>
          <a:ext cx="0" cy="0"/>
          <a:chOff x="0" y="0"/>
          <a:chExt cx="0" cy="0"/>
        </a:xfrm>
      </p:grpSpPr>
      <p:sp>
        <p:nvSpPr>
          <p:cNvPr id="27" name="Google Shape;27;p4"/>
          <p:cNvSpPr txBox="1"/>
          <p:nvPr>
            <p:ph type="title"/>
          </p:nvPr>
        </p:nvSpPr>
        <p:spPr>
          <a:xfrm>
            <a:off x="2202073" y="1568397"/>
            <a:ext cx="20820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lt2"/>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8" name="Google Shape;28;p4"/>
          <p:cNvSpPr txBox="1"/>
          <p:nvPr>
            <p:ph idx="1" type="subTitle"/>
          </p:nvPr>
        </p:nvSpPr>
        <p:spPr>
          <a:xfrm>
            <a:off x="2202073" y="2096098"/>
            <a:ext cx="2082000" cy="525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3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9" name="Google Shape;29;p4"/>
          <p:cNvSpPr txBox="1"/>
          <p:nvPr>
            <p:ph idx="2" type="title"/>
          </p:nvPr>
        </p:nvSpPr>
        <p:spPr>
          <a:xfrm>
            <a:off x="6055425" y="1568397"/>
            <a:ext cx="20820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lt2"/>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0" name="Google Shape;30;p4"/>
          <p:cNvSpPr txBox="1"/>
          <p:nvPr>
            <p:ph idx="3" type="subTitle"/>
          </p:nvPr>
        </p:nvSpPr>
        <p:spPr>
          <a:xfrm>
            <a:off x="6055426" y="2096098"/>
            <a:ext cx="2082000" cy="525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3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 name="Google Shape;31;p4"/>
          <p:cNvSpPr txBox="1"/>
          <p:nvPr>
            <p:ph idx="4" type="title"/>
          </p:nvPr>
        </p:nvSpPr>
        <p:spPr>
          <a:xfrm>
            <a:off x="2202073" y="3044963"/>
            <a:ext cx="20820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lt2"/>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2" name="Google Shape;32;p4"/>
          <p:cNvSpPr txBox="1"/>
          <p:nvPr>
            <p:ph idx="5" type="subTitle"/>
          </p:nvPr>
        </p:nvSpPr>
        <p:spPr>
          <a:xfrm>
            <a:off x="2202073" y="3572675"/>
            <a:ext cx="2082000" cy="525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3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3" name="Google Shape;33;p4"/>
          <p:cNvSpPr txBox="1"/>
          <p:nvPr>
            <p:ph idx="6" type="title"/>
          </p:nvPr>
        </p:nvSpPr>
        <p:spPr>
          <a:xfrm>
            <a:off x="6055425" y="3044963"/>
            <a:ext cx="20820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solidFill>
                  <a:schemeClr val="lt2"/>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4" name="Google Shape;34;p4"/>
          <p:cNvSpPr txBox="1"/>
          <p:nvPr>
            <p:ph idx="7" type="subTitle"/>
          </p:nvPr>
        </p:nvSpPr>
        <p:spPr>
          <a:xfrm>
            <a:off x="6055426" y="3572675"/>
            <a:ext cx="2082000" cy="525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3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5" name="Google Shape;35;p4"/>
          <p:cNvSpPr txBox="1"/>
          <p:nvPr>
            <p:ph idx="8" type="title"/>
          </p:nvPr>
        </p:nvSpPr>
        <p:spPr>
          <a:xfrm>
            <a:off x="1006574" y="1580794"/>
            <a:ext cx="1048200" cy="10482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47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6" name="Google Shape;36;p4"/>
          <p:cNvSpPr txBox="1"/>
          <p:nvPr>
            <p:ph idx="9" type="title"/>
          </p:nvPr>
        </p:nvSpPr>
        <p:spPr>
          <a:xfrm>
            <a:off x="1006574" y="3060294"/>
            <a:ext cx="1048200" cy="10482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47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7" name="Google Shape;37;p4"/>
          <p:cNvSpPr txBox="1"/>
          <p:nvPr>
            <p:ph idx="13" type="title"/>
          </p:nvPr>
        </p:nvSpPr>
        <p:spPr>
          <a:xfrm>
            <a:off x="4856749" y="1580794"/>
            <a:ext cx="1048200" cy="10482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47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8" name="Google Shape;38;p4"/>
          <p:cNvSpPr txBox="1"/>
          <p:nvPr>
            <p:ph idx="14" type="title"/>
          </p:nvPr>
        </p:nvSpPr>
        <p:spPr>
          <a:xfrm>
            <a:off x="4856749" y="3060294"/>
            <a:ext cx="1048200" cy="10482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47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9" name="Google Shape;39;p4"/>
          <p:cNvSpPr txBox="1"/>
          <p:nvPr>
            <p:ph idx="15"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40" name="Google Shape;40;p4"/>
          <p:cNvSpPr/>
          <p:nvPr/>
        </p:nvSpPr>
        <p:spPr>
          <a:xfrm>
            <a:off x="0" y="-7550"/>
            <a:ext cx="1416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
          <p:cNvSpPr/>
          <p:nvPr/>
        </p:nvSpPr>
        <p:spPr>
          <a:xfrm>
            <a:off x="4745000" y="4539800"/>
            <a:ext cx="3176700" cy="3176700"/>
          </a:xfrm>
          <a:prstGeom prst="blockArc">
            <a:avLst>
              <a:gd fmla="val 10799724" name="adj1"/>
              <a:gd fmla="val 0" name="adj2"/>
              <a:gd fmla="val 25000" name="adj3"/>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4"/>
          <p:cNvSpPr/>
          <p:nvPr/>
        </p:nvSpPr>
        <p:spPr>
          <a:xfrm rot="10800000">
            <a:off x="6634250" y="-1914925"/>
            <a:ext cx="3176700" cy="3176700"/>
          </a:xfrm>
          <a:prstGeom prst="blockArc">
            <a:avLst>
              <a:gd fmla="val 10799724" name="adj1"/>
              <a:gd fmla="val 0" name="adj2"/>
              <a:gd fmla="val 25000" name="adj3"/>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2"/>
        </a:solidFill>
      </p:bgPr>
    </p:bg>
    <p:spTree>
      <p:nvGrpSpPr>
        <p:cNvPr id="43" name="Shape 43"/>
        <p:cNvGrpSpPr/>
        <p:nvPr/>
      </p:nvGrpSpPr>
      <p:grpSpPr>
        <a:xfrm>
          <a:off x="0" y="0"/>
          <a:ext cx="0" cy="0"/>
          <a:chOff x="0" y="0"/>
          <a:chExt cx="0" cy="0"/>
        </a:xfrm>
      </p:grpSpPr>
      <p:sp>
        <p:nvSpPr>
          <p:cNvPr id="44" name="Google Shape;44;p5"/>
          <p:cNvSpPr txBox="1"/>
          <p:nvPr>
            <p:ph type="title"/>
          </p:nvPr>
        </p:nvSpPr>
        <p:spPr>
          <a:xfrm>
            <a:off x="1980150" y="1451850"/>
            <a:ext cx="5183700" cy="1729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3400"/>
              <a:buNone/>
              <a:defRPr sz="10000">
                <a:solidFill>
                  <a:schemeClr val="dk2"/>
                </a:solidFill>
              </a:defRPr>
            </a:lvl1pPr>
            <a:lvl2pPr lvl="1" algn="l">
              <a:lnSpc>
                <a:spcPct val="100000"/>
              </a:lnSpc>
              <a:spcBef>
                <a:spcPts val="0"/>
              </a:spcBef>
              <a:spcAft>
                <a:spcPts val="0"/>
              </a:spcAft>
              <a:buClr>
                <a:schemeClr val="dk2"/>
              </a:buClr>
              <a:buSzPts val="3400"/>
              <a:buNone/>
              <a:defRPr>
                <a:solidFill>
                  <a:schemeClr val="dk2"/>
                </a:solidFill>
              </a:defRPr>
            </a:lvl2pPr>
            <a:lvl3pPr lvl="2" algn="l">
              <a:lnSpc>
                <a:spcPct val="100000"/>
              </a:lnSpc>
              <a:spcBef>
                <a:spcPts val="0"/>
              </a:spcBef>
              <a:spcAft>
                <a:spcPts val="0"/>
              </a:spcAft>
              <a:buClr>
                <a:schemeClr val="dk2"/>
              </a:buClr>
              <a:buSzPts val="3400"/>
              <a:buNone/>
              <a:defRPr>
                <a:solidFill>
                  <a:schemeClr val="dk2"/>
                </a:solidFill>
              </a:defRPr>
            </a:lvl3pPr>
            <a:lvl4pPr lvl="3" algn="l">
              <a:lnSpc>
                <a:spcPct val="100000"/>
              </a:lnSpc>
              <a:spcBef>
                <a:spcPts val="0"/>
              </a:spcBef>
              <a:spcAft>
                <a:spcPts val="0"/>
              </a:spcAft>
              <a:buClr>
                <a:schemeClr val="dk2"/>
              </a:buClr>
              <a:buSzPts val="3400"/>
              <a:buNone/>
              <a:defRPr>
                <a:solidFill>
                  <a:schemeClr val="dk2"/>
                </a:solidFill>
              </a:defRPr>
            </a:lvl4pPr>
            <a:lvl5pPr lvl="4" algn="l">
              <a:lnSpc>
                <a:spcPct val="100000"/>
              </a:lnSpc>
              <a:spcBef>
                <a:spcPts val="0"/>
              </a:spcBef>
              <a:spcAft>
                <a:spcPts val="0"/>
              </a:spcAft>
              <a:buClr>
                <a:schemeClr val="dk2"/>
              </a:buClr>
              <a:buSzPts val="3400"/>
              <a:buNone/>
              <a:defRPr>
                <a:solidFill>
                  <a:schemeClr val="dk2"/>
                </a:solidFill>
              </a:defRPr>
            </a:lvl5pPr>
            <a:lvl6pPr lvl="5" algn="l">
              <a:lnSpc>
                <a:spcPct val="100000"/>
              </a:lnSpc>
              <a:spcBef>
                <a:spcPts val="0"/>
              </a:spcBef>
              <a:spcAft>
                <a:spcPts val="0"/>
              </a:spcAft>
              <a:buClr>
                <a:schemeClr val="dk2"/>
              </a:buClr>
              <a:buSzPts val="3400"/>
              <a:buNone/>
              <a:defRPr>
                <a:solidFill>
                  <a:schemeClr val="dk2"/>
                </a:solidFill>
              </a:defRPr>
            </a:lvl6pPr>
            <a:lvl7pPr lvl="6" algn="l">
              <a:lnSpc>
                <a:spcPct val="100000"/>
              </a:lnSpc>
              <a:spcBef>
                <a:spcPts val="0"/>
              </a:spcBef>
              <a:spcAft>
                <a:spcPts val="0"/>
              </a:spcAft>
              <a:buClr>
                <a:schemeClr val="dk2"/>
              </a:buClr>
              <a:buSzPts val="3400"/>
              <a:buNone/>
              <a:defRPr>
                <a:solidFill>
                  <a:schemeClr val="dk2"/>
                </a:solidFill>
              </a:defRPr>
            </a:lvl7pPr>
            <a:lvl8pPr lvl="7" algn="l">
              <a:lnSpc>
                <a:spcPct val="100000"/>
              </a:lnSpc>
              <a:spcBef>
                <a:spcPts val="0"/>
              </a:spcBef>
              <a:spcAft>
                <a:spcPts val="0"/>
              </a:spcAft>
              <a:buClr>
                <a:schemeClr val="dk2"/>
              </a:buClr>
              <a:buSzPts val="3400"/>
              <a:buNone/>
              <a:defRPr>
                <a:solidFill>
                  <a:schemeClr val="dk2"/>
                </a:solidFill>
              </a:defRPr>
            </a:lvl8pPr>
            <a:lvl9pPr lvl="8" algn="l">
              <a:lnSpc>
                <a:spcPct val="100000"/>
              </a:lnSpc>
              <a:spcBef>
                <a:spcPts val="0"/>
              </a:spcBef>
              <a:spcAft>
                <a:spcPts val="0"/>
              </a:spcAft>
              <a:buClr>
                <a:schemeClr val="dk2"/>
              </a:buClr>
              <a:buSzPts val="3400"/>
              <a:buNone/>
              <a:defRPr>
                <a:solidFill>
                  <a:schemeClr val="dk2"/>
                </a:solidFill>
              </a:defRPr>
            </a:lvl9pPr>
          </a:lstStyle>
          <a:p/>
        </p:txBody>
      </p:sp>
      <p:sp>
        <p:nvSpPr>
          <p:cNvPr id="45" name="Google Shape;45;p5"/>
          <p:cNvSpPr txBox="1"/>
          <p:nvPr>
            <p:ph idx="1" type="subTitle"/>
          </p:nvPr>
        </p:nvSpPr>
        <p:spPr>
          <a:xfrm>
            <a:off x="2254100" y="3111700"/>
            <a:ext cx="4635900" cy="64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1400"/>
              <a:buNone/>
              <a:defRPr>
                <a:solidFill>
                  <a:schemeClr val="dk2"/>
                </a:solidFill>
              </a:defRPr>
            </a:lvl1pPr>
            <a:lvl2pPr lvl="1" algn="ctr">
              <a:lnSpc>
                <a:spcPct val="100000"/>
              </a:lnSpc>
              <a:spcBef>
                <a:spcPts val="0"/>
              </a:spcBef>
              <a:spcAft>
                <a:spcPts val="0"/>
              </a:spcAft>
              <a:buClr>
                <a:schemeClr val="dk2"/>
              </a:buClr>
              <a:buSzPts val="1400"/>
              <a:buNone/>
              <a:defRPr>
                <a:solidFill>
                  <a:schemeClr val="dk2"/>
                </a:solidFill>
              </a:defRPr>
            </a:lvl2pPr>
            <a:lvl3pPr lvl="2" algn="ctr">
              <a:lnSpc>
                <a:spcPct val="100000"/>
              </a:lnSpc>
              <a:spcBef>
                <a:spcPts val="1600"/>
              </a:spcBef>
              <a:spcAft>
                <a:spcPts val="0"/>
              </a:spcAft>
              <a:buClr>
                <a:schemeClr val="dk2"/>
              </a:buClr>
              <a:buSzPts val="1400"/>
              <a:buNone/>
              <a:defRPr>
                <a:solidFill>
                  <a:schemeClr val="dk2"/>
                </a:solidFill>
              </a:defRPr>
            </a:lvl3pPr>
            <a:lvl4pPr lvl="3" algn="ctr">
              <a:lnSpc>
                <a:spcPct val="100000"/>
              </a:lnSpc>
              <a:spcBef>
                <a:spcPts val="1600"/>
              </a:spcBef>
              <a:spcAft>
                <a:spcPts val="0"/>
              </a:spcAft>
              <a:buClr>
                <a:schemeClr val="dk2"/>
              </a:buClr>
              <a:buSzPts val="1400"/>
              <a:buNone/>
              <a:defRPr>
                <a:solidFill>
                  <a:schemeClr val="dk2"/>
                </a:solidFill>
              </a:defRPr>
            </a:lvl4pPr>
            <a:lvl5pPr lvl="4" algn="ctr">
              <a:lnSpc>
                <a:spcPct val="100000"/>
              </a:lnSpc>
              <a:spcBef>
                <a:spcPts val="1600"/>
              </a:spcBef>
              <a:spcAft>
                <a:spcPts val="0"/>
              </a:spcAft>
              <a:buClr>
                <a:schemeClr val="dk2"/>
              </a:buClr>
              <a:buSzPts val="1400"/>
              <a:buNone/>
              <a:defRPr>
                <a:solidFill>
                  <a:schemeClr val="dk2"/>
                </a:solidFill>
              </a:defRPr>
            </a:lvl5pPr>
            <a:lvl6pPr lvl="5" algn="ctr">
              <a:lnSpc>
                <a:spcPct val="100000"/>
              </a:lnSpc>
              <a:spcBef>
                <a:spcPts val="1600"/>
              </a:spcBef>
              <a:spcAft>
                <a:spcPts val="0"/>
              </a:spcAft>
              <a:buClr>
                <a:schemeClr val="dk2"/>
              </a:buClr>
              <a:buSzPts val="1400"/>
              <a:buNone/>
              <a:defRPr>
                <a:solidFill>
                  <a:schemeClr val="dk2"/>
                </a:solidFill>
              </a:defRPr>
            </a:lvl6pPr>
            <a:lvl7pPr lvl="6" algn="ctr">
              <a:lnSpc>
                <a:spcPct val="100000"/>
              </a:lnSpc>
              <a:spcBef>
                <a:spcPts val="1600"/>
              </a:spcBef>
              <a:spcAft>
                <a:spcPts val="0"/>
              </a:spcAft>
              <a:buClr>
                <a:schemeClr val="dk2"/>
              </a:buClr>
              <a:buSzPts val="1400"/>
              <a:buNone/>
              <a:defRPr>
                <a:solidFill>
                  <a:schemeClr val="dk2"/>
                </a:solidFill>
              </a:defRPr>
            </a:lvl7pPr>
            <a:lvl8pPr lvl="7" algn="ctr">
              <a:lnSpc>
                <a:spcPct val="100000"/>
              </a:lnSpc>
              <a:spcBef>
                <a:spcPts val="1600"/>
              </a:spcBef>
              <a:spcAft>
                <a:spcPts val="0"/>
              </a:spcAft>
              <a:buClr>
                <a:schemeClr val="dk2"/>
              </a:buClr>
              <a:buSzPts val="1400"/>
              <a:buNone/>
              <a:defRPr>
                <a:solidFill>
                  <a:schemeClr val="dk2"/>
                </a:solidFill>
              </a:defRPr>
            </a:lvl8pPr>
            <a:lvl9pPr lvl="8" algn="ctr">
              <a:lnSpc>
                <a:spcPct val="100000"/>
              </a:lnSpc>
              <a:spcBef>
                <a:spcPts val="1600"/>
              </a:spcBef>
              <a:spcAft>
                <a:spcPts val="1600"/>
              </a:spcAft>
              <a:buClr>
                <a:schemeClr val="dk2"/>
              </a:buClr>
              <a:buSzPts val="1400"/>
              <a:buNone/>
              <a:defRPr>
                <a:solidFill>
                  <a:schemeClr val="dk2"/>
                </a:solidFill>
              </a:defRPr>
            </a:lvl9pPr>
          </a:lstStyle>
          <a:p/>
        </p:txBody>
      </p:sp>
      <p:grpSp>
        <p:nvGrpSpPr>
          <p:cNvPr id="46" name="Google Shape;46;p5"/>
          <p:cNvGrpSpPr/>
          <p:nvPr/>
        </p:nvGrpSpPr>
        <p:grpSpPr>
          <a:xfrm>
            <a:off x="3478113" y="-1078464"/>
            <a:ext cx="2187867" cy="2182473"/>
            <a:chOff x="238125" y="2234600"/>
            <a:chExt cx="1248925" cy="1245775"/>
          </a:xfrm>
        </p:grpSpPr>
        <p:sp>
          <p:nvSpPr>
            <p:cNvPr id="47" name="Google Shape;47;p5"/>
            <p:cNvSpPr/>
            <p:nvPr/>
          </p:nvSpPr>
          <p:spPr>
            <a:xfrm>
              <a:off x="238125" y="2234600"/>
              <a:ext cx="1248925" cy="1245775"/>
            </a:xfrm>
            <a:custGeom>
              <a:rect b="b" l="l" r="r" t="t"/>
              <a:pathLst>
                <a:path extrusionOk="0" h="49831" w="49957">
                  <a:moveTo>
                    <a:pt x="27101" y="3122"/>
                  </a:moveTo>
                  <a:lnTo>
                    <a:pt x="28975" y="3372"/>
                  </a:lnTo>
                  <a:lnTo>
                    <a:pt x="30973" y="3872"/>
                  </a:lnTo>
                  <a:lnTo>
                    <a:pt x="32971" y="4496"/>
                  </a:lnTo>
                  <a:lnTo>
                    <a:pt x="34720" y="5245"/>
                  </a:lnTo>
                  <a:lnTo>
                    <a:pt x="36593" y="6120"/>
                  </a:lnTo>
                  <a:lnTo>
                    <a:pt x="38217" y="7244"/>
                  </a:lnTo>
                  <a:lnTo>
                    <a:pt x="39840" y="8617"/>
                  </a:lnTo>
                  <a:lnTo>
                    <a:pt x="41339" y="9991"/>
                  </a:lnTo>
                  <a:lnTo>
                    <a:pt x="42713" y="11615"/>
                  </a:lnTo>
                  <a:lnTo>
                    <a:pt x="43837" y="13488"/>
                  </a:lnTo>
                  <a:lnTo>
                    <a:pt x="44836" y="15361"/>
                  </a:lnTo>
                  <a:lnTo>
                    <a:pt x="45710" y="17609"/>
                  </a:lnTo>
                  <a:lnTo>
                    <a:pt x="46334" y="19857"/>
                  </a:lnTo>
                  <a:lnTo>
                    <a:pt x="46834" y="22355"/>
                  </a:lnTo>
                  <a:lnTo>
                    <a:pt x="47084" y="24978"/>
                  </a:lnTo>
                  <a:lnTo>
                    <a:pt x="46959" y="27226"/>
                  </a:lnTo>
                  <a:lnTo>
                    <a:pt x="46584" y="29474"/>
                  </a:lnTo>
                  <a:lnTo>
                    <a:pt x="46085" y="31597"/>
                  </a:lnTo>
                  <a:lnTo>
                    <a:pt x="45335" y="33595"/>
                  </a:lnTo>
                  <a:lnTo>
                    <a:pt x="44461" y="35469"/>
                  </a:lnTo>
                  <a:lnTo>
                    <a:pt x="43337" y="37342"/>
                  </a:lnTo>
                  <a:lnTo>
                    <a:pt x="42088" y="38966"/>
                  </a:lnTo>
                  <a:lnTo>
                    <a:pt x="40589" y="40589"/>
                  </a:lnTo>
                  <a:lnTo>
                    <a:pt x="39091" y="41963"/>
                  </a:lnTo>
                  <a:lnTo>
                    <a:pt x="37342" y="43337"/>
                  </a:lnTo>
                  <a:lnTo>
                    <a:pt x="35469" y="44336"/>
                  </a:lnTo>
                  <a:lnTo>
                    <a:pt x="33596" y="45335"/>
                  </a:lnTo>
                  <a:lnTo>
                    <a:pt x="31597" y="46084"/>
                  </a:lnTo>
                  <a:lnTo>
                    <a:pt x="29474" y="46584"/>
                  </a:lnTo>
                  <a:lnTo>
                    <a:pt x="27226" y="46958"/>
                  </a:lnTo>
                  <a:lnTo>
                    <a:pt x="24978" y="47083"/>
                  </a:lnTo>
                  <a:lnTo>
                    <a:pt x="22730" y="46958"/>
                  </a:lnTo>
                  <a:lnTo>
                    <a:pt x="20607" y="46584"/>
                  </a:lnTo>
                  <a:lnTo>
                    <a:pt x="18484" y="46084"/>
                  </a:lnTo>
                  <a:lnTo>
                    <a:pt x="16486" y="45335"/>
                  </a:lnTo>
                  <a:lnTo>
                    <a:pt x="14487" y="44336"/>
                  </a:lnTo>
                  <a:lnTo>
                    <a:pt x="12739" y="43337"/>
                  </a:lnTo>
                  <a:lnTo>
                    <a:pt x="10990" y="41963"/>
                  </a:lnTo>
                  <a:lnTo>
                    <a:pt x="9492" y="40589"/>
                  </a:lnTo>
                  <a:lnTo>
                    <a:pt x="7993" y="38966"/>
                  </a:lnTo>
                  <a:lnTo>
                    <a:pt x="6744" y="37342"/>
                  </a:lnTo>
                  <a:lnTo>
                    <a:pt x="5620" y="35469"/>
                  </a:lnTo>
                  <a:lnTo>
                    <a:pt x="4746" y="33595"/>
                  </a:lnTo>
                  <a:lnTo>
                    <a:pt x="3997" y="31597"/>
                  </a:lnTo>
                  <a:lnTo>
                    <a:pt x="3497" y="29474"/>
                  </a:lnTo>
                  <a:lnTo>
                    <a:pt x="3122" y="27226"/>
                  </a:lnTo>
                  <a:lnTo>
                    <a:pt x="2997" y="24978"/>
                  </a:lnTo>
                  <a:lnTo>
                    <a:pt x="3247" y="22355"/>
                  </a:lnTo>
                  <a:lnTo>
                    <a:pt x="3622" y="19857"/>
                  </a:lnTo>
                  <a:lnTo>
                    <a:pt x="4371" y="17609"/>
                  </a:lnTo>
                  <a:lnTo>
                    <a:pt x="5245" y="15361"/>
                  </a:lnTo>
                  <a:lnTo>
                    <a:pt x="6245" y="13488"/>
                  </a:lnTo>
                  <a:lnTo>
                    <a:pt x="7369" y="11615"/>
                  </a:lnTo>
                  <a:lnTo>
                    <a:pt x="8742" y="9991"/>
                  </a:lnTo>
                  <a:lnTo>
                    <a:pt x="10241" y="8617"/>
                  </a:lnTo>
                  <a:lnTo>
                    <a:pt x="11865" y="7244"/>
                  </a:lnTo>
                  <a:lnTo>
                    <a:pt x="13488" y="6120"/>
                  </a:lnTo>
                  <a:lnTo>
                    <a:pt x="15237" y="5245"/>
                  </a:lnTo>
                  <a:lnTo>
                    <a:pt x="17110" y="4496"/>
                  </a:lnTo>
                  <a:lnTo>
                    <a:pt x="19108" y="3872"/>
                  </a:lnTo>
                  <a:lnTo>
                    <a:pt x="20982" y="3372"/>
                  </a:lnTo>
                  <a:lnTo>
                    <a:pt x="22980" y="3122"/>
                  </a:lnTo>
                  <a:close/>
                  <a:moveTo>
                    <a:pt x="24978" y="0"/>
                  </a:moveTo>
                  <a:lnTo>
                    <a:pt x="22480" y="125"/>
                  </a:lnTo>
                  <a:lnTo>
                    <a:pt x="19983" y="500"/>
                  </a:lnTo>
                  <a:lnTo>
                    <a:pt x="17610" y="1124"/>
                  </a:lnTo>
                  <a:lnTo>
                    <a:pt x="15362" y="1998"/>
                  </a:lnTo>
                  <a:lnTo>
                    <a:pt x="13114" y="2997"/>
                  </a:lnTo>
                  <a:lnTo>
                    <a:pt x="11115" y="4246"/>
                  </a:lnTo>
                  <a:lnTo>
                    <a:pt x="9117" y="5745"/>
                  </a:lnTo>
                  <a:lnTo>
                    <a:pt x="7369" y="7369"/>
                  </a:lnTo>
                  <a:lnTo>
                    <a:pt x="5745" y="9117"/>
                  </a:lnTo>
                  <a:lnTo>
                    <a:pt x="4371" y="10990"/>
                  </a:lnTo>
                  <a:lnTo>
                    <a:pt x="3122" y="13113"/>
                  </a:lnTo>
                  <a:lnTo>
                    <a:pt x="1998" y="15237"/>
                  </a:lnTo>
                  <a:lnTo>
                    <a:pt x="1124" y="17609"/>
                  </a:lnTo>
                  <a:lnTo>
                    <a:pt x="500" y="19982"/>
                  </a:lnTo>
                  <a:lnTo>
                    <a:pt x="125" y="22480"/>
                  </a:lnTo>
                  <a:lnTo>
                    <a:pt x="0" y="24978"/>
                  </a:lnTo>
                  <a:lnTo>
                    <a:pt x="250" y="27975"/>
                  </a:lnTo>
                  <a:lnTo>
                    <a:pt x="874" y="30848"/>
                  </a:lnTo>
                  <a:lnTo>
                    <a:pt x="1499" y="33470"/>
                  </a:lnTo>
                  <a:lnTo>
                    <a:pt x="2498" y="35843"/>
                  </a:lnTo>
                  <a:lnTo>
                    <a:pt x="3622" y="38091"/>
                  </a:lnTo>
                  <a:lnTo>
                    <a:pt x="4996" y="40214"/>
                  </a:lnTo>
                  <a:lnTo>
                    <a:pt x="6494" y="41963"/>
                  </a:lnTo>
                  <a:lnTo>
                    <a:pt x="8243" y="43586"/>
                  </a:lnTo>
                  <a:lnTo>
                    <a:pt x="9991" y="45085"/>
                  </a:lnTo>
                  <a:lnTo>
                    <a:pt x="11990" y="46334"/>
                  </a:lnTo>
                  <a:lnTo>
                    <a:pt x="13988" y="47458"/>
                  </a:lnTo>
                  <a:lnTo>
                    <a:pt x="16111" y="48332"/>
                  </a:lnTo>
                  <a:lnTo>
                    <a:pt x="18234" y="48957"/>
                  </a:lnTo>
                  <a:lnTo>
                    <a:pt x="20482" y="49456"/>
                  </a:lnTo>
                  <a:lnTo>
                    <a:pt x="22730" y="49706"/>
                  </a:lnTo>
                  <a:lnTo>
                    <a:pt x="24978" y="49831"/>
                  </a:lnTo>
                  <a:lnTo>
                    <a:pt x="27351" y="49706"/>
                  </a:lnTo>
                  <a:lnTo>
                    <a:pt x="29599" y="49456"/>
                  </a:lnTo>
                  <a:lnTo>
                    <a:pt x="31847" y="48957"/>
                  </a:lnTo>
                  <a:lnTo>
                    <a:pt x="33970" y="48332"/>
                  </a:lnTo>
                  <a:lnTo>
                    <a:pt x="36093" y="47458"/>
                  </a:lnTo>
                  <a:lnTo>
                    <a:pt x="38092" y="46334"/>
                  </a:lnTo>
                  <a:lnTo>
                    <a:pt x="40090" y="45085"/>
                  </a:lnTo>
                  <a:lnTo>
                    <a:pt x="41838" y="43586"/>
                  </a:lnTo>
                  <a:lnTo>
                    <a:pt x="43462" y="41963"/>
                  </a:lnTo>
                  <a:lnTo>
                    <a:pt x="45086" y="40090"/>
                  </a:lnTo>
                  <a:lnTo>
                    <a:pt x="46334" y="38091"/>
                  </a:lnTo>
                  <a:lnTo>
                    <a:pt x="47583" y="35843"/>
                  </a:lnTo>
                  <a:lnTo>
                    <a:pt x="48458" y="33470"/>
                  </a:lnTo>
                  <a:lnTo>
                    <a:pt x="49207" y="30848"/>
                  </a:lnTo>
                  <a:lnTo>
                    <a:pt x="49707" y="27975"/>
                  </a:lnTo>
                  <a:lnTo>
                    <a:pt x="49956" y="24978"/>
                  </a:lnTo>
                  <a:lnTo>
                    <a:pt x="49831" y="22480"/>
                  </a:lnTo>
                  <a:lnTo>
                    <a:pt x="49457" y="19982"/>
                  </a:lnTo>
                  <a:lnTo>
                    <a:pt x="48832" y="17609"/>
                  </a:lnTo>
                  <a:lnTo>
                    <a:pt x="48083" y="15237"/>
                  </a:lnTo>
                  <a:lnTo>
                    <a:pt x="46959" y="13113"/>
                  </a:lnTo>
                  <a:lnTo>
                    <a:pt x="45710" y="10990"/>
                  </a:lnTo>
                  <a:lnTo>
                    <a:pt x="44336" y="9117"/>
                  </a:lnTo>
                  <a:lnTo>
                    <a:pt x="42713" y="7369"/>
                  </a:lnTo>
                  <a:lnTo>
                    <a:pt x="40964" y="5745"/>
                  </a:lnTo>
                  <a:lnTo>
                    <a:pt x="38966" y="4246"/>
                  </a:lnTo>
                  <a:lnTo>
                    <a:pt x="36968" y="2997"/>
                  </a:lnTo>
                  <a:lnTo>
                    <a:pt x="34720" y="1998"/>
                  </a:lnTo>
                  <a:lnTo>
                    <a:pt x="32472" y="1124"/>
                  </a:lnTo>
                  <a:lnTo>
                    <a:pt x="30099" y="500"/>
                  </a:lnTo>
                  <a:lnTo>
                    <a:pt x="27601" y="125"/>
                  </a:lnTo>
                  <a:lnTo>
                    <a:pt x="2497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5"/>
            <p:cNvSpPr/>
            <p:nvPr/>
          </p:nvSpPr>
          <p:spPr>
            <a:xfrm>
              <a:off x="238125" y="2234600"/>
              <a:ext cx="1248925" cy="1245775"/>
            </a:xfrm>
            <a:custGeom>
              <a:rect b="b" l="l" r="r" t="t"/>
              <a:pathLst>
                <a:path extrusionOk="0" fill="none" h="49831" w="49957">
                  <a:moveTo>
                    <a:pt x="24978" y="0"/>
                  </a:moveTo>
                  <a:lnTo>
                    <a:pt x="24978" y="0"/>
                  </a:lnTo>
                  <a:lnTo>
                    <a:pt x="22480" y="125"/>
                  </a:lnTo>
                  <a:lnTo>
                    <a:pt x="19983" y="500"/>
                  </a:lnTo>
                  <a:lnTo>
                    <a:pt x="17610" y="1124"/>
                  </a:lnTo>
                  <a:lnTo>
                    <a:pt x="15362" y="1998"/>
                  </a:lnTo>
                  <a:lnTo>
                    <a:pt x="13114" y="2997"/>
                  </a:lnTo>
                  <a:lnTo>
                    <a:pt x="11115" y="4246"/>
                  </a:lnTo>
                  <a:lnTo>
                    <a:pt x="9117" y="5745"/>
                  </a:lnTo>
                  <a:lnTo>
                    <a:pt x="7369" y="7369"/>
                  </a:lnTo>
                  <a:lnTo>
                    <a:pt x="5745" y="9117"/>
                  </a:lnTo>
                  <a:lnTo>
                    <a:pt x="4371" y="10990"/>
                  </a:lnTo>
                  <a:lnTo>
                    <a:pt x="3122" y="13113"/>
                  </a:lnTo>
                  <a:lnTo>
                    <a:pt x="1998" y="15237"/>
                  </a:lnTo>
                  <a:lnTo>
                    <a:pt x="1124" y="17609"/>
                  </a:lnTo>
                  <a:lnTo>
                    <a:pt x="500" y="19982"/>
                  </a:lnTo>
                  <a:lnTo>
                    <a:pt x="125" y="22480"/>
                  </a:lnTo>
                  <a:lnTo>
                    <a:pt x="0" y="24978"/>
                  </a:lnTo>
                  <a:lnTo>
                    <a:pt x="0" y="24978"/>
                  </a:lnTo>
                  <a:lnTo>
                    <a:pt x="250" y="27975"/>
                  </a:lnTo>
                  <a:lnTo>
                    <a:pt x="874" y="30848"/>
                  </a:lnTo>
                  <a:lnTo>
                    <a:pt x="1499" y="33470"/>
                  </a:lnTo>
                  <a:lnTo>
                    <a:pt x="2498" y="35843"/>
                  </a:lnTo>
                  <a:lnTo>
                    <a:pt x="3622" y="38091"/>
                  </a:lnTo>
                  <a:lnTo>
                    <a:pt x="4996" y="40214"/>
                  </a:lnTo>
                  <a:lnTo>
                    <a:pt x="6494" y="41963"/>
                  </a:lnTo>
                  <a:lnTo>
                    <a:pt x="8243" y="43586"/>
                  </a:lnTo>
                  <a:lnTo>
                    <a:pt x="9991" y="45085"/>
                  </a:lnTo>
                  <a:lnTo>
                    <a:pt x="11990" y="46334"/>
                  </a:lnTo>
                  <a:lnTo>
                    <a:pt x="13988" y="47458"/>
                  </a:lnTo>
                  <a:lnTo>
                    <a:pt x="16111" y="48332"/>
                  </a:lnTo>
                  <a:lnTo>
                    <a:pt x="18234" y="48957"/>
                  </a:lnTo>
                  <a:lnTo>
                    <a:pt x="20482" y="49456"/>
                  </a:lnTo>
                  <a:lnTo>
                    <a:pt x="22730" y="49706"/>
                  </a:lnTo>
                  <a:lnTo>
                    <a:pt x="24978" y="49831"/>
                  </a:lnTo>
                  <a:lnTo>
                    <a:pt x="27351" y="49706"/>
                  </a:lnTo>
                  <a:lnTo>
                    <a:pt x="29599" y="49456"/>
                  </a:lnTo>
                  <a:lnTo>
                    <a:pt x="31847" y="48957"/>
                  </a:lnTo>
                  <a:lnTo>
                    <a:pt x="33970" y="48332"/>
                  </a:lnTo>
                  <a:lnTo>
                    <a:pt x="36093" y="47458"/>
                  </a:lnTo>
                  <a:lnTo>
                    <a:pt x="38092" y="46334"/>
                  </a:lnTo>
                  <a:lnTo>
                    <a:pt x="40090" y="45085"/>
                  </a:lnTo>
                  <a:lnTo>
                    <a:pt x="41838" y="43586"/>
                  </a:lnTo>
                  <a:lnTo>
                    <a:pt x="43462" y="41963"/>
                  </a:lnTo>
                  <a:lnTo>
                    <a:pt x="45086" y="40090"/>
                  </a:lnTo>
                  <a:lnTo>
                    <a:pt x="46334" y="38091"/>
                  </a:lnTo>
                  <a:lnTo>
                    <a:pt x="47583" y="35843"/>
                  </a:lnTo>
                  <a:lnTo>
                    <a:pt x="48458" y="33470"/>
                  </a:lnTo>
                  <a:lnTo>
                    <a:pt x="49207" y="30848"/>
                  </a:lnTo>
                  <a:lnTo>
                    <a:pt x="49707" y="27975"/>
                  </a:lnTo>
                  <a:lnTo>
                    <a:pt x="49956" y="24978"/>
                  </a:lnTo>
                  <a:lnTo>
                    <a:pt x="49956" y="24978"/>
                  </a:lnTo>
                  <a:lnTo>
                    <a:pt x="49831" y="22480"/>
                  </a:lnTo>
                  <a:lnTo>
                    <a:pt x="49457" y="19982"/>
                  </a:lnTo>
                  <a:lnTo>
                    <a:pt x="48832" y="17609"/>
                  </a:lnTo>
                  <a:lnTo>
                    <a:pt x="48083" y="15237"/>
                  </a:lnTo>
                  <a:lnTo>
                    <a:pt x="46959" y="13113"/>
                  </a:lnTo>
                  <a:lnTo>
                    <a:pt x="45710" y="10990"/>
                  </a:lnTo>
                  <a:lnTo>
                    <a:pt x="44336" y="9117"/>
                  </a:lnTo>
                  <a:lnTo>
                    <a:pt x="42713" y="7369"/>
                  </a:lnTo>
                  <a:lnTo>
                    <a:pt x="40964" y="5745"/>
                  </a:lnTo>
                  <a:lnTo>
                    <a:pt x="38966" y="4246"/>
                  </a:lnTo>
                  <a:lnTo>
                    <a:pt x="36968" y="2997"/>
                  </a:lnTo>
                  <a:lnTo>
                    <a:pt x="34720" y="1998"/>
                  </a:lnTo>
                  <a:lnTo>
                    <a:pt x="32472" y="1124"/>
                  </a:lnTo>
                  <a:lnTo>
                    <a:pt x="30099" y="500"/>
                  </a:lnTo>
                  <a:lnTo>
                    <a:pt x="27601" y="125"/>
                  </a:lnTo>
                  <a:lnTo>
                    <a:pt x="24978" y="0"/>
                  </a:lnTo>
                  <a:lnTo>
                    <a:pt x="24978"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5"/>
            <p:cNvSpPr/>
            <p:nvPr/>
          </p:nvSpPr>
          <p:spPr>
            <a:xfrm>
              <a:off x="313050" y="2312650"/>
              <a:ext cx="1102175" cy="1099050"/>
            </a:xfrm>
            <a:custGeom>
              <a:rect b="b" l="l" r="r" t="t"/>
              <a:pathLst>
                <a:path extrusionOk="0" fill="none" h="43962" w="44087">
                  <a:moveTo>
                    <a:pt x="21981" y="43961"/>
                  </a:moveTo>
                  <a:lnTo>
                    <a:pt x="21981" y="43961"/>
                  </a:lnTo>
                  <a:lnTo>
                    <a:pt x="19733" y="43836"/>
                  </a:lnTo>
                  <a:lnTo>
                    <a:pt x="17610" y="43462"/>
                  </a:lnTo>
                  <a:lnTo>
                    <a:pt x="15487" y="42962"/>
                  </a:lnTo>
                  <a:lnTo>
                    <a:pt x="13489" y="42213"/>
                  </a:lnTo>
                  <a:lnTo>
                    <a:pt x="11490" y="41214"/>
                  </a:lnTo>
                  <a:lnTo>
                    <a:pt x="9742" y="40215"/>
                  </a:lnTo>
                  <a:lnTo>
                    <a:pt x="7993" y="38841"/>
                  </a:lnTo>
                  <a:lnTo>
                    <a:pt x="6495" y="37467"/>
                  </a:lnTo>
                  <a:lnTo>
                    <a:pt x="4996" y="35844"/>
                  </a:lnTo>
                  <a:lnTo>
                    <a:pt x="3747" y="34220"/>
                  </a:lnTo>
                  <a:lnTo>
                    <a:pt x="2623" y="32347"/>
                  </a:lnTo>
                  <a:lnTo>
                    <a:pt x="1749" y="30473"/>
                  </a:lnTo>
                  <a:lnTo>
                    <a:pt x="1000" y="28475"/>
                  </a:lnTo>
                  <a:lnTo>
                    <a:pt x="500" y="26352"/>
                  </a:lnTo>
                  <a:lnTo>
                    <a:pt x="125" y="24104"/>
                  </a:lnTo>
                  <a:lnTo>
                    <a:pt x="0" y="21856"/>
                  </a:lnTo>
                  <a:lnTo>
                    <a:pt x="0" y="21856"/>
                  </a:lnTo>
                  <a:lnTo>
                    <a:pt x="250" y="19233"/>
                  </a:lnTo>
                  <a:lnTo>
                    <a:pt x="625" y="16735"/>
                  </a:lnTo>
                  <a:lnTo>
                    <a:pt x="1374" y="14487"/>
                  </a:lnTo>
                  <a:lnTo>
                    <a:pt x="2248" y="12239"/>
                  </a:lnTo>
                  <a:lnTo>
                    <a:pt x="3248" y="10366"/>
                  </a:lnTo>
                  <a:lnTo>
                    <a:pt x="4372" y="8493"/>
                  </a:lnTo>
                  <a:lnTo>
                    <a:pt x="5745" y="6869"/>
                  </a:lnTo>
                  <a:lnTo>
                    <a:pt x="7244" y="5495"/>
                  </a:lnTo>
                  <a:lnTo>
                    <a:pt x="8868" y="4122"/>
                  </a:lnTo>
                  <a:lnTo>
                    <a:pt x="10491" y="2998"/>
                  </a:lnTo>
                  <a:lnTo>
                    <a:pt x="12240" y="2123"/>
                  </a:lnTo>
                  <a:lnTo>
                    <a:pt x="14113" y="1374"/>
                  </a:lnTo>
                  <a:lnTo>
                    <a:pt x="16111" y="750"/>
                  </a:lnTo>
                  <a:lnTo>
                    <a:pt x="17985" y="250"/>
                  </a:lnTo>
                  <a:lnTo>
                    <a:pt x="19983" y="0"/>
                  </a:lnTo>
                  <a:lnTo>
                    <a:pt x="21981" y="0"/>
                  </a:lnTo>
                  <a:lnTo>
                    <a:pt x="24104" y="0"/>
                  </a:lnTo>
                  <a:lnTo>
                    <a:pt x="25978" y="250"/>
                  </a:lnTo>
                  <a:lnTo>
                    <a:pt x="27976" y="750"/>
                  </a:lnTo>
                  <a:lnTo>
                    <a:pt x="29974" y="1374"/>
                  </a:lnTo>
                  <a:lnTo>
                    <a:pt x="31723" y="2123"/>
                  </a:lnTo>
                  <a:lnTo>
                    <a:pt x="33596" y="2998"/>
                  </a:lnTo>
                  <a:lnTo>
                    <a:pt x="35220" y="4122"/>
                  </a:lnTo>
                  <a:lnTo>
                    <a:pt x="36843" y="5495"/>
                  </a:lnTo>
                  <a:lnTo>
                    <a:pt x="38342" y="6869"/>
                  </a:lnTo>
                  <a:lnTo>
                    <a:pt x="39716" y="8493"/>
                  </a:lnTo>
                  <a:lnTo>
                    <a:pt x="40840" y="10366"/>
                  </a:lnTo>
                  <a:lnTo>
                    <a:pt x="41839" y="12239"/>
                  </a:lnTo>
                  <a:lnTo>
                    <a:pt x="42713" y="14487"/>
                  </a:lnTo>
                  <a:lnTo>
                    <a:pt x="43337" y="16735"/>
                  </a:lnTo>
                  <a:lnTo>
                    <a:pt x="43837" y="19233"/>
                  </a:lnTo>
                  <a:lnTo>
                    <a:pt x="44087" y="21856"/>
                  </a:lnTo>
                  <a:lnTo>
                    <a:pt x="44087" y="21856"/>
                  </a:lnTo>
                  <a:lnTo>
                    <a:pt x="43962" y="24104"/>
                  </a:lnTo>
                  <a:lnTo>
                    <a:pt x="43587" y="26352"/>
                  </a:lnTo>
                  <a:lnTo>
                    <a:pt x="43088" y="28475"/>
                  </a:lnTo>
                  <a:lnTo>
                    <a:pt x="42338" y="30473"/>
                  </a:lnTo>
                  <a:lnTo>
                    <a:pt x="41464" y="32347"/>
                  </a:lnTo>
                  <a:lnTo>
                    <a:pt x="40340" y="34220"/>
                  </a:lnTo>
                  <a:lnTo>
                    <a:pt x="39091" y="35844"/>
                  </a:lnTo>
                  <a:lnTo>
                    <a:pt x="37592" y="37467"/>
                  </a:lnTo>
                  <a:lnTo>
                    <a:pt x="36094" y="38841"/>
                  </a:lnTo>
                  <a:lnTo>
                    <a:pt x="34345" y="40215"/>
                  </a:lnTo>
                  <a:lnTo>
                    <a:pt x="32472" y="41214"/>
                  </a:lnTo>
                  <a:lnTo>
                    <a:pt x="30599" y="42213"/>
                  </a:lnTo>
                  <a:lnTo>
                    <a:pt x="28600" y="42962"/>
                  </a:lnTo>
                  <a:lnTo>
                    <a:pt x="26477" y="43462"/>
                  </a:lnTo>
                  <a:lnTo>
                    <a:pt x="24229" y="43836"/>
                  </a:lnTo>
                  <a:lnTo>
                    <a:pt x="21981" y="43961"/>
                  </a:lnTo>
                  <a:lnTo>
                    <a:pt x="21981" y="4396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5"/>
            <p:cNvSpPr/>
            <p:nvPr/>
          </p:nvSpPr>
          <p:spPr>
            <a:xfrm>
              <a:off x="862575" y="3411675"/>
              <a:ext cx="25" cy="25"/>
            </a:xfrm>
            <a:custGeom>
              <a:rect b="b" l="l" r="r" t="t"/>
              <a:pathLst>
                <a:path extrusionOk="0" fill="none" h="1" w="1">
                  <a:moveTo>
                    <a:pt x="0" y="0"/>
                  </a:moveTo>
                  <a:lnTo>
                    <a:pt x="0"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5"/>
            <p:cNvSpPr/>
            <p:nvPr/>
          </p:nvSpPr>
          <p:spPr>
            <a:xfrm>
              <a:off x="384850" y="2381325"/>
              <a:ext cx="955450" cy="699425"/>
            </a:xfrm>
            <a:custGeom>
              <a:rect b="b" l="l" r="r" t="t"/>
              <a:pathLst>
                <a:path extrusionOk="0" h="27977" w="38218">
                  <a:moveTo>
                    <a:pt x="19109" y="20608"/>
                  </a:moveTo>
                  <a:lnTo>
                    <a:pt x="20108" y="20733"/>
                  </a:lnTo>
                  <a:lnTo>
                    <a:pt x="21107" y="20982"/>
                  </a:lnTo>
                  <a:lnTo>
                    <a:pt x="21982" y="21357"/>
                  </a:lnTo>
                  <a:lnTo>
                    <a:pt x="22731" y="21857"/>
                  </a:lnTo>
                  <a:lnTo>
                    <a:pt x="23480" y="22481"/>
                  </a:lnTo>
                  <a:lnTo>
                    <a:pt x="24105" y="23230"/>
                  </a:lnTo>
                  <a:lnTo>
                    <a:pt x="24479" y="24105"/>
                  </a:lnTo>
                  <a:lnTo>
                    <a:pt x="24854" y="24979"/>
                  </a:lnTo>
                  <a:lnTo>
                    <a:pt x="13489" y="24979"/>
                  </a:lnTo>
                  <a:lnTo>
                    <a:pt x="13739" y="24105"/>
                  </a:lnTo>
                  <a:lnTo>
                    <a:pt x="14238" y="23230"/>
                  </a:lnTo>
                  <a:lnTo>
                    <a:pt x="14863" y="22481"/>
                  </a:lnTo>
                  <a:lnTo>
                    <a:pt x="15487" y="21857"/>
                  </a:lnTo>
                  <a:lnTo>
                    <a:pt x="16362" y="21357"/>
                  </a:lnTo>
                  <a:lnTo>
                    <a:pt x="17236" y="20982"/>
                  </a:lnTo>
                  <a:lnTo>
                    <a:pt x="18110" y="20733"/>
                  </a:lnTo>
                  <a:lnTo>
                    <a:pt x="19109" y="20608"/>
                  </a:lnTo>
                  <a:close/>
                  <a:moveTo>
                    <a:pt x="20608" y="2998"/>
                  </a:moveTo>
                  <a:lnTo>
                    <a:pt x="21982" y="3248"/>
                  </a:lnTo>
                  <a:lnTo>
                    <a:pt x="23231" y="3498"/>
                  </a:lnTo>
                  <a:lnTo>
                    <a:pt x="24479" y="3872"/>
                  </a:lnTo>
                  <a:lnTo>
                    <a:pt x="25603" y="4372"/>
                  </a:lnTo>
                  <a:lnTo>
                    <a:pt x="26852" y="4872"/>
                  </a:lnTo>
                  <a:lnTo>
                    <a:pt x="27852" y="5496"/>
                  </a:lnTo>
                  <a:lnTo>
                    <a:pt x="28976" y="6245"/>
                  </a:lnTo>
                  <a:lnTo>
                    <a:pt x="29850" y="7120"/>
                  </a:lnTo>
                  <a:lnTo>
                    <a:pt x="27976" y="8993"/>
                  </a:lnTo>
                  <a:lnTo>
                    <a:pt x="30100" y="10991"/>
                  </a:lnTo>
                  <a:lnTo>
                    <a:pt x="31848" y="9243"/>
                  </a:lnTo>
                  <a:lnTo>
                    <a:pt x="32597" y="10242"/>
                  </a:lnTo>
                  <a:lnTo>
                    <a:pt x="33222" y="11241"/>
                  </a:lnTo>
                  <a:lnTo>
                    <a:pt x="33846" y="12365"/>
                  </a:lnTo>
                  <a:lnTo>
                    <a:pt x="34346" y="13489"/>
                  </a:lnTo>
                  <a:lnTo>
                    <a:pt x="34720" y="14613"/>
                  </a:lnTo>
                  <a:lnTo>
                    <a:pt x="34970" y="15862"/>
                  </a:lnTo>
                  <a:lnTo>
                    <a:pt x="35220" y="17111"/>
                  </a:lnTo>
                  <a:lnTo>
                    <a:pt x="35345" y="18360"/>
                  </a:lnTo>
                  <a:lnTo>
                    <a:pt x="32348" y="18360"/>
                  </a:lnTo>
                  <a:lnTo>
                    <a:pt x="32348" y="21357"/>
                  </a:lnTo>
                  <a:lnTo>
                    <a:pt x="35220" y="21357"/>
                  </a:lnTo>
                  <a:lnTo>
                    <a:pt x="34845" y="23230"/>
                  </a:lnTo>
                  <a:lnTo>
                    <a:pt x="34221" y="24979"/>
                  </a:lnTo>
                  <a:lnTo>
                    <a:pt x="27852" y="24979"/>
                  </a:lnTo>
                  <a:lnTo>
                    <a:pt x="27602" y="23730"/>
                  </a:lnTo>
                  <a:lnTo>
                    <a:pt x="27102" y="22606"/>
                  </a:lnTo>
                  <a:lnTo>
                    <a:pt x="26353" y="21482"/>
                  </a:lnTo>
                  <a:lnTo>
                    <a:pt x="25603" y="20483"/>
                  </a:lnTo>
                  <a:lnTo>
                    <a:pt x="24729" y="19609"/>
                  </a:lnTo>
                  <a:lnTo>
                    <a:pt x="23605" y="18859"/>
                  </a:lnTo>
                  <a:lnTo>
                    <a:pt x="22481" y="18360"/>
                  </a:lnTo>
                  <a:lnTo>
                    <a:pt x="21232" y="17985"/>
                  </a:lnTo>
                  <a:lnTo>
                    <a:pt x="24979" y="9492"/>
                  </a:lnTo>
                  <a:lnTo>
                    <a:pt x="22231" y="8244"/>
                  </a:lnTo>
                  <a:lnTo>
                    <a:pt x="18110" y="17735"/>
                  </a:lnTo>
                  <a:lnTo>
                    <a:pt x="16736" y="17985"/>
                  </a:lnTo>
                  <a:lnTo>
                    <a:pt x="15362" y="18485"/>
                  </a:lnTo>
                  <a:lnTo>
                    <a:pt x="14238" y="19234"/>
                  </a:lnTo>
                  <a:lnTo>
                    <a:pt x="13114" y="20108"/>
                  </a:lnTo>
                  <a:lnTo>
                    <a:pt x="12115" y="21107"/>
                  </a:lnTo>
                  <a:lnTo>
                    <a:pt x="11366" y="22356"/>
                  </a:lnTo>
                  <a:lnTo>
                    <a:pt x="10866" y="23605"/>
                  </a:lnTo>
                  <a:lnTo>
                    <a:pt x="10492" y="24979"/>
                  </a:lnTo>
                  <a:lnTo>
                    <a:pt x="4122" y="24979"/>
                  </a:lnTo>
                  <a:lnTo>
                    <a:pt x="3498" y="23230"/>
                  </a:lnTo>
                  <a:lnTo>
                    <a:pt x="3123" y="21357"/>
                  </a:lnTo>
                  <a:lnTo>
                    <a:pt x="5996" y="21357"/>
                  </a:lnTo>
                  <a:lnTo>
                    <a:pt x="5996" y="18360"/>
                  </a:lnTo>
                  <a:lnTo>
                    <a:pt x="2998" y="18360"/>
                  </a:lnTo>
                  <a:lnTo>
                    <a:pt x="3123" y="17111"/>
                  </a:lnTo>
                  <a:lnTo>
                    <a:pt x="3373" y="15862"/>
                  </a:lnTo>
                  <a:lnTo>
                    <a:pt x="3623" y="14613"/>
                  </a:lnTo>
                  <a:lnTo>
                    <a:pt x="3997" y="13489"/>
                  </a:lnTo>
                  <a:lnTo>
                    <a:pt x="4497" y="12365"/>
                  </a:lnTo>
                  <a:lnTo>
                    <a:pt x="5121" y="11241"/>
                  </a:lnTo>
                  <a:lnTo>
                    <a:pt x="5746" y="10242"/>
                  </a:lnTo>
                  <a:lnTo>
                    <a:pt x="6370" y="9243"/>
                  </a:lnTo>
                  <a:lnTo>
                    <a:pt x="8244" y="10991"/>
                  </a:lnTo>
                  <a:lnTo>
                    <a:pt x="10367" y="8993"/>
                  </a:lnTo>
                  <a:lnTo>
                    <a:pt x="8369" y="7120"/>
                  </a:lnTo>
                  <a:lnTo>
                    <a:pt x="9368" y="6245"/>
                  </a:lnTo>
                  <a:lnTo>
                    <a:pt x="10492" y="5496"/>
                  </a:lnTo>
                  <a:lnTo>
                    <a:pt x="11491" y="4872"/>
                  </a:lnTo>
                  <a:lnTo>
                    <a:pt x="12615" y="4372"/>
                  </a:lnTo>
                  <a:lnTo>
                    <a:pt x="13864" y="3872"/>
                  </a:lnTo>
                  <a:lnTo>
                    <a:pt x="15113" y="3498"/>
                  </a:lnTo>
                  <a:lnTo>
                    <a:pt x="16362" y="3248"/>
                  </a:lnTo>
                  <a:lnTo>
                    <a:pt x="17735" y="2998"/>
                  </a:lnTo>
                  <a:lnTo>
                    <a:pt x="17735" y="5871"/>
                  </a:lnTo>
                  <a:lnTo>
                    <a:pt x="20608" y="5871"/>
                  </a:lnTo>
                  <a:lnTo>
                    <a:pt x="20608" y="2998"/>
                  </a:lnTo>
                  <a:close/>
                  <a:moveTo>
                    <a:pt x="19109" y="1"/>
                  </a:moveTo>
                  <a:lnTo>
                    <a:pt x="17735" y="126"/>
                  </a:lnTo>
                  <a:lnTo>
                    <a:pt x="16486" y="251"/>
                  </a:lnTo>
                  <a:lnTo>
                    <a:pt x="15113" y="500"/>
                  </a:lnTo>
                  <a:lnTo>
                    <a:pt x="13864" y="750"/>
                  </a:lnTo>
                  <a:lnTo>
                    <a:pt x="12615" y="1125"/>
                  </a:lnTo>
                  <a:lnTo>
                    <a:pt x="11491" y="1624"/>
                  </a:lnTo>
                  <a:lnTo>
                    <a:pt x="10367" y="2124"/>
                  </a:lnTo>
                  <a:lnTo>
                    <a:pt x="9243" y="2748"/>
                  </a:lnTo>
                  <a:lnTo>
                    <a:pt x="8244" y="3373"/>
                  </a:lnTo>
                  <a:lnTo>
                    <a:pt x="7369" y="4122"/>
                  </a:lnTo>
                  <a:lnTo>
                    <a:pt x="6370" y="4996"/>
                  </a:lnTo>
                  <a:lnTo>
                    <a:pt x="5496" y="5746"/>
                  </a:lnTo>
                  <a:lnTo>
                    <a:pt x="3997" y="7619"/>
                  </a:lnTo>
                  <a:lnTo>
                    <a:pt x="2748" y="9617"/>
                  </a:lnTo>
                  <a:lnTo>
                    <a:pt x="1624" y="11740"/>
                  </a:lnTo>
                  <a:lnTo>
                    <a:pt x="875" y="13988"/>
                  </a:lnTo>
                  <a:lnTo>
                    <a:pt x="251" y="16236"/>
                  </a:lnTo>
                  <a:lnTo>
                    <a:pt x="126" y="18609"/>
                  </a:lnTo>
                  <a:lnTo>
                    <a:pt x="1" y="19858"/>
                  </a:lnTo>
                  <a:lnTo>
                    <a:pt x="126" y="20982"/>
                  </a:lnTo>
                  <a:lnTo>
                    <a:pt x="251" y="22231"/>
                  </a:lnTo>
                  <a:lnTo>
                    <a:pt x="500" y="23355"/>
                  </a:lnTo>
                  <a:lnTo>
                    <a:pt x="750" y="24479"/>
                  </a:lnTo>
                  <a:lnTo>
                    <a:pt x="1125" y="25728"/>
                  </a:lnTo>
                  <a:lnTo>
                    <a:pt x="1624" y="26852"/>
                  </a:lnTo>
                  <a:lnTo>
                    <a:pt x="2249" y="27976"/>
                  </a:lnTo>
                  <a:lnTo>
                    <a:pt x="36094" y="27976"/>
                  </a:lnTo>
                  <a:lnTo>
                    <a:pt x="36719" y="26852"/>
                  </a:lnTo>
                  <a:lnTo>
                    <a:pt x="37093" y="25728"/>
                  </a:lnTo>
                  <a:lnTo>
                    <a:pt x="37593" y="24479"/>
                  </a:lnTo>
                  <a:lnTo>
                    <a:pt x="37843" y="23355"/>
                  </a:lnTo>
                  <a:lnTo>
                    <a:pt x="38093" y="22231"/>
                  </a:lnTo>
                  <a:lnTo>
                    <a:pt x="38217" y="20982"/>
                  </a:lnTo>
                  <a:lnTo>
                    <a:pt x="38217" y="19858"/>
                  </a:lnTo>
                  <a:lnTo>
                    <a:pt x="38217" y="18609"/>
                  </a:lnTo>
                  <a:lnTo>
                    <a:pt x="37968" y="16236"/>
                  </a:lnTo>
                  <a:lnTo>
                    <a:pt x="37468" y="13988"/>
                  </a:lnTo>
                  <a:lnTo>
                    <a:pt x="36719" y="11740"/>
                  </a:lnTo>
                  <a:lnTo>
                    <a:pt x="35595" y="9617"/>
                  </a:lnTo>
                  <a:lnTo>
                    <a:pt x="34346" y="7619"/>
                  </a:lnTo>
                  <a:lnTo>
                    <a:pt x="32722" y="5746"/>
                  </a:lnTo>
                  <a:lnTo>
                    <a:pt x="31973" y="4872"/>
                  </a:lnTo>
                  <a:lnTo>
                    <a:pt x="30974" y="4122"/>
                  </a:lnTo>
                  <a:lnTo>
                    <a:pt x="29975" y="3373"/>
                  </a:lnTo>
                  <a:lnTo>
                    <a:pt x="28976" y="2748"/>
                  </a:lnTo>
                  <a:lnTo>
                    <a:pt x="27976" y="2124"/>
                  </a:lnTo>
                  <a:lnTo>
                    <a:pt x="26852" y="1624"/>
                  </a:lnTo>
                  <a:lnTo>
                    <a:pt x="25603" y="1125"/>
                  </a:lnTo>
                  <a:lnTo>
                    <a:pt x="24479" y="750"/>
                  </a:lnTo>
                  <a:lnTo>
                    <a:pt x="23231" y="500"/>
                  </a:lnTo>
                  <a:lnTo>
                    <a:pt x="21857" y="251"/>
                  </a:lnTo>
                  <a:lnTo>
                    <a:pt x="20483" y="126"/>
                  </a:lnTo>
                  <a:lnTo>
                    <a:pt x="1910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5"/>
            <p:cNvSpPr/>
            <p:nvPr/>
          </p:nvSpPr>
          <p:spPr>
            <a:xfrm>
              <a:off x="384850" y="2381325"/>
              <a:ext cx="955450" cy="699425"/>
            </a:xfrm>
            <a:custGeom>
              <a:rect b="b" l="l" r="r" t="t"/>
              <a:pathLst>
                <a:path extrusionOk="0" fill="none" h="27977" w="38218">
                  <a:moveTo>
                    <a:pt x="19109" y="1"/>
                  </a:moveTo>
                  <a:lnTo>
                    <a:pt x="19109" y="1"/>
                  </a:lnTo>
                  <a:lnTo>
                    <a:pt x="17735" y="126"/>
                  </a:lnTo>
                  <a:lnTo>
                    <a:pt x="16486" y="251"/>
                  </a:lnTo>
                  <a:lnTo>
                    <a:pt x="15113" y="500"/>
                  </a:lnTo>
                  <a:lnTo>
                    <a:pt x="13864" y="750"/>
                  </a:lnTo>
                  <a:lnTo>
                    <a:pt x="12615" y="1125"/>
                  </a:lnTo>
                  <a:lnTo>
                    <a:pt x="11491" y="1624"/>
                  </a:lnTo>
                  <a:lnTo>
                    <a:pt x="10367" y="2124"/>
                  </a:lnTo>
                  <a:lnTo>
                    <a:pt x="9243" y="2748"/>
                  </a:lnTo>
                  <a:lnTo>
                    <a:pt x="8244" y="3373"/>
                  </a:lnTo>
                  <a:lnTo>
                    <a:pt x="7369" y="4122"/>
                  </a:lnTo>
                  <a:lnTo>
                    <a:pt x="6370" y="4996"/>
                  </a:lnTo>
                  <a:lnTo>
                    <a:pt x="5496" y="5746"/>
                  </a:lnTo>
                  <a:lnTo>
                    <a:pt x="3997" y="7619"/>
                  </a:lnTo>
                  <a:lnTo>
                    <a:pt x="2748" y="9617"/>
                  </a:lnTo>
                  <a:lnTo>
                    <a:pt x="1624" y="11740"/>
                  </a:lnTo>
                  <a:lnTo>
                    <a:pt x="875" y="13988"/>
                  </a:lnTo>
                  <a:lnTo>
                    <a:pt x="251" y="16236"/>
                  </a:lnTo>
                  <a:lnTo>
                    <a:pt x="126" y="18609"/>
                  </a:lnTo>
                  <a:lnTo>
                    <a:pt x="1" y="19858"/>
                  </a:lnTo>
                  <a:lnTo>
                    <a:pt x="126" y="20982"/>
                  </a:lnTo>
                  <a:lnTo>
                    <a:pt x="251" y="22231"/>
                  </a:lnTo>
                  <a:lnTo>
                    <a:pt x="500" y="23355"/>
                  </a:lnTo>
                  <a:lnTo>
                    <a:pt x="750" y="24479"/>
                  </a:lnTo>
                  <a:lnTo>
                    <a:pt x="1125" y="25728"/>
                  </a:lnTo>
                  <a:lnTo>
                    <a:pt x="1624" y="26852"/>
                  </a:lnTo>
                  <a:lnTo>
                    <a:pt x="2249" y="27976"/>
                  </a:lnTo>
                  <a:lnTo>
                    <a:pt x="36094" y="27976"/>
                  </a:lnTo>
                  <a:lnTo>
                    <a:pt x="36094" y="27976"/>
                  </a:lnTo>
                  <a:lnTo>
                    <a:pt x="36719" y="26852"/>
                  </a:lnTo>
                  <a:lnTo>
                    <a:pt x="37093" y="25728"/>
                  </a:lnTo>
                  <a:lnTo>
                    <a:pt x="37593" y="24479"/>
                  </a:lnTo>
                  <a:lnTo>
                    <a:pt x="37843" y="23355"/>
                  </a:lnTo>
                  <a:lnTo>
                    <a:pt x="38093" y="22231"/>
                  </a:lnTo>
                  <a:lnTo>
                    <a:pt x="38217" y="20982"/>
                  </a:lnTo>
                  <a:lnTo>
                    <a:pt x="38217" y="19858"/>
                  </a:lnTo>
                  <a:lnTo>
                    <a:pt x="38217" y="18609"/>
                  </a:lnTo>
                  <a:lnTo>
                    <a:pt x="37968" y="16236"/>
                  </a:lnTo>
                  <a:lnTo>
                    <a:pt x="37468" y="13988"/>
                  </a:lnTo>
                  <a:lnTo>
                    <a:pt x="36719" y="11740"/>
                  </a:lnTo>
                  <a:lnTo>
                    <a:pt x="35595" y="9617"/>
                  </a:lnTo>
                  <a:lnTo>
                    <a:pt x="34346" y="7619"/>
                  </a:lnTo>
                  <a:lnTo>
                    <a:pt x="32722" y="5746"/>
                  </a:lnTo>
                  <a:lnTo>
                    <a:pt x="31973" y="4872"/>
                  </a:lnTo>
                  <a:lnTo>
                    <a:pt x="30974" y="4122"/>
                  </a:lnTo>
                  <a:lnTo>
                    <a:pt x="29975" y="3373"/>
                  </a:lnTo>
                  <a:lnTo>
                    <a:pt x="28976" y="2748"/>
                  </a:lnTo>
                  <a:lnTo>
                    <a:pt x="27976" y="2124"/>
                  </a:lnTo>
                  <a:lnTo>
                    <a:pt x="26852" y="1624"/>
                  </a:lnTo>
                  <a:lnTo>
                    <a:pt x="25603" y="1125"/>
                  </a:lnTo>
                  <a:lnTo>
                    <a:pt x="24479" y="750"/>
                  </a:lnTo>
                  <a:lnTo>
                    <a:pt x="23231" y="500"/>
                  </a:lnTo>
                  <a:lnTo>
                    <a:pt x="21857" y="251"/>
                  </a:lnTo>
                  <a:lnTo>
                    <a:pt x="20483" y="126"/>
                  </a:lnTo>
                  <a:lnTo>
                    <a:pt x="19109" y="1"/>
                  </a:lnTo>
                  <a:lnTo>
                    <a:pt x="1910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5"/>
            <p:cNvSpPr/>
            <p:nvPr/>
          </p:nvSpPr>
          <p:spPr>
            <a:xfrm>
              <a:off x="722075" y="2896500"/>
              <a:ext cx="284150" cy="109300"/>
            </a:xfrm>
            <a:custGeom>
              <a:rect b="b" l="l" r="r" t="t"/>
              <a:pathLst>
                <a:path extrusionOk="0" fill="none" h="4372" w="11366">
                  <a:moveTo>
                    <a:pt x="5620" y="1"/>
                  </a:moveTo>
                  <a:lnTo>
                    <a:pt x="5620" y="1"/>
                  </a:lnTo>
                  <a:lnTo>
                    <a:pt x="6619" y="126"/>
                  </a:lnTo>
                  <a:lnTo>
                    <a:pt x="7618" y="375"/>
                  </a:lnTo>
                  <a:lnTo>
                    <a:pt x="8493" y="750"/>
                  </a:lnTo>
                  <a:lnTo>
                    <a:pt x="9242" y="1250"/>
                  </a:lnTo>
                  <a:lnTo>
                    <a:pt x="9991" y="1874"/>
                  </a:lnTo>
                  <a:lnTo>
                    <a:pt x="10616" y="2623"/>
                  </a:lnTo>
                  <a:lnTo>
                    <a:pt x="10990" y="3498"/>
                  </a:lnTo>
                  <a:lnTo>
                    <a:pt x="11365" y="4372"/>
                  </a:lnTo>
                  <a:lnTo>
                    <a:pt x="0" y="4372"/>
                  </a:lnTo>
                  <a:lnTo>
                    <a:pt x="0" y="4372"/>
                  </a:lnTo>
                  <a:lnTo>
                    <a:pt x="250" y="3498"/>
                  </a:lnTo>
                  <a:lnTo>
                    <a:pt x="749" y="2623"/>
                  </a:lnTo>
                  <a:lnTo>
                    <a:pt x="1374" y="1874"/>
                  </a:lnTo>
                  <a:lnTo>
                    <a:pt x="1998" y="1250"/>
                  </a:lnTo>
                  <a:lnTo>
                    <a:pt x="2873" y="750"/>
                  </a:lnTo>
                  <a:lnTo>
                    <a:pt x="3747" y="375"/>
                  </a:lnTo>
                  <a:lnTo>
                    <a:pt x="4621" y="126"/>
                  </a:lnTo>
                  <a:lnTo>
                    <a:pt x="5620" y="1"/>
                  </a:lnTo>
                  <a:lnTo>
                    <a:pt x="5620"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5"/>
            <p:cNvSpPr/>
            <p:nvPr/>
          </p:nvSpPr>
          <p:spPr>
            <a:xfrm>
              <a:off x="459800" y="2456275"/>
              <a:ext cx="808675" cy="549525"/>
            </a:xfrm>
            <a:custGeom>
              <a:rect b="b" l="l" r="r" t="t"/>
              <a:pathLst>
                <a:path extrusionOk="0" fill="none" h="21981" w="32347">
                  <a:moveTo>
                    <a:pt x="24854" y="21981"/>
                  </a:moveTo>
                  <a:lnTo>
                    <a:pt x="24854" y="21981"/>
                  </a:lnTo>
                  <a:lnTo>
                    <a:pt x="24604" y="20732"/>
                  </a:lnTo>
                  <a:lnTo>
                    <a:pt x="24104" y="19608"/>
                  </a:lnTo>
                  <a:lnTo>
                    <a:pt x="23355" y="18484"/>
                  </a:lnTo>
                  <a:lnTo>
                    <a:pt x="22605" y="17485"/>
                  </a:lnTo>
                  <a:lnTo>
                    <a:pt x="21731" y="16611"/>
                  </a:lnTo>
                  <a:lnTo>
                    <a:pt x="20607" y="15861"/>
                  </a:lnTo>
                  <a:lnTo>
                    <a:pt x="19483" y="15362"/>
                  </a:lnTo>
                  <a:lnTo>
                    <a:pt x="18234" y="14987"/>
                  </a:lnTo>
                  <a:lnTo>
                    <a:pt x="21981" y="6494"/>
                  </a:lnTo>
                  <a:lnTo>
                    <a:pt x="19233" y="5246"/>
                  </a:lnTo>
                  <a:lnTo>
                    <a:pt x="15112" y="14737"/>
                  </a:lnTo>
                  <a:lnTo>
                    <a:pt x="15112" y="14737"/>
                  </a:lnTo>
                  <a:lnTo>
                    <a:pt x="13738" y="14987"/>
                  </a:lnTo>
                  <a:lnTo>
                    <a:pt x="12364" y="15487"/>
                  </a:lnTo>
                  <a:lnTo>
                    <a:pt x="11240" y="16236"/>
                  </a:lnTo>
                  <a:lnTo>
                    <a:pt x="10116" y="17110"/>
                  </a:lnTo>
                  <a:lnTo>
                    <a:pt x="9117" y="18109"/>
                  </a:lnTo>
                  <a:lnTo>
                    <a:pt x="8368" y="19358"/>
                  </a:lnTo>
                  <a:lnTo>
                    <a:pt x="7868" y="20607"/>
                  </a:lnTo>
                  <a:lnTo>
                    <a:pt x="7494" y="21981"/>
                  </a:lnTo>
                  <a:lnTo>
                    <a:pt x="1124" y="21981"/>
                  </a:lnTo>
                  <a:lnTo>
                    <a:pt x="1124" y="21981"/>
                  </a:lnTo>
                  <a:lnTo>
                    <a:pt x="500" y="20232"/>
                  </a:lnTo>
                  <a:lnTo>
                    <a:pt x="125" y="18359"/>
                  </a:lnTo>
                  <a:lnTo>
                    <a:pt x="2998" y="18359"/>
                  </a:lnTo>
                  <a:lnTo>
                    <a:pt x="2998" y="15362"/>
                  </a:lnTo>
                  <a:lnTo>
                    <a:pt x="0" y="15362"/>
                  </a:lnTo>
                  <a:lnTo>
                    <a:pt x="0" y="15362"/>
                  </a:lnTo>
                  <a:lnTo>
                    <a:pt x="125" y="14113"/>
                  </a:lnTo>
                  <a:lnTo>
                    <a:pt x="375" y="12864"/>
                  </a:lnTo>
                  <a:lnTo>
                    <a:pt x="625" y="11615"/>
                  </a:lnTo>
                  <a:lnTo>
                    <a:pt x="999" y="10491"/>
                  </a:lnTo>
                  <a:lnTo>
                    <a:pt x="1499" y="9367"/>
                  </a:lnTo>
                  <a:lnTo>
                    <a:pt x="2123" y="8243"/>
                  </a:lnTo>
                  <a:lnTo>
                    <a:pt x="2748" y="7244"/>
                  </a:lnTo>
                  <a:lnTo>
                    <a:pt x="3372" y="6245"/>
                  </a:lnTo>
                  <a:lnTo>
                    <a:pt x="5246" y="7993"/>
                  </a:lnTo>
                  <a:lnTo>
                    <a:pt x="7369" y="5995"/>
                  </a:lnTo>
                  <a:lnTo>
                    <a:pt x="5371" y="4122"/>
                  </a:lnTo>
                  <a:lnTo>
                    <a:pt x="5371" y="4122"/>
                  </a:lnTo>
                  <a:lnTo>
                    <a:pt x="6370" y="3247"/>
                  </a:lnTo>
                  <a:lnTo>
                    <a:pt x="7494" y="2498"/>
                  </a:lnTo>
                  <a:lnTo>
                    <a:pt x="8493" y="1874"/>
                  </a:lnTo>
                  <a:lnTo>
                    <a:pt x="9617" y="1374"/>
                  </a:lnTo>
                  <a:lnTo>
                    <a:pt x="10866" y="874"/>
                  </a:lnTo>
                  <a:lnTo>
                    <a:pt x="12115" y="500"/>
                  </a:lnTo>
                  <a:lnTo>
                    <a:pt x="13364" y="250"/>
                  </a:lnTo>
                  <a:lnTo>
                    <a:pt x="14737" y="0"/>
                  </a:lnTo>
                  <a:lnTo>
                    <a:pt x="14737" y="2873"/>
                  </a:lnTo>
                  <a:lnTo>
                    <a:pt x="17610" y="2873"/>
                  </a:lnTo>
                  <a:lnTo>
                    <a:pt x="17610" y="0"/>
                  </a:lnTo>
                  <a:lnTo>
                    <a:pt x="17610" y="0"/>
                  </a:lnTo>
                  <a:lnTo>
                    <a:pt x="18984" y="250"/>
                  </a:lnTo>
                  <a:lnTo>
                    <a:pt x="20233" y="500"/>
                  </a:lnTo>
                  <a:lnTo>
                    <a:pt x="21481" y="874"/>
                  </a:lnTo>
                  <a:lnTo>
                    <a:pt x="22605" y="1374"/>
                  </a:lnTo>
                  <a:lnTo>
                    <a:pt x="23854" y="1874"/>
                  </a:lnTo>
                  <a:lnTo>
                    <a:pt x="24854" y="2498"/>
                  </a:lnTo>
                  <a:lnTo>
                    <a:pt x="25978" y="3247"/>
                  </a:lnTo>
                  <a:lnTo>
                    <a:pt x="26852" y="4122"/>
                  </a:lnTo>
                  <a:lnTo>
                    <a:pt x="24978" y="5995"/>
                  </a:lnTo>
                  <a:lnTo>
                    <a:pt x="27102" y="7993"/>
                  </a:lnTo>
                  <a:lnTo>
                    <a:pt x="28850" y="6245"/>
                  </a:lnTo>
                  <a:lnTo>
                    <a:pt x="28850" y="6245"/>
                  </a:lnTo>
                  <a:lnTo>
                    <a:pt x="29599" y="7244"/>
                  </a:lnTo>
                  <a:lnTo>
                    <a:pt x="30224" y="8243"/>
                  </a:lnTo>
                  <a:lnTo>
                    <a:pt x="30848" y="9367"/>
                  </a:lnTo>
                  <a:lnTo>
                    <a:pt x="31348" y="10491"/>
                  </a:lnTo>
                  <a:lnTo>
                    <a:pt x="31722" y="11615"/>
                  </a:lnTo>
                  <a:lnTo>
                    <a:pt x="31972" y="12864"/>
                  </a:lnTo>
                  <a:lnTo>
                    <a:pt x="32222" y="14113"/>
                  </a:lnTo>
                  <a:lnTo>
                    <a:pt x="32347" y="15362"/>
                  </a:lnTo>
                  <a:lnTo>
                    <a:pt x="29350" y="15362"/>
                  </a:lnTo>
                  <a:lnTo>
                    <a:pt x="29350" y="18359"/>
                  </a:lnTo>
                  <a:lnTo>
                    <a:pt x="32222" y="18359"/>
                  </a:lnTo>
                  <a:lnTo>
                    <a:pt x="32222" y="18359"/>
                  </a:lnTo>
                  <a:lnTo>
                    <a:pt x="31847" y="20232"/>
                  </a:lnTo>
                  <a:lnTo>
                    <a:pt x="31223" y="21981"/>
                  </a:lnTo>
                  <a:lnTo>
                    <a:pt x="24854" y="2198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5"/>
            <p:cNvSpPr/>
            <p:nvPr/>
          </p:nvSpPr>
          <p:spPr>
            <a:xfrm>
              <a:off x="1081125" y="300577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5"/>
            <p:cNvSpPr/>
            <p:nvPr/>
          </p:nvSpPr>
          <p:spPr>
            <a:xfrm>
              <a:off x="644000" y="3190000"/>
              <a:ext cx="402800" cy="74950"/>
            </a:xfrm>
            <a:custGeom>
              <a:rect b="b" l="l" r="r" t="t"/>
              <a:pathLst>
                <a:path extrusionOk="0" h="2998" w="16112">
                  <a:moveTo>
                    <a:pt x="1" y="0"/>
                  </a:moveTo>
                  <a:lnTo>
                    <a:pt x="1" y="2998"/>
                  </a:lnTo>
                  <a:lnTo>
                    <a:pt x="16112" y="2998"/>
                  </a:lnTo>
                  <a:lnTo>
                    <a:pt x="1611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 name="Google Shape;57;p5"/>
          <p:cNvSpPr/>
          <p:nvPr/>
        </p:nvSpPr>
        <p:spPr>
          <a:xfrm rot="10800000">
            <a:off x="-1363250" y="1451856"/>
            <a:ext cx="3176700" cy="3176700"/>
          </a:xfrm>
          <a:prstGeom prst="blockArc">
            <a:avLst>
              <a:gd fmla="val 7833780" name="adj1"/>
              <a:gd fmla="val 0" name="adj2"/>
              <a:gd fmla="val 25000" name="adj3"/>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
          <p:cNvSpPr/>
          <p:nvPr/>
        </p:nvSpPr>
        <p:spPr>
          <a:xfrm rot="-5400000">
            <a:off x="7592050" y="1336800"/>
            <a:ext cx="3176700" cy="3176700"/>
          </a:xfrm>
          <a:prstGeom prst="blockArc">
            <a:avLst>
              <a:gd fmla="val 13275520" name="adj1"/>
              <a:gd fmla="val 0" name="adj2"/>
              <a:gd fmla="val 25000" name="adj3"/>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8">
    <p:spTree>
      <p:nvGrpSpPr>
        <p:cNvPr id="59" name="Shape 59"/>
        <p:cNvGrpSpPr/>
        <p:nvPr/>
      </p:nvGrpSpPr>
      <p:grpSpPr>
        <a:xfrm>
          <a:off x="0" y="0"/>
          <a:ext cx="0" cy="0"/>
          <a:chOff x="0" y="0"/>
          <a:chExt cx="0" cy="0"/>
        </a:xfrm>
      </p:grpSpPr>
      <p:sp>
        <p:nvSpPr>
          <p:cNvPr id="60" name="Google Shape;60;p6"/>
          <p:cNvSpPr txBox="1"/>
          <p:nvPr>
            <p:ph idx="1" type="subTitle"/>
          </p:nvPr>
        </p:nvSpPr>
        <p:spPr>
          <a:xfrm>
            <a:off x="755175" y="3026925"/>
            <a:ext cx="3825600" cy="132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1" name="Google Shape;61;p6"/>
          <p:cNvSpPr txBox="1"/>
          <p:nvPr>
            <p:ph type="title"/>
          </p:nvPr>
        </p:nvSpPr>
        <p:spPr>
          <a:xfrm>
            <a:off x="755225" y="2264350"/>
            <a:ext cx="3825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62" name="Google Shape;62;p6"/>
          <p:cNvSpPr/>
          <p:nvPr/>
        </p:nvSpPr>
        <p:spPr>
          <a:xfrm>
            <a:off x="5399925" y="-7550"/>
            <a:ext cx="3744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6"/>
          <p:cNvGrpSpPr/>
          <p:nvPr/>
        </p:nvGrpSpPr>
        <p:grpSpPr>
          <a:xfrm>
            <a:off x="4578388" y="2166861"/>
            <a:ext cx="2187867" cy="2182473"/>
            <a:chOff x="238125" y="2234600"/>
            <a:chExt cx="1248925" cy="1245775"/>
          </a:xfrm>
        </p:grpSpPr>
        <p:sp>
          <p:nvSpPr>
            <p:cNvPr id="64" name="Google Shape;64;p6"/>
            <p:cNvSpPr/>
            <p:nvPr/>
          </p:nvSpPr>
          <p:spPr>
            <a:xfrm>
              <a:off x="238125" y="2234600"/>
              <a:ext cx="1248925" cy="1245775"/>
            </a:xfrm>
            <a:custGeom>
              <a:rect b="b" l="l" r="r" t="t"/>
              <a:pathLst>
                <a:path extrusionOk="0" h="49831" w="49957">
                  <a:moveTo>
                    <a:pt x="27101" y="3122"/>
                  </a:moveTo>
                  <a:lnTo>
                    <a:pt x="28975" y="3372"/>
                  </a:lnTo>
                  <a:lnTo>
                    <a:pt x="30973" y="3872"/>
                  </a:lnTo>
                  <a:lnTo>
                    <a:pt x="32971" y="4496"/>
                  </a:lnTo>
                  <a:lnTo>
                    <a:pt x="34720" y="5245"/>
                  </a:lnTo>
                  <a:lnTo>
                    <a:pt x="36593" y="6120"/>
                  </a:lnTo>
                  <a:lnTo>
                    <a:pt x="38217" y="7244"/>
                  </a:lnTo>
                  <a:lnTo>
                    <a:pt x="39840" y="8617"/>
                  </a:lnTo>
                  <a:lnTo>
                    <a:pt x="41339" y="9991"/>
                  </a:lnTo>
                  <a:lnTo>
                    <a:pt x="42713" y="11615"/>
                  </a:lnTo>
                  <a:lnTo>
                    <a:pt x="43837" y="13488"/>
                  </a:lnTo>
                  <a:lnTo>
                    <a:pt x="44836" y="15361"/>
                  </a:lnTo>
                  <a:lnTo>
                    <a:pt x="45710" y="17609"/>
                  </a:lnTo>
                  <a:lnTo>
                    <a:pt x="46334" y="19857"/>
                  </a:lnTo>
                  <a:lnTo>
                    <a:pt x="46834" y="22355"/>
                  </a:lnTo>
                  <a:lnTo>
                    <a:pt x="47084" y="24978"/>
                  </a:lnTo>
                  <a:lnTo>
                    <a:pt x="46959" y="27226"/>
                  </a:lnTo>
                  <a:lnTo>
                    <a:pt x="46584" y="29474"/>
                  </a:lnTo>
                  <a:lnTo>
                    <a:pt x="46085" y="31597"/>
                  </a:lnTo>
                  <a:lnTo>
                    <a:pt x="45335" y="33595"/>
                  </a:lnTo>
                  <a:lnTo>
                    <a:pt x="44461" y="35469"/>
                  </a:lnTo>
                  <a:lnTo>
                    <a:pt x="43337" y="37342"/>
                  </a:lnTo>
                  <a:lnTo>
                    <a:pt x="42088" y="38966"/>
                  </a:lnTo>
                  <a:lnTo>
                    <a:pt x="40589" y="40589"/>
                  </a:lnTo>
                  <a:lnTo>
                    <a:pt x="39091" y="41963"/>
                  </a:lnTo>
                  <a:lnTo>
                    <a:pt x="37342" y="43337"/>
                  </a:lnTo>
                  <a:lnTo>
                    <a:pt x="35469" y="44336"/>
                  </a:lnTo>
                  <a:lnTo>
                    <a:pt x="33596" y="45335"/>
                  </a:lnTo>
                  <a:lnTo>
                    <a:pt x="31597" y="46084"/>
                  </a:lnTo>
                  <a:lnTo>
                    <a:pt x="29474" y="46584"/>
                  </a:lnTo>
                  <a:lnTo>
                    <a:pt x="27226" y="46958"/>
                  </a:lnTo>
                  <a:lnTo>
                    <a:pt x="24978" y="47083"/>
                  </a:lnTo>
                  <a:lnTo>
                    <a:pt x="22730" y="46958"/>
                  </a:lnTo>
                  <a:lnTo>
                    <a:pt x="20607" y="46584"/>
                  </a:lnTo>
                  <a:lnTo>
                    <a:pt x="18484" y="46084"/>
                  </a:lnTo>
                  <a:lnTo>
                    <a:pt x="16486" y="45335"/>
                  </a:lnTo>
                  <a:lnTo>
                    <a:pt x="14487" y="44336"/>
                  </a:lnTo>
                  <a:lnTo>
                    <a:pt x="12739" y="43337"/>
                  </a:lnTo>
                  <a:lnTo>
                    <a:pt x="10990" y="41963"/>
                  </a:lnTo>
                  <a:lnTo>
                    <a:pt x="9492" y="40589"/>
                  </a:lnTo>
                  <a:lnTo>
                    <a:pt x="7993" y="38966"/>
                  </a:lnTo>
                  <a:lnTo>
                    <a:pt x="6744" y="37342"/>
                  </a:lnTo>
                  <a:lnTo>
                    <a:pt x="5620" y="35469"/>
                  </a:lnTo>
                  <a:lnTo>
                    <a:pt x="4746" y="33595"/>
                  </a:lnTo>
                  <a:lnTo>
                    <a:pt x="3997" y="31597"/>
                  </a:lnTo>
                  <a:lnTo>
                    <a:pt x="3497" y="29474"/>
                  </a:lnTo>
                  <a:lnTo>
                    <a:pt x="3122" y="27226"/>
                  </a:lnTo>
                  <a:lnTo>
                    <a:pt x="2997" y="24978"/>
                  </a:lnTo>
                  <a:lnTo>
                    <a:pt x="3247" y="22355"/>
                  </a:lnTo>
                  <a:lnTo>
                    <a:pt x="3622" y="19857"/>
                  </a:lnTo>
                  <a:lnTo>
                    <a:pt x="4371" y="17609"/>
                  </a:lnTo>
                  <a:lnTo>
                    <a:pt x="5245" y="15361"/>
                  </a:lnTo>
                  <a:lnTo>
                    <a:pt x="6245" y="13488"/>
                  </a:lnTo>
                  <a:lnTo>
                    <a:pt x="7369" y="11615"/>
                  </a:lnTo>
                  <a:lnTo>
                    <a:pt x="8742" y="9991"/>
                  </a:lnTo>
                  <a:lnTo>
                    <a:pt x="10241" y="8617"/>
                  </a:lnTo>
                  <a:lnTo>
                    <a:pt x="11865" y="7244"/>
                  </a:lnTo>
                  <a:lnTo>
                    <a:pt x="13488" y="6120"/>
                  </a:lnTo>
                  <a:lnTo>
                    <a:pt x="15237" y="5245"/>
                  </a:lnTo>
                  <a:lnTo>
                    <a:pt x="17110" y="4496"/>
                  </a:lnTo>
                  <a:lnTo>
                    <a:pt x="19108" y="3872"/>
                  </a:lnTo>
                  <a:lnTo>
                    <a:pt x="20982" y="3372"/>
                  </a:lnTo>
                  <a:lnTo>
                    <a:pt x="22980" y="3122"/>
                  </a:lnTo>
                  <a:close/>
                  <a:moveTo>
                    <a:pt x="24978" y="0"/>
                  </a:moveTo>
                  <a:lnTo>
                    <a:pt x="22480" y="125"/>
                  </a:lnTo>
                  <a:lnTo>
                    <a:pt x="19983" y="500"/>
                  </a:lnTo>
                  <a:lnTo>
                    <a:pt x="17610" y="1124"/>
                  </a:lnTo>
                  <a:lnTo>
                    <a:pt x="15362" y="1998"/>
                  </a:lnTo>
                  <a:lnTo>
                    <a:pt x="13114" y="2997"/>
                  </a:lnTo>
                  <a:lnTo>
                    <a:pt x="11115" y="4246"/>
                  </a:lnTo>
                  <a:lnTo>
                    <a:pt x="9117" y="5745"/>
                  </a:lnTo>
                  <a:lnTo>
                    <a:pt x="7369" y="7369"/>
                  </a:lnTo>
                  <a:lnTo>
                    <a:pt x="5745" y="9117"/>
                  </a:lnTo>
                  <a:lnTo>
                    <a:pt x="4371" y="10990"/>
                  </a:lnTo>
                  <a:lnTo>
                    <a:pt x="3122" y="13113"/>
                  </a:lnTo>
                  <a:lnTo>
                    <a:pt x="1998" y="15237"/>
                  </a:lnTo>
                  <a:lnTo>
                    <a:pt x="1124" y="17609"/>
                  </a:lnTo>
                  <a:lnTo>
                    <a:pt x="500" y="19982"/>
                  </a:lnTo>
                  <a:lnTo>
                    <a:pt x="125" y="22480"/>
                  </a:lnTo>
                  <a:lnTo>
                    <a:pt x="0" y="24978"/>
                  </a:lnTo>
                  <a:lnTo>
                    <a:pt x="250" y="27975"/>
                  </a:lnTo>
                  <a:lnTo>
                    <a:pt x="874" y="30848"/>
                  </a:lnTo>
                  <a:lnTo>
                    <a:pt x="1499" y="33470"/>
                  </a:lnTo>
                  <a:lnTo>
                    <a:pt x="2498" y="35843"/>
                  </a:lnTo>
                  <a:lnTo>
                    <a:pt x="3622" y="38091"/>
                  </a:lnTo>
                  <a:lnTo>
                    <a:pt x="4996" y="40214"/>
                  </a:lnTo>
                  <a:lnTo>
                    <a:pt x="6494" y="41963"/>
                  </a:lnTo>
                  <a:lnTo>
                    <a:pt x="8243" y="43586"/>
                  </a:lnTo>
                  <a:lnTo>
                    <a:pt x="9991" y="45085"/>
                  </a:lnTo>
                  <a:lnTo>
                    <a:pt x="11990" y="46334"/>
                  </a:lnTo>
                  <a:lnTo>
                    <a:pt x="13988" y="47458"/>
                  </a:lnTo>
                  <a:lnTo>
                    <a:pt x="16111" y="48332"/>
                  </a:lnTo>
                  <a:lnTo>
                    <a:pt x="18234" y="48957"/>
                  </a:lnTo>
                  <a:lnTo>
                    <a:pt x="20482" y="49456"/>
                  </a:lnTo>
                  <a:lnTo>
                    <a:pt x="22730" y="49706"/>
                  </a:lnTo>
                  <a:lnTo>
                    <a:pt x="24978" y="49831"/>
                  </a:lnTo>
                  <a:lnTo>
                    <a:pt x="27351" y="49706"/>
                  </a:lnTo>
                  <a:lnTo>
                    <a:pt x="29599" y="49456"/>
                  </a:lnTo>
                  <a:lnTo>
                    <a:pt x="31847" y="48957"/>
                  </a:lnTo>
                  <a:lnTo>
                    <a:pt x="33970" y="48332"/>
                  </a:lnTo>
                  <a:lnTo>
                    <a:pt x="36093" y="47458"/>
                  </a:lnTo>
                  <a:lnTo>
                    <a:pt x="38092" y="46334"/>
                  </a:lnTo>
                  <a:lnTo>
                    <a:pt x="40090" y="45085"/>
                  </a:lnTo>
                  <a:lnTo>
                    <a:pt x="41838" y="43586"/>
                  </a:lnTo>
                  <a:lnTo>
                    <a:pt x="43462" y="41963"/>
                  </a:lnTo>
                  <a:lnTo>
                    <a:pt x="45086" y="40090"/>
                  </a:lnTo>
                  <a:lnTo>
                    <a:pt x="46334" y="38091"/>
                  </a:lnTo>
                  <a:lnTo>
                    <a:pt x="47583" y="35843"/>
                  </a:lnTo>
                  <a:lnTo>
                    <a:pt x="48458" y="33470"/>
                  </a:lnTo>
                  <a:lnTo>
                    <a:pt x="49207" y="30848"/>
                  </a:lnTo>
                  <a:lnTo>
                    <a:pt x="49707" y="27975"/>
                  </a:lnTo>
                  <a:lnTo>
                    <a:pt x="49956" y="24978"/>
                  </a:lnTo>
                  <a:lnTo>
                    <a:pt x="49831" y="22480"/>
                  </a:lnTo>
                  <a:lnTo>
                    <a:pt x="49457" y="19982"/>
                  </a:lnTo>
                  <a:lnTo>
                    <a:pt x="48832" y="17609"/>
                  </a:lnTo>
                  <a:lnTo>
                    <a:pt x="48083" y="15237"/>
                  </a:lnTo>
                  <a:lnTo>
                    <a:pt x="46959" y="13113"/>
                  </a:lnTo>
                  <a:lnTo>
                    <a:pt x="45710" y="10990"/>
                  </a:lnTo>
                  <a:lnTo>
                    <a:pt x="44336" y="9117"/>
                  </a:lnTo>
                  <a:lnTo>
                    <a:pt x="42713" y="7369"/>
                  </a:lnTo>
                  <a:lnTo>
                    <a:pt x="40964" y="5745"/>
                  </a:lnTo>
                  <a:lnTo>
                    <a:pt x="38966" y="4246"/>
                  </a:lnTo>
                  <a:lnTo>
                    <a:pt x="36968" y="2997"/>
                  </a:lnTo>
                  <a:lnTo>
                    <a:pt x="34720" y="1998"/>
                  </a:lnTo>
                  <a:lnTo>
                    <a:pt x="32472" y="1124"/>
                  </a:lnTo>
                  <a:lnTo>
                    <a:pt x="30099" y="500"/>
                  </a:lnTo>
                  <a:lnTo>
                    <a:pt x="27601" y="125"/>
                  </a:lnTo>
                  <a:lnTo>
                    <a:pt x="2497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6"/>
            <p:cNvSpPr/>
            <p:nvPr/>
          </p:nvSpPr>
          <p:spPr>
            <a:xfrm>
              <a:off x="238125" y="2234600"/>
              <a:ext cx="1248925" cy="1245775"/>
            </a:xfrm>
            <a:custGeom>
              <a:rect b="b" l="l" r="r" t="t"/>
              <a:pathLst>
                <a:path extrusionOk="0" fill="none" h="49831" w="49957">
                  <a:moveTo>
                    <a:pt x="24978" y="0"/>
                  </a:moveTo>
                  <a:lnTo>
                    <a:pt x="24978" y="0"/>
                  </a:lnTo>
                  <a:lnTo>
                    <a:pt x="22480" y="125"/>
                  </a:lnTo>
                  <a:lnTo>
                    <a:pt x="19983" y="500"/>
                  </a:lnTo>
                  <a:lnTo>
                    <a:pt x="17610" y="1124"/>
                  </a:lnTo>
                  <a:lnTo>
                    <a:pt x="15362" y="1998"/>
                  </a:lnTo>
                  <a:lnTo>
                    <a:pt x="13114" y="2997"/>
                  </a:lnTo>
                  <a:lnTo>
                    <a:pt x="11115" y="4246"/>
                  </a:lnTo>
                  <a:lnTo>
                    <a:pt x="9117" y="5745"/>
                  </a:lnTo>
                  <a:lnTo>
                    <a:pt x="7369" y="7369"/>
                  </a:lnTo>
                  <a:lnTo>
                    <a:pt x="5745" y="9117"/>
                  </a:lnTo>
                  <a:lnTo>
                    <a:pt x="4371" y="10990"/>
                  </a:lnTo>
                  <a:lnTo>
                    <a:pt x="3122" y="13113"/>
                  </a:lnTo>
                  <a:lnTo>
                    <a:pt x="1998" y="15237"/>
                  </a:lnTo>
                  <a:lnTo>
                    <a:pt x="1124" y="17609"/>
                  </a:lnTo>
                  <a:lnTo>
                    <a:pt x="500" y="19982"/>
                  </a:lnTo>
                  <a:lnTo>
                    <a:pt x="125" y="22480"/>
                  </a:lnTo>
                  <a:lnTo>
                    <a:pt x="0" y="24978"/>
                  </a:lnTo>
                  <a:lnTo>
                    <a:pt x="0" y="24978"/>
                  </a:lnTo>
                  <a:lnTo>
                    <a:pt x="250" y="27975"/>
                  </a:lnTo>
                  <a:lnTo>
                    <a:pt x="874" y="30848"/>
                  </a:lnTo>
                  <a:lnTo>
                    <a:pt x="1499" y="33470"/>
                  </a:lnTo>
                  <a:lnTo>
                    <a:pt x="2498" y="35843"/>
                  </a:lnTo>
                  <a:lnTo>
                    <a:pt x="3622" y="38091"/>
                  </a:lnTo>
                  <a:lnTo>
                    <a:pt x="4996" y="40214"/>
                  </a:lnTo>
                  <a:lnTo>
                    <a:pt x="6494" y="41963"/>
                  </a:lnTo>
                  <a:lnTo>
                    <a:pt x="8243" y="43586"/>
                  </a:lnTo>
                  <a:lnTo>
                    <a:pt x="9991" y="45085"/>
                  </a:lnTo>
                  <a:lnTo>
                    <a:pt x="11990" y="46334"/>
                  </a:lnTo>
                  <a:lnTo>
                    <a:pt x="13988" y="47458"/>
                  </a:lnTo>
                  <a:lnTo>
                    <a:pt x="16111" y="48332"/>
                  </a:lnTo>
                  <a:lnTo>
                    <a:pt x="18234" y="48957"/>
                  </a:lnTo>
                  <a:lnTo>
                    <a:pt x="20482" y="49456"/>
                  </a:lnTo>
                  <a:lnTo>
                    <a:pt x="22730" y="49706"/>
                  </a:lnTo>
                  <a:lnTo>
                    <a:pt x="24978" y="49831"/>
                  </a:lnTo>
                  <a:lnTo>
                    <a:pt x="27351" y="49706"/>
                  </a:lnTo>
                  <a:lnTo>
                    <a:pt x="29599" y="49456"/>
                  </a:lnTo>
                  <a:lnTo>
                    <a:pt x="31847" y="48957"/>
                  </a:lnTo>
                  <a:lnTo>
                    <a:pt x="33970" y="48332"/>
                  </a:lnTo>
                  <a:lnTo>
                    <a:pt x="36093" y="47458"/>
                  </a:lnTo>
                  <a:lnTo>
                    <a:pt x="38092" y="46334"/>
                  </a:lnTo>
                  <a:lnTo>
                    <a:pt x="40090" y="45085"/>
                  </a:lnTo>
                  <a:lnTo>
                    <a:pt x="41838" y="43586"/>
                  </a:lnTo>
                  <a:lnTo>
                    <a:pt x="43462" y="41963"/>
                  </a:lnTo>
                  <a:lnTo>
                    <a:pt x="45086" y="40090"/>
                  </a:lnTo>
                  <a:lnTo>
                    <a:pt x="46334" y="38091"/>
                  </a:lnTo>
                  <a:lnTo>
                    <a:pt x="47583" y="35843"/>
                  </a:lnTo>
                  <a:lnTo>
                    <a:pt x="48458" y="33470"/>
                  </a:lnTo>
                  <a:lnTo>
                    <a:pt x="49207" y="30848"/>
                  </a:lnTo>
                  <a:lnTo>
                    <a:pt x="49707" y="27975"/>
                  </a:lnTo>
                  <a:lnTo>
                    <a:pt x="49956" y="24978"/>
                  </a:lnTo>
                  <a:lnTo>
                    <a:pt x="49956" y="24978"/>
                  </a:lnTo>
                  <a:lnTo>
                    <a:pt x="49831" y="22480"/>
                  </a:lnTo>
                  <a:lnTo>
                    <a:pt x="49457" y="19982"/>
                  </a:lnTo>
                  <a:lnTo>
                    <a:pt x="48832" y="17609"/>
                  </a:lnTo>
                  <a:lnTo>
                    <a:pt x="48083" y="15237"/>
                  </a:lnTo>
                  <a:lnTo>
                    <a:pt x="46959" y="13113"/>
                  </a:lnTo>
                  <a:lnTo>
                    <a:pt x="45710" y="10990"/>
                  </a:lnTo>
                  <a:lnTo>
                    <a:pt x="44336" y="9117"/>
                  </a:lnTo>
                  <a:lnTo>
                    <a:pt x="42713" y="7369"/>
                  </a:lnTo>
                  <a:lnTo>
                    <a:pt x="40964" y="5745"/>
                  </a:lnTo>
                  <a:lnTo>
                    <a:pt x="38966" y="4246"/>
                  </a:lnTo>
                  <a:lnTo>
                    <a:pt x="36968" y="2997"/>
                  </a:lnTo>
                  <a:lnTo>
                    <a:pt x="34720" y="1998"/>
                  </a:lnTo>
                  <a:lnTo>
                    <a:pt x="32472" y="1124"/>
                  </a:lnTo>
                  <a:lnTo>
                    <a:pt x="30099" y="500"/>
                  </a:lnTo>
                  <a:lnTo>
                    <a:pt x="27601" y="125"/>
                  </a:lnTo>
                  <a:lnTo>
                    <a:pt x="24978" y="0"/>
                  </a:lnTo>
                  <a:lnTo>
                    <a:pt x="24978"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6"/>
            <p:cNvSpPr/>
            <p:nvPr/>
          </p:nvSpPr>
          <p:spPr>
            <a:xfrm>
              <a:off x="313050" y="2312650"/>
              <a:ext cx="1102175" cy="1099050"/>
            </a:xfrm>
            <a:custGeom>
              <a:rect b="b" l="l" r="r" t="t"/>
              <a:pathLst>
                <a:path extrusionOk="0" fill="none" h="43962" w="44087">
                  <a:moveTo>
                    <a:pt x="21981" y="43961"/>
                  </a:moveTo>
                  <a:lnTo>
                    <a:pt x="21981" y="43961"/>
                  </a:lnTo>
                  <a:lnTo>
                    <a:pt x="19733" y="43836"/>
                  </a:lnTo>
                  <a:lnTo>
                    <a:pt x="17610" y="43462"/>
                  </a:lnTo>
                  <a:lnTo>
                    <a:pt x="15487" y="42962"/>
                  </a:lnTo>
                  <a:lnTo>
                    <a:pt x="13489" y="42213"/>
                  </a:lnTo>
                  <a:lnTo>
                    <a:pt x="11490" y="41214"/>
                  </a:lnTo>
                  <a:lnTo>
                    <a:pt x="9742" y="40215"/>
                  </a:lnTo>
                  <a:lnTo>
                    <a:pt x="7993" y="38841"/>
                  </a:lnTo>
                  <a:lnTo>
                    <a:pt x="6495" y="37467"/>
                  </a:lnTo>
                  <a:lnTo>
                    <a:pt x="4996" y="35844"/>
                  </a:lnTo>
                  <a:lnTo>
                    <a:pt x="3747" y="34220"/>
                  </a:lnTo>
                  <a:lnTo>
                    <a:pt x="2623" y="32347"/>
                  </a:lnTo>
                  <a:lnTo>
                    <a:pt x="1749" y="30473"/>
                  </a:lnTo>
                  <a:lnTo>
                    <a:pt x="1000" y="28475"/>
                  </a:lnTo>
                  <a:lnTo>
                    <a:pt x="500" y="26352"/>
                  </a:lnTo>
                  <a:lnTo>
                    <a:pt x="125" y="24104"/>
                  </a:lnTo>
                  <a:lnTo>
                    <a:pt x="0" y="21856"/>
                  </a:lnTo>
                  <a:lnTo>
                    <a:pt x="0" y="21856"/>
                  </a:lnTo>
                  <a:lnTo>
                    <a:pt x="250" y="19233"/>
                  </a:lnTo>
                  <a:lnTo>
                    <a:pt x="625" y="16735"/>
                  </a:lnTo>
                  <a:lnTo>
                    <a:pt x="1374" y="14487"/>
                  </a:lnTo>
                  <a:lnTo>
                    <a:pt x="2248" y="12239"/>
                  </a:lnTo>
                  <a:lnTo>
                    <a:pt x="3248" y="10366"/>
                  </a:lnTo>
                  <a:lnTo>
                    <a:pt x="4372" y="8493"/>
                  </a:lnTo>
                  <a:lnTo>
                    <a:pt x="5745" y="6869"/>
                  </a:lnTo>
                  <a:lnTo>
                    <a:pt x="7244" y="5495"/>
                  </a:lnTo>
                  <a:lnTo>
                    <a:pt x="8868" y="4122"/>
                  </a:lnTo>
                  <a:lnTo>
                    <a:pt x="10491" y="2998"/>
                  </a:lnTo>
                  <a:lnTo>
                    <a:pt x="12240" y="2123"/>
                  </a:lnTo>
                  <a:lnTo>
                    <a:pt x="14113" y="1374"/>
                  </a:lnTo>
                  <a:lnTo>
                    <a:pt x="16111" y="750"/>
                  </a:lnTo>
                  <a:lnTo>
                    <a:pt x="17985" y="250"/>
                  </a:lnTo>
                  <a:lnTo>
                    <a:pt x="19983" y="0"/>
                  </a:lnTo>
                  <a:lnTo>
                    <a:pt x="21981" y="0"/>
                  </a:lnTo>
                  <a:lnTo>
                    <a:pt x="24104" y="0"/>
                  </a:lnTo>
                  <a:lnTo>
                    <a:pt x="25978" y="250"/>
                  </a:lnTo>
                  <a:lnTo>
                    <a:pt x="27976" y="750"/>
                  </a:lnTo>
                  <a:lnTo>
                    <a:pt x="29974" y="1374"/>
                  </a:lnTo>
                  <a:lnTo>
                    <a:pt x="31723" y="2123"/>
                  </a:lnTo>
                  <a:lnTo>
                    <a:pt x="33596" y="2998"/>
                  </a:lnTo>
                  <a:lnTo>
                    <a:pt x="35220" y="4122"/>
                  </a:lnTo>
                  <a:lnTo>
                    <a:pt x="36843" y="5495"/>
                  </a:lnTo>
                  <a:lnTo>
                    <a:pt x="38342" y="6869"/>
                  </a:lnTo>
                  <a:lnTo>
                    <a:pt x="39716" y="8493"/>
                  </a:lnTo>
                  <a:lnTo>
                    <a:pt x="40840" y="10366"/>
                  </a:lnTo>
                  <a:lnTo>
                    <a:pt x="41839" y="12239"/>
                  </a:lnTo>
                  <a:lnTo>
                    <a:pt x="42713" y="14487"/>
                  </a:lnTo>
                  <a:lnTo>
                    <a:pt x="43337" y="16735"/>
                  </a:lnTo>
                  <a:lnTo>
                    <a:pt x="43837" y="19233"/>
                  </a:lnTo>
                  <a:lnTo>
                    <a:pt x="44087" y="21856"/>
                  </a:lnTo>
                  <a:lnTo>
                    <a:pt x="44087" y="21856"/>
                  </a:lnTo>
                  <a:lnTo>
                    <a:pt x="43962" y="24104"/>
                  </a:lnTo>
                  <a:lnTo>
                    <a:pt x="43587" y="26352"/>
                  </a:lnTo>
                  <a:lnTo>
                    <a:pt x="43088" y="28475"/>
                  </a:lnTo>
                  <a:lnTo>
                    <a:pt x="42338" y="30473"/>
                  </a:lnTo>
                  <a:lnTo>
                    <a:pt x="41464" y="32347"/>
                  </a:lnTo>
                  <a:lnTo>
                    <a:pt x="40340" y="34220"/>
                  </a:lnTo>
                  <a:lnTo>
                    <a:pt x="39091" y="35844"/>
                  </a:lnTo>
                  <a:lnTo>
                    <a:pt x="37592" y="37467"/>
                  </a:lnTo>
                  <a:lnTo>
                    <a:pt x="36094" y="38841"/>
                  </a:lnTo>
                  <a:lnTo>
                    <a:pt x="34345" y="40215"/>
                  </a:lnTo>
                  <a:lnTo>
                    <a:pt x="32472" y="41214"/>
                  </a:lnTo>
                  <a:lnTo>
                    <a:pt x="30599" y="42213"/>
                  </a:lnTo>
                  <a:lnTo>
                    <a:pt x="28600" y="42962"/>
                  </a:lnTo>
                  <a:lnTo>
                    <a:pt x="26477" y="43462"/>
                  </a:lnTo>
                  <a:lnTo>
                    <a:pt x="24229" y="43836"/>
                  </a:lnTo>
                  <a:lnTo>
                    <a:pt x="21981" y="43961"/>
                  </a:lnTo>
                  <a:lnTo>
                    <a:pt x="21981" y="4396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
            <p:cNvSpPr/>
            <p:nvPr/>
          </p:nvSpPr>
          <p:spPr>
            <a:xfrm>
              <a:off x="862575" y="3411675"/>
              <a:ext cx="25" cy="25"/>
            </a:xfrm>
            <a:custGeom>
              <a:rect b="b" l="l" r="r" t="t"/>
              <a:pathLst>
                <a:path extrusionOk="0" fill="none" h="1" w="1">
                  <a:moveTo>
                    <a:pt x="0" y="0"/>
                  </a:moveTo>
                  <a:lnTo>
                    <a:pt x="0"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6"/>
            <p:cNvSpPr/>
            <p:nvPr/>
          </p:nvSpPr>
          <p:spPr>
            <a:xfrm>
              <a:off x="384850" y="2381325"/>
              <a:ext cx="955450" cy="699425"/>
            </a:xfrm>
            <a:custGeom>
              <a:rect b="b" l="l" r="r" t="t"/>
              <a:pathLst>
                <a:path extrusionOk="0" h="27977" w="38218">
                  <a:moveTo>
                    <a:pt x="19109" y="20608"/>
                  </a:moveTo>
                  <a:lnTo>
                    <a:pt x="20108" y="20733"/>
                  </a:lnTo>
                  <a:lnTo>
                    <a:pt x="21107" y="20982"/>
                  </a:lnTo>
                  <a:lnTo>
                    <a:pt x="21982" y="21357"/>
                  </a:lnTo>
                  <a:lnTo>
                    <a:pt x="22731" y="21857"/>
                  </a:lnTo>
                  <a:lnTo>
                    <a:pt x="23480" y="22481"/>
                  </a:lnTo>
                  <a:lnTo>
                    <a:pt x="24105" y="23230"/>
                  </a:lnTo>
                  <a:lnTo>
                    <a:pt x="24479" y="24105"/>
                  </a:lnTo>
                  <a:lnTo>
                    <a:pt x="24854" y="24979"/>
                  </a:lnTo>
                  <a:lnTo>
                    <a:pt x="13489" y="24979"/>
                  </a:lnTo>
                  <a:lnTo>
                    <a:pt x="13739" y="24105"/>
                  </a:lnTo>
                  <a:lnTo>
                    <a:pt x="14238" y="23230"/>
                  </a:lnTo>
                  <a:lnTo>
                    <a:pt x="14863" y="22481"/>
                  </a:lnTo>
                  <a:lnTo>
                    <a:pt x="15487" y="21857"/>
                  </a:lnTo>
                  <a:lnTo>
                    <a:pt x="16362" y="21357"/>
                  </a:lnTo>
                  <a:lnTo>
                    <a:pt x="17236" y="20982"/>
                  </a:lnTo>
                  <a:lnTo>
                    <a:pt x="18110" y="20733"/>
                  </a:lnTo>
                  <a:lnTo>
                    <a:pt x="19109" y="20608"/>
                  </a:lnTo>
                  <a:close/>
                  <a:moveTo>
                    <a:pt x="20608" y="2998"/>
                  </a:moveTo>
                  <a:lnTo>
                    <a:pt x="21982" y="3248"/>
                  </a:lnTo>
                  <a:lnTo>
                    <a:pt x="23231" y="3498"/>
                  </a:lnTo>
                  <a:lnTo>
                    <a:pt x="24479" y="3872"/>
                  </a:lnTo>
                  <a:lnTo>
                    <a:pt x="25603" y="4372"/>
                  </a:lnTo>
                  <a:lnTo>
                    <a:pt x="26852" y="4872"/>
                  </a:lnTo>
                  <a:lnTo>
                    <a:pt x="27852" y="5496"/>
                  </a:lnTo>
                  <a:lnTo>
                    <a:pt x="28976" y="6245"/>
                  </a:lnTo>
                  <a:lnTo>
                    <a:pt x="29850" y="7120"/>
                  </a:lnTo>
                  <a:lnTo>
                    <a:pt x="27976" y="8993"/>
                  </a:lnTo>
                  <a:lnTo>
                    <a:pt x="30100" y="10991"/>
                  </a:lnTo>
                  <a:lnTo>
                    <a:pt x="31848" y="9243"/>
                  </a:lnTo>
                  <a:lnTo>
                    <a:pt x="32597" y="10242"/>
                  </a:lnTo>
                  <a:lnTo>
                    <a:pt x="33222" y="11241"/>
                  </a:lnTo>
                  <a:lnTo>
                    <a:pt x="33846" y="12365"/>
                  </a:lnTo>
                  <a:lnTo>
                    <a:pt x="34346" y="13489"/>
                  </a:lnTo>
                  <a:lnTo>
                    <a:pt x="34720" y="14613"/>
                  </a:lnTo>
                  <a:lnTo>
                    <a:pt x="34970" y="15862"/>
                  </a:lnTo>
                  <a:lnTo>
                    <a:pt x="35220" y="17111"/>
                  </a:lnTo>
                  <a:lnTo>
                    <a:pt x="35345" y="18360"/>
                  </a:lnTo>
                  <a:lnTo>
                    <a:pt x="32348" y="18360"/>
                  </a:lnTo>
                  <a:lnTo>
                    <a:pt x="32348" y="21357"/>
                  </a:lnTo>
                  <a:lnTo>
                    <a:pt x="35220" y="21357"/>
                  </a:lnTo>
                  <a:lnTo>
                    <a:pt x="34845" y="23230"/>
                  </a:lnTo>
                  <a:lnTo>
                    <a:pt x="34221" y="24979"/>
                  </a:lnTo>
                  <a:lnTo>
                    <a:pt x="27852" y="24979"/>
                  </a:lnTo>
                  <a:lnTo>
                    <a:pt x="27602" y="23730"/>
                  </a:lnTo>
                  <a:lnTo>
                    <a:pt x="27102" y="22606"/>
                  </a:lnTo>
                  <a:lnTo>
                    <a:pt x="26353" y="21482"/>
                  </a:lnTo>
                  <a:lnTo>
                    <a:pt x="25603" y="20483"/>
                  </a:lnTo>
                  <a:lnTo>
                    <a:pt x="24729" y="19609"/>
                  </a:lnTo>
                  <a:lnTo>
                    <a:pt x="23605" y="18859"/>
                  </a:lnTo>
                  <a:lnTo>
                    <a:pt x="22481" y="18360"/>
                  </a:lnTo>
                  <a:lnTo>
                    <a:pt x="21232" y="17985"/>
                  </a:lnTo>
                  <a:lnTo>
                    <a:pt x="24979" y="9492"/>
                  </a:lnTo>
                  <a:lnTo>
                    <a:pt x="22231" y="8244"/>
                  </a:lnTo>
                  <a:lnTo>
                    <a:pt x="18110" y="17735"/>
                  </a:lnTo>
                  <a:lnTo>
                    <a:pt x="16736" y="17985"/>
                  </a:lnTo>
                  <a:lnTo>
                    <a:pt x="15362" y="18485"/>
                  </a:lnTo>
                  <a:lnTo>
                    <a:pt x="14238" y="19234"/>
                  </a:lnTo>
                  <a:lnTo>
                    <a:pt x="13114" y="20108"/>
                  </a:lnTo>
                  <a:lnTo>
                    <a:pt x="12115" y="21107"/>
                  </a:lnTo>
                  <a:lnTo>
                    <a:pt x="11366" y="22356"/>
                  </a:lnTo>
                  <a:lnTo>
                    <a:pt x="10866" y="23605"/>
                  </a:lnTo>
                  <a:lnTo>
                    <a:pt x="10492" y="24979"/>
                  </a:lnTo>
                  <a:lnTo>
                    <a:pt x="4122" y="24979"/>
                  </a:lnTo>
                  <a:lnTo>
                    <a:pt x="3498" y="23230"/>
                  </a:lnTo>
                  <a:lnTo>
                    <a:pt x="3123" y="21357"/>
                  </a:lnTo>
                  <a:lnTo>
                    <a:pt x="5996" y="21357"/>
                  </a:lnTo>
                  <a:lnTo>
                    <a:pt x="5996" y="18360"/>
                  </a:lnTo>
                  <a:lnTo>
                    <a:pt x="2998" y="18360"/>
                  </a:lnTo>
                  <a:lnTo>
                    <a:pt x="3123" y="17111"/>
                  </a:lnTo>
                  <a:lnTo>
                    <a:pt x="3373" y="15862"/>
                  </a:lnTo>
                  <a:lnTo>
                    <a:pt x="3623" y="14613"/>
                  </a:lnTo>
                  <a:lnTo>
                    <a:pt x="3997" y="13489"/>
                  </a:lnTo>
                  <a:lnTo>
                    <a:pt x="4497" y="12365"/>
                  </a:lnTo>
                  <a:lnTo>
                    <a:pt x="5121" y="11241"/>
                  </a:lnTo>
                  <a:lnTo>
                    <a:pt x="5746" y="10242"/>
                  </a:lnTo>
                  <a:lnTo>
                    <a:pt x="6370" y="9243"/>
                  </a:lnTo>
                  <a:lnTo>
                    <a:pt x="8244" y="10991"/>
                  </a:lnTo>
                  <a:lnTo>
                    <a:pt x="10367" y="8993"/>
                  </a:lnTo>
                  <a:lnTo>
                    <a:pt x="8369" y="7120"/>
                  </a:lnTo>
                  <a:lnTo>
                    <a:pt x="9368" y="6245"/>
                  </a:lnTo>
                  <a:lnTo>
                    <a:pt x="10492" y="5496"/>
                  </a:lnTo>
                  <a:lnTo>
                    <a:pt x="11491" y="4872"/>
                  </a:lnTo>
                  <a:lnTo>
                    <a:pt x="12615" y="4372"/>
                  </a:lnTo>
                  <a:lnTo>
                    <a:pt x="13864" y="3872"/>
                  </a:lnTo>
                  <a:lnTo>
                    <a:pt x="15113" y="3498"/>
                  </a:lnTo>
                  <a:lnTo>
                    <a:pt x="16362" y="3248"/>
                  </a:lnTo>
                  <a:lnTo>
                    <a:pt x="17735" y="2998"/>
                  </a:lnTo>
                  <a:lnTo>
                    <a:pt x="17735" y="5871"/>
                  </a:lnTo>
                  <a:lnTo>
                    <a:pt x="20608" y="5871"/>
                  </a:lnTo>
                  <a:lnTo>
                    <a:pt x="20608" y="2998"/>
                  </a:lnTo>
                  <a:close/>
                  <a:moveTo>
                    <a:pt x="19109" y="1"/>
                  </a:moveTo>
                  <a:lnTo>
                    <a:pt x="17735" y="126"/>
                  </a:lnTo>
                  <a:lnTo>
                    <a:pt x="16486" y="251"/>
                  </a:lnTo>
                  <a:lnTo>
                    <a:pt x="15113" y="500"/>
                  </a:lnTo>
                  <a:lnTo>
                    <a:pt x="13864" y="750"/>
                  </a:lnTo>
                  <a:lnTo>
                    <a:pt x="12615" y="1125"/>
                  </a:lnTo>
                  <a:lnTo>
                    <a:pt x="11491" y="1624"/>
                  </a:lnTo>
                  <a:lnTo>
                    <a:pt x="10367" y="2124"/>
                  </a:lnTo>
                  <a:lnTo>
                    <a:pt x="9243" y="2748"/>
                  </a:lnTo>
                  <a:lnTo>
                    <a:pt x="8244" y="3373"/>
                  </a:lnTo>
                  <a:lnTo>
                    <a:pt x="7369" y="4122"/>
                  </a:lnTo>
                  <a:lnTo>
                    <a:pt x="6370" y="4996"/>
                  </a:lnTo>
                  <a:lnTo>
                    <a:pt x="5496" y="5746"/>
                  </a:lnTo>
                  <a:lnTo>
                    <a:pt x="3997" y="7619"/>
                  </a:lnTo>
                  <a:lnTo>
                    <a:pt x="2748" y="9617"/>
                  </a:lnTo>
                  <a:lnTo>
                    <a:pt x="1624" y="11740"/>
                  </a:lnTo>
                  <a:lnTo>
                    <a:pt x="875" y="13988"/>
                  </a:lnTo>
                  <a:lnTo>
                    <a:pt x="251" y="16236"/>
                  </a:lnTo>
                  <a:lnTo>
                    <a:pt x="126" y="18609"/>
                  </a:lnTo>
                  <a:lnTo>
                    <a:pt x="1" y="19858"/>
                  </a:lnTo>
                  <a:lnTo>
                    <a:pt x="126" y="20982"/>
                  </a:lnTo>
                  <a:lnTo>
                    <a:pt x="251" y="22231"/>
                  </a:lnTo>
                  <a:lnTo>
                    <a:pt x="500" y="23355"/>
                  </a:lnTo>
                  <a:lnTo>
                    <a:pt x="750" y="24479"/>
                  </a:lnTo>
                  <a:lnTo>
                    <a:pt x="1125" y="25728"/>
                  </a:lnTo>
                  <a:lnTo>
                    <a:pt x="1624" y="26852"/>
                  </a:lnTo>
                  <a:lnTo>
                    <a:pt x="2249" y="27976"/>
                  </a:lnTo>
                  <a:lnTo>
                    <a:pt x="36094" y="27976"/>
                  </a:lnTo>
                  <a:lnTo>
                    <a:pt x="36719" y="26852"/>
                  </a:lnTo>
                  <a:lnTo>
                    <a:pt x="37093" y="25728"/>
                  </a:lnTo>
                  <a:lnTo>
                    <a:pt x="37593" y="24479"/>
                  </a:lnTo>
                  <a:lnTo>
                    <a:pt x="37843" y="23355"/>
                  </a:lnTo>
                  <a:lnTo>
                    <a:pt x="38093" y="22231"/>
                  </a:lnTo>
                  <a:lnTo>
                    <a:pt x="38217" y="20982"/>
                  </a:lnTo>
                  <a:lnTo>
                    <a:pt x="38217" y="19858"/>
                  </a:lnTo>
                  <a:lnTo>
                    <a:pt x="38217" y="18609"/>
                  </a:lnTo>
                  <a:lnTo>
                    <a:pt x="37968" y="16236"/>
                  </a:lnTo>
                  <a:lnTo>
                    <a:pt x="37468" y="13988"/>
                  </a:lnTo>
                  <a:lnTo>
                    <a:pt x="36719" y="11740"/>
                  </a:lnTo>
                  <a:lnTo>
                    <a:pt x="35595" y="9617"/>
                  </a:lnTo>
                  <a:lnTo>
                    <a:pt x="34346" y="7619"/>
                  </a:lnTo>
                  <a:lnTo>
                    <a:pt x="32722" y="5746"/>
                  </a:lnTo>
                  <a:lnTo>
                    <a:pt x="31973" y="4872"/>
                  </a:lnTo>
                  <a:lnTo>
                    <a:pt x="30974" y="4122"/>
                  </a:lnTo>
                  <a:lnTo>
                    <a:pt x="29975" y="3373"/>
                  </a:lnTo>
                  <a:lnTo>
                    <a:pt x="28976" y="2748"/>
                  </a:lnTo>
                  <a:lnTo>
                    <a:pt x="27976" y="2124"/>
                  </a:lnTo>
                  <a:lnTo>
                    <a:pt x="26852" y="1624"/>
                  </a:lnTo>
                  <a:lnTo>
                    <a:pt x="25603" y="1125"/>
                  </a:lnTo>
                  <a:lnTo>
                    <a:pt x="24479" y="750"/>
                  </a:lnTo>
                  <a:lnTo>
                    <a:pt x="23231" y="500"/>
                  </a:lnTo>
                  <a:lnTo>
                    <a:pt x="21857" y="251"/>
                  </a:lnTo>
                  <a:lnTo>
                    <a:pt x="20483" y="126"/>
                  </a:lnTo>
                  <a:lnTo>
                    <a:pt x="1910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6"/>
            <p:cNvSpPr/>
            <p:nvPr/>
          </p:nvSpPr>
          <p:spPr>
            <a:xfrm>
              <a:off x="384850" y="2381325"/>
              <a:ext cx="955450" cy="699425"/>
            </a:xfrm>
            <a:custGeom>
              <a:rect b="b" l="l" r="r" t="t"/>
              <a:pathLst>
                <a:path extrusionOk="0" fill="none" h="27977" w="38218">
                  <a:moveTo>
                    <a:pt x="19109" y="1"/>
                  </a:moveTo>
                  <a:lnTo>
                    <a:pt x="19109" y="1"/>
                  </a:lnTo>
                  <a:lnTo>
                    <a:pt x="17735" y="126"/>
                  </a:lnTo>
                  <a:lnTo>
                    <a:pt x="16486" y="251"/>
                  </a:lnTo>
                  <a:lnTo>
                    <a:pt x="15113" y="500"/>
                  </a:lnTo>
                  <a:lnTo>
                    <a:pt x="13864" y="750"/>
                  </a:lnTo>
                  <a:lnTo>
                    <a:pt x="12615" y="1125"/>
                  </a:lnTo>
                  <a:lnTo>
                    <a:pt x="11491" y="1624"/>
                  </a:lnTo>
                  <a:lnTo>
                    <a:pt x="10367" y="2124"/>
                  </a:lnTo>
                  <a:lnTo>
                    <a:pt x="9243" y="2748"/>
                  </a:lnTo>
                  <a:lnTo>
                    <a:pt x="8244" y="3373"/>
                  </a:lnTo>
                  <a:lnTo>
                    <a:pt x="7369" y="4122"/>
                  </a:lnTo>
                  <a:lnTo>
                    <a:pt x="6370" y="4996"/>
                  </a:lnTo>
                  <a:lnTo>
                    <a:pt x="5496" y="5746"/>
                  </a:lnTo>
                  <a:lnTo>
                    <a:pt x="3997" y="7619"/>
                  </a:lnTo>
                  <a:lnTo>
                    <a:pt x="2748" y="9617"/>
                  </a:lnTo>
                  <a:lnTo>
                    <a:pt x="1624" y="11740"/>
                  </a:lnTo>
                  <a:lnTo>
                    <a:pt x="875" y="13988"/>
                  </a:lnTo>
                  <a:lnTo>
                    <a:pt x="251" y="16236"/>
                  </a:lnTo>
                  <a:lnTo>
                    <a:pt x="126" y="18609"/>
                  </a:lnTo>
                  <a:lnTo>
                    <a:pt x="1" y="19858"/>
                  </a:lnTo>
                  <a:lnTo>
                    <a:pt x="126" y="20982"/>
                  </a:lnTo>
                  <a:lnTo>
                    <a:pt x="251" y="22231"/>
                  </a:lnTo>
                  <a:lnTo>
                    <a:pt x="500" y="23355"/>
                  </a:lnTo>
                  <a:lnTo>
                    <a:pt x="750" y="24479"/>
                  </a:lnTo>
                  <a:lnTo>
                    <a:pt x="1125" y="25728"/>
                  </a:lnTo>
                  <a:lnTo>
                    <a:pt x="1624" y="26852"/>
                  </a:lnTo>
                  <a:lnTo>
                    <a:pt x="2249" y="27976"/>
                  </a:lnTo>
                  <a:lnTo>
                    <a:pt x="36094" y="27976"/>
                  </a:lnTo>
                  <a:lnTo>
                    <a:pt x="36094" y="27976"/>
                  </a:lnTo>
                  <a:lnTo>
                    <a:pt x="36719" y="26852"/>
                  </a:lnTo>
                  <a:lnTo>
                    <a:pt x="37093" y="25728"/>
                  </a:lnTo>
                  <a:lnTo>
                    <a:pt x="37593" y="24479"/>
                  </a:lnTo>
                  <a:lnTo>
                    <a:pt x="37843" y="23355"/>
                  </a:lnTo>
                  <a:lnTo>
                    <a:pt x="38093" y="22231"/>
                  </a:lnTo>
                  <a:lnTo>
                    <a:pt x="38217" y="20982"/>
                  </a:lnTo>
                  <a:lnTo>
                    <a:pt x="38217" y="19858"/>
                  </a:lnTo>
                  <a:lnTo>
                    <a:pt x="38217" y="18609"/>
                  </a:lnTo>
                  <a:lnTo>
                    <a:pt x="37968" y="16236"/>
                  </a:lnTo>
                  <a:lnTo>
                    <a:pt x="37468" y="13988"/>
                  </a:lnTo>
                  <a:lnTo>
                    <a:pt x="36719" y="11740"/>
                  </a:lnTo>
                  <a:lnTo>
                    <a:pt x="35595" y="9617"/>
                  </a:lnTo>
                  <a:lnTo>
                    <a:pt x="34346" y="7619"/>
                  </a:lnTo>
                  <a:lnTo>
                    <a:pt x="32722" y="5746"/>
                  </a:lnTo>
                  <a:lnTo>
                    <a:pt x="31973" y="4872"/>
                  </a:lnTo>
                  <a:lnTo>
                    <a:pt x="30974" y="4122"/>
                  </a:lnTo>
                  <a:lnTo>
                    <a:pt x="29975" y="3373"/>
                  </a:lnTo>
                  <a:lnTo>
                    <a:pt x="28976" y="2748"/>
                  </a:lnTo>
                  <a:lnTo>
                    <a:pt x="27976" y="2124"/>
                  </a:lnTo>
                  <a:lnTo>
                    <a:pt x="26852" y="1624"/>
                  </a:lnTo>
                  <a:lnTo>
                    <a:pt x="25603" y="1125"/>
                  </a:lnTo>
                  <a:lnTo>
                    <a:pt x="24479" y="750"/>
                  </a:lnTo>
                  <a:lnTo>
                    <a:pt x="23231" y="500"/>
                  </a:lnTo>
                  <a:lnTo>
                    <a:pt x="21857" y="251"/>
                  </a:lnTo>
                  <a:lnTo>
                    <a:pt x="20483" y="126"/>
                  </a:lnTo>
                  <a:lnTo>
                    <a:pt x="19109" y="1"/>
                  </a:lnTo>
                  <a:lnTo>
                    <a:pt x="1910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6"/>
            <p:cNvSpPr/>
            <p:nvPr/>
          </p:nvSpPr>
          <p:spPr>
            <a:xfrm>
              <a:off x="722075" y="2896500"/>
              <a:ext cx="284150" cy="109300"/>
            </a:xfrm>
            <a:custGeom>
              <a:rect b="b" l="l" r="r" t="t"/>
              <a:pathLst>
                <a:path extrusionOk="0" fill="none" h="4372" w="11366">
                  <a:moveTo>
                    <a:pt x="5620" y="1"/>
                  </a:moveTo>
                  <a:lnTo>
                    <a:pt x="5620" y="1"/>
                  </a:lnTo>
                  <a:lnTo>
                    <a:pt x="6619" y="126"/>
                  </a:lnTo>
                  <a:lnTo>
                    <a:pt x="7618" y="375"/>
                  </a:lnTo>
                  <a:lnTo>
                    <a:pt x="8493" y="750"/>
                  </a:lnTo>
                  <a:lnTo>
                    <a:pt x="9242" y="1250"/>
                  </a:lnTo>
                  <a:lnTo>
                    <a:pt x="9991" y="1874"/>
                  </a:lnTo>
                  <a:lnTo>
                    <a:pt x="10616" y="2623"/>
                  </a:lnTo>
                  <a:lnTo>
                    <a:pt x="10990" y="3498"/>
                  </a:lnTo>
                  <a:lnTo>
                    <a:pt x="11365" y="4372"/>
                  </a:lnTo>
                  <a:lnTo>
                    <a:pt x="0" y="4372"/>
                  </a:lnTo>
                  <a:lnTo>
                    <a:pt x="0" y="4372"/>
                  </a:lnTo>
                  <a:lnTo>
                    <a:pt x="250" y="3498"/>
                  </a:lnTo>
                  <a:lnTo>
                    <a:pt x="749" y="2623"/>
                  </a:lnTo>
                  <a:lnTo>
                    <a:pt x="1374" y="1874"/>
                  </a:lnTo>
                  <a:lnTo>
                    <a:pt x="1998" y="1250"/>
                  </a:lnTo>
                  <a:lnTo>
                    <a:pt x="2873" y="750"/>
                  </a:lnTo>
                  <a:lnTo>
                    <a:pt x="3747" y="375"/>
                  </a:lnTo>
                  <a:lnTo>
                    <a:pt x="4621" y="126"/>
                  </a:lnTo>
                  <a:lnTo>
                    <a:pt x="5620" y="1"/>
                  </a:lnTo>
                  <a:lnTo>
                    <a:pt x="5620"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6"/>
            <p:cNvSpPr/>
            <p:nvPr/>
          </p:nvSpPr>
          <p:spPr>
            <a:xfrm>
              <a:off x="459800" y="2456275"/>
              <a:ext cx="808675" cy="549525"/>
            </a:xfrm>
            <a:custGeom>
              <a:rect b="b" l="l" r="r" t="t"/>
              <a:pathLst>
                <a:path extrusionOk="0" fill="none" h="21981" w="32347">
                  <a:moveTo>
                    <a:pt x="24854" y="21981"/>
                  </a:moveTo>
                  <a:lnTo>
                    <a:pt x="24854" y="21981"/>
                  </a:lnTo>
                  <a:lnTo>
                    <a:pt x="24604" y="20732"/>
                  </a:lnTo>
                  <a:lnTo>
                    <a:pt x="24104" y="19608"/>
                  </a:lnTo>
                  <a:lnTo>
                    <a:pt x="23355" y="18484"/>
                  </a:lnTo>
                  <a:lnTo>
                    <a:pt x="22605" y="17485"/>
                  </a:lnTo>
                  <a:lnTo>
                    <a:pt x="21731" y="16611"/>
                  </a:lnTo>
                  <a:lnTo>
                    <a:pt x="20607" y="15861"/>
                  </a:lnTo>
                  <a:lnTo>
                    <a:pt x="19483" y="15362"/>
                  </a:lnTo>
                  <a:lnTo>
                    <a:pt x="18234" y="14987"/>
                  </a:lnTo>
                  <a:lnTo>
                    <a:pt x="21981" y="6494"/>
                  </a:lnTo>
                  <a:lnTo>
                    <a:pt x="19233" y="5246"/>
                  </a:lnTo>
                  <a:lnTo>
                    <a:pt x="15112" y="14737"/>
                  </a:lnTo>
                  <a:lnTo>
                    <a:pt x="15112" y="14737"/>
                  </a:lnTo>
                  <a:lnTo>
                    <a:pt x="13738" y="14987"/>
                  </a:lnTo>
                  <a:lnTo>
                    <a:pt x="12364" y="15487"/>
                  </a:lnTo>
                  <a:lnTo>
                    <a:pt x="11240" y="16236"/>
                  </a:lnTo>
                  <a:lnTo>
                    <a:pt x="10116" y="17110"/>
                  </a:lnTo>
                  <a:lnTo>
                    <a:pt x="9117" y="18109"/>
                  </a:lnTo>
                  <a:lnTo>
                    <a:pt x="8368" y="19358"/>
                  </a:lnTo>
                  <a:lnTo>
                    <a:pt x="7868" y="20607"/>
                  </a:lnTo>
                  <a:lnTo>
                    <a:pt x="7494" y="21981"/>
                  </a:lnTo>
                  <a:lnTo>
                    <a:pt x="1124" y="21981"/>
                  </a:lnTo>
                  <a:lnTo>
                    <a:pt x="1124" y="21981"/>
                  </a:lnTo>
                  <a:lnTo>
                    <a:pt x="500" y="20232"/>
                  </a:lnTo>
                  <a:lnTo>
                    <a:pt x="125" y="18359"/>
                  </a:lnTo>
                  <a:lnTo>
                    <a:pt x="2998" y="18359"/>
                  </a:lnTo>
                  <a:lnTo>
                    <a:pt x="2998" y="15362"/>
                  </a:lnTo>
                  <a:lnTo>
                    <a:pt x="0" y="15362"/>
                  </a:lnTo>
                  <a:lnTo>
                    <a:pt x="0" y="15362"/>
                  </a:lnTo>
                  <a:lnTo>
                    <a:pt x="125" y="14113"/>
                  </a:lnTo>
                  <a:lnTo>
                    <a:pt x="375" y="12864"/>
                  </a:lnTo>
                  <a:lnTo>
                    <a:pt x="625" y="11615"/>
                  </a:lnTo>
                  <a:lnTo>
                    <a:pt x="999" y="10491"/>
                  </a:lnTo>
                  <a:lnTo>
                    <a:pt x="1499" y="9367"/>
                  </a:lnTo>
                  <a:lnTo>
                    <a:pt x="2123" y="8243"/>
                  </a:lnTo>
                  <a:lnTo>
                    <a:pt x="2748" y="7244"/>
                  </a:lnTo>
                  <a:lnTo>
                    <a:pt x="3372" y="6245"/>
                  </a:lnTo>
                  <a:lnTo>
                    <a:pt x="5246" y="7993"/>
                  </a:lnTo>
                  <a:lnTo>
                    <a:pt x="7369" y="5995"/>
                  </a:lnTo>
                  <a:lnTo>
                    <a:pt x="5371" y="4122"/>
                  </a:lnTo>
                  <a:lnTo>
                    <a:pt x="5371" y="4122"/>
                  </a:lnTo>
                  <a:lnTo>
                    <a:pt x="6370" y="3247"/>
                  </a:lnTo>
                  <a:lnTo>
                    <a:pt x="7494" y="2498"/>
                  </a:lnTo>
                  <a:lnTo>
                    <a:pt x="8493" y="1874"/>
                  </a:lnTo>
                  <a:lnTo>
                    <a:pt x="9617" y="1374"/>
                  </a:lnTo>
                  <a:lnTo>
                    <a:pt x="10866" y="874"/>
                  </a:lnTo>
                  <a:lnTo>
                    <a:pt x="12115" y="500"/>
                  </a:lnTo>
                  <a:lnTo>
                    <a:pt x="13364" y="250"/>
                  </a:lnTo>
                  <a:lnTo>
                    <a:pt x="14737" y="0"/>
                  </a:lnTo>
                  <a:lnTo>
                    <a:pt x="14737" y="2873"/>
                  </a:lnTo>
                  <a:lnTo>
                    <a:pt x="17610" y="2873"/>
                  </a:lnTo>
                  <a:lnTo>
                    <a:pt x="17610" y="0"/>
                  </a:lnTo>
                  <a:lnTo>
                    <a:pt x="17610" y="0"/>
                  </a:lnTo>
                  <a:lnTo>
                    <a:pt x="18984" y="250"/>
                  </a:lnTo>
                  <a:lnTo>
                    <a:pt x="20233" y="500"/>
                  </a:lnTo>
                  <a:lnTo>
                    <a:pt x="21481" y="874"/>
                  </a:lnTo>
                  <a:lnTo>
                    <a:pt x="22605" y="1374"/>
                  </a:lnTo>
                  <a:lnTo>
                    <a:pt x="23854" y="1874"/>
                  </a:lnTo>
                  <a:lnTo>
                    <a:pt x="24854" y="2498"/>
                  </a:lnTo>
                  <a:lnTo>
                    <a:pt x="25978" y="3247"/>
                  </a:lnTo>
                  <a:lnTo>
                    <a:pt x="26852" y="4122"/>
                  </a:lnTo>
                  <a:lnTo>
                    <a:pt x="24978" y="5995"/>
                  </a:lnTo>
                  <a:lnTo>
                    <a:pt x="27102" y="7993"/>
                  </a:lnTo>
                  <a:lnTo>
                    <a:pt x="28850" y="6245"/>
                  </a:lnTo>
                  <a:lnTo>
                    <a:pt x="28850" y="6245"/>
                  </a:lnTo>
                  <a:lnTo>
                    <a:pt x="29599" y="7244"/>
                  </a:lnTo>
                  <a:lnTo>
                    <a:pt x="30224" y="8243"/>
                  </a:lnTo>
                  <a:lnTo>
                    <a:pt x="30848" y="9367"/>
                  </a:lnTo>
                  <a:lnTo>
                    <a:pt x="31348" y="10491"/>
                  </a:lnTo>
                  <a:lnTo>
                    <a:pt x="31722" y="11615"/>
                  </a:lnTo>
                  <a:lnTo>
                    <a:pt x="31972" y="12864"/>
                  </a:lnTo>
                  <a:lnTo>
                    <a:pt x="32222" y="14113"/>
                  </a:lnTo>
                  <a:lnTo>
                    <a:pt x="32347" y="15362"/>
                  </a:lnTo>
                  <a:lnTo>
                    <a:pt x="29350" y="15362"/>
                  </a:lnTo>
                  <a:lnTo>
                    <a:pt x="29350" y="18359"/>
                  </a:lnTo>
                  <a:lnTo>
                    <a:pt x="32222" y="18359"/>
                  </a:lnTo>
                  <a:lnTo>
                    <a:pt x="32222" y="18359"/>
                  </a:lnTo>
                  <a:lnTo>
                    <a:pt x="31847" y="20232"/>
                  </a:lnTo>
                  <a:lnTo>
                    <a:pt x="31223" y="21981"/>
                  </a:lnTo>
                  <a:lnTo>
                    <a:pt x="24854" y="2198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6"/>
            <p:cNvSpPr/>
            <p:nvPr/>
          </p:nvSpPr>
          <p:spPr>
            <a:xfrm>
              <a:off x="1081125" y="300577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6"/>
            <p:cNvSpPr/>
            <p:nvPr/>
          </p:nvSpPr>
          <p:spPr>
            <a:xfrm>
              <a:off x="644000" y="3190000"/>
              <a:ext cx="402800" cy="74950"/>
            </a:xfrm>
            <a:custGeom>
              <a:rect b="b" l="l" r="r" t="t"/>
              <a:pathLst>
                <a:path extrusionOk="0" h="2998" w="16112">
                  <a:moveTo>
                    <a:pt x="1" y="0"/>
                  </a:moveTo>
                  <a:lnTo>
                    <a:pt x="1" y="2998"/>
                  </a:lnTo>
                  <a:lnTo>
                    <a:pt x="16112" y="2998"/>
                  </a:lnTo>
                  <a:lnTo>
                    <a:pt x="1611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4" name="Google Shape;74;p6"/>
          <p:cNvSpPr/>
          <p:nvPr/>
        </p:nvSpPr>
        <p:spPr>
          <a:xfrm rot="10800000">
            <a:off x="4733175" y="-1914925"/>
            <a:ext cx="3176700" cy="3176700"/>
          </a:xfrm>
          <a:prstGeom prst="blockArc">
            <a:avLst>
              <a:gd fmla="val 1079972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6"/>
          <p:cNvSpPr/>
          <p:nvPr/>
        </p:nvSpPr>
        <p:spPr>
          <a:xfrm>
            <a:off x="7340550" y="3825425"/>
            <a:ext cx="3176700" cy="3176700"/>
          </a:xfrm>
          <a:prstGeom prst="blockArc">
            <a:avLst>
              <a:gd fmla="val 1079972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6" name="Google Shape;76;p6"/>
          <p:cNvGrpSpPr/>
          <p:nvPr/>
        </p:nvGrpSpPr>
        <p:grpSpPr>
          <a:xfrm>
            <a:off x="7449588" y="844536"/>
            <a:ext cx="2187867" cy="2182392"/>
            <a:chOff x="4222125" y="2272050"/>
            <a:chExt cx="1248925" cy="1245800"/>
          </a:xfrm>
        </p:grpSpPr>
        <p:sp>
          <p:nvSpPr>
            <p:cNvPr id="77" name="Google Shape;77;p6"/>
            <p:cNvSpPr/>
            <p:nvPr/>
          </p:nvSpPr>
          <p:spPr>
            <a:xfrm>
              <a:off x="4222125" y="2272050"/>
              <a:ext cx="1248925" cy="1245800"/>
            </a:xfrm>
            <a:custGeom>
              <a:rect b="b" l="l" r="r" t="t"/>
              <a:pathLst>
                <a:path extrusionOk="0" h="49832" w="49957">
                  <a:moveTo>
                    <a:pt x="27102" y="3123"/>
                  </a:moveTo>
                  <a:lnTo>
                    <a:pt x="28975" y="3373"/>
                  </a:lnTo>
                  <a:lnTo>
                    <a:pt x="30973" y="3872"/>
                  </a:lnTo>
                  <a:lnTo>
                    <a:pt x="32972" y="4497"/>
                  </a:lnTo>
                  <a:lnTo>
                    <a:pt x="34720" y="5246"/>
                  </a:lnTo>
                  <a:lnTo>
                    <a:pt x="36594" y="6120"/>
                  </a:lnTo>
                  <a:lnTo>
                    <a:pt x="38217" y="7244"/>
                  </a:lnTo>
                  <a:lnTo>
                    <a:pt x="39841" y="8618"/>
                  </a:lnTo>
                  <a:lnTo>
                    <a:pt x="41339" y="9992"/>
                  </a:lnTo>
                  <a:lnTo>
                    <a:pt x="42713" y="11615"/>
                  </a:lnTo>
                  <a:lnTo>
                    <a:pt x="43837" y="13489"/>
                  </a:lnTo>
                  <a:lnTo>
                    <a:pt x="44836" y="15362"/>
                  </a:lnTo>
                  <a:lnTo>
                    <a:pt x="45711" y="17610"/>
                  </a:lnTo>
                  <a:lnTo>
                    <a:pt x="46335" y="19858"/>
                  </a:lnTo>
                  <a:lnTo>
                    <a:pt x="46835" y="22356"/>
                  </a:lnTo>
                  <a:lnTo>
                    <a:pt x="47084" y="24979"/>
                  </a:lnTo>
                  <a:lnTo>
                    <a:pt x="46960" y="27227"/>
                  </a:lnTo>
                  <a:lnTo>
                    <a:pt x="46585" y="29475"/>
                  </a:lnTo>
                  <a:lnTo>
                    <a:pt x="46085" y="31598"/>
                  </a:lnTo>
                  <a:lnTo>
                    <a:pt x="45336" y="33596"/>
                  </a:lnTo>
                  <a:lnTo>
                    <a:pt x="44462" y="35469"/>
                  </a:lnTo>
                  <a:lnTo>
                    <a:pt x="43338" y="37343"/>
                  </a:lnTo>
                  <a:lnTo>
                    <a:pt x="42089" y="38966"/>
                  </a:lnTo>
                  <a:lnTo>
                    <a:pt x="40590" y="40590"/>
                  </a:lnTo>
                  <a:lnTo>
                    <a:pt x="39091" y="41964"/>
                  </a:lnTo>
                  <a:lnTo>
                    <a:pt x="37343" y="43337"/>
                  </a:lnTo>
                  <a:lnTo>
                    <a:pt x="35470" y="44336"/>
                  </a:lnTo>
                  <a:lnTo>
                    <a:pt x="33596" y="45336"/>
                  </a:lnTo>
                  <a:lnTo>
                    <a:pt x="31598" y="46085"/>
                  </a:lnTo>
                  <a:lnTo>
                    <a:pt x="29475" y="46584"/>
                  </a:lnTo>
                  <a:lnTo>
                    <a:pt x="27227" y="46959"/>
                  </a:lnTo>
                  <a:lnTo>
                    <a:pt x="24979" y="47084"/>
                  </a:lnTo>
                  <a:lnTo>
                    <a:pt x="22731" y="46959"/>
                  </a:lnTo>
                  <a:lnTo>
                    <a:pt x="20608" y="46584"/>
                  </a:lnTo>
                  <a:lnTo>
                    <a:pt x="18484" y="46085"/>
                  </a:lnTo>
                  <a:lnTo>
                    <a:pt x="16486" y="45336"/>
                  </a:lnTo>
                  <a:lnTo>
                    <a:pt x="14488" y="44336"/>
                  </a:lnTo>
                  <a:lnTo>
                    <a:pt x="12739" y="43337"/>
                  </a:lnTo>
                  <a:lnTo>
                    <a:pt x="10991" y="41964"/>
                  </a:lnTo>
                  <a:lnTo>
                    <a:pt x="9492" y="40590"/>
                  </a:lnTo>
                  <a:lnTo>
                    <a:pt x="7994" y="38966"/>
                  </a:lnTo>
                  <a:lnTo>
                    <a:pt x="6745" y="37343"/>
                  </a:lnTo>
                  <a:lnTo>
                    <a:pt x="5621" y="35469"/>
                  </a:lnTo>
                  <a:lnTo>
                    <a:pt x="4746" y="33596"/>
                  </a:lnTo>
                  <a:lnTo>
                    <a:pt x="3997" y="31598"/>
                  </a:lnTo>
                  <a:lnTo>
                    <a:pt x="3498" y="29475"/>
                  </a:lnTo>
                  <a:lnTo>
                    <a:pt x="3123" y="27227"/>
                  </a:lnTo>
                  <a:lnTo>
                    <a:pt x="2998" y="24979"/>
                  </a:lnTo>
                  <a:lnTo>
                    <a:pt x="3248" y="22356"/>
                  </a:lnTo>
                  <a:lnTo>
                    <a:pt x="3622" y="19858"/>
                  </a:lnTo>
                  <a:lnTo>
                    <a:pt x="4372" y="17610"/>
                  </a:lnTo>
                  <a:lnTo>
                    <a:pt x="5246" y="15362"/>
                  </a:lnTo>
                  <a:lnTo>
                    <a:pt x="6245" y="13489"/>
                  </a:lnTo>
                  <a:lnTo>
                    <a:pt x="7369" y="11615"/>
                  </a:lnTo>
                  <a:lnTo>
                    <a:pt x="8743" y="9992"/>
                  </a:lnTo>
                  <a:lnTo>
                    <a:pt x="10242" y="8618"/>
                  </a:lnTo>
                  <a:lnTo>
                    <a:pt x="11865" y="7244"/>
                  </a:lnTo>
                  <a:lnTo>
                    <a:pt x="13489" y="6120"/>
                  </a:lnTo>
                  <a:lnTo>
                    <a:pt x="15237" y="5246"/>
                  </a:lnTo>
                  <a:lnTo>
                    <a:pt x="17111" y="4497"/>
                  </a:lnTo>
                  <a:lnTo>
                    <a:pt x="19109" y="3872"/>
                  </a:lnTo>
                  <a:lnTo>
                    <a:pt x="20982" y="3373"/>
                  </a:lnTo>
                  <a:lnTo>
                    <a:pt x="22980" y="3123"/>
                  </a:lnTo>
                  <a:close/>
                  <a:moveTo>
                    <a:pt x="24979" y="1"/>
                  </a:moveTo>
                  <a:lnTo>
                    <a:pt x="22481" y="126"/>
                  </a:lnTo>
                  <a:lnTo>
                    <a:pt x="19983" y="500"/>
                  </a:lnTo>
                  <a:lnTo>
                    <a:pt x="17610" y="1125"/>
                  </a:lnTo>
                  <a:lnTo>
                    <a:pt x="15362" y="1999"/>
                  </a:lnTo>
                  <a:lnTo>
                    <a:pt x="13114" y="2998"/>
                  </a:lnTo>
                  <a:lnTo>
                    <a:pt x="11116" y="4247"/>
                  </a:lnTo>
                  <a:lnTo>
                    <a:pt x="9118" y="5746"/>
                  </a:lnTo>
                  <a:lnTo>
                    <a:pt x="7369" y="7369"/>
                  </a:lnTo>
                  <a:lnTo>
                    <a:pt x="5746" y="9118"/>
                  </a:lnTo>
                  <a:lnTo>
                    <a:pt x="4372" y="10991"/>
                  </a:lnTo>
                  <a:lnTo>
                    <a:pt x="3123" y="13114"/>
                  </a:lnTo>
                  <a:lnTo>
                    <a:pt x="1999" y="15237"/>
                  </a:lnTo>
                  <a:lnTo>
                    <a:pt x="1125" y="17610"/>
                  </a:lnTo>
                  <a:lnTo>
                    <a:pt x="500" y="19983"/>
                  </a:lnTo>
                  <a:lnTo>
                    <a:pt x="125" y="22481"/>
                  </a:lnTo>
                  <a:lnTo>
                    <a:pt x="1" y="24979"/>
                  </a:lnTo>
                  <a:lnTo>
                    <a:pt x="250" y="27976"/>
                  </a:lnTo>
                  <a:lnTo>
                    <a:pt x="875" y="30848"/>
                  </a:lnTo>
                  <a:lnTo>
                    <a:pt x="1499" y="33471"/>
                  </a:lnTo>
                  <a:lnTo>
                    <a:pt x="2498" y="35844"/>
                  </a:lnTo>
                  <a:lnTo>
                    <a:pt x="3622" y="38092"/>
                  </a:lnTo>
                  <a:lnTo>
                    <a:pt x="4996" y="40215"/>
                  </a:lnTo>
                  <a:lnTo>
                    <a:pt x="6495" y="41964"/>
                  </a:lnTo>
                  <a:lnTo>
                    <a:pt x="8243" y="43587"/>
                  </a:lnTo>
                  <a:lnTo>
                    <a:pt x="9992" y="45086"/>
                  </a:lnTo>
                  <a:lnTo>
                    <a:pt x="11990" y="46335"/>
                  </a:lnTo>
                  <a:lnTo>
                    <a:pt x="13988" y="47459"/>
                  </a:lnTo>
                  <a:lnTo>
                    <a:pt x="16111" y="48333"/>
                  </a:lnTo>
                  <a:lnTo>
                    <a:pt x="18235" y="48957"/>
                  </a:lnTo>
                  <a:lnTo>
                    <a:pt x="20483" y="49457"/>
                  </a:lnTo>
                  <a:lnTo>
                    <a:pt x="22731" y="49707"/>
                  </a:lnTo>
                  <a:lnTo>
                    <a:pt x="24979" y="49832"/>
                  </a:lnTo>
                  <a:lnTo>
                    <a:pt x="27352" y="49707"/>
                  </a:lnTo>
                  <a:lnTo>
                    <a:pt x="29600" y="49457"/>
                  </a:lnTo>
                  <a:lnTo>
                    <a:pt x="31848" y="48957"/>
                  </a:lnTo>
                  <a:lnTo>
                    <a:pt x="33971" y="48333"/>
                  </a:lnTo>
                  <a:lnTo>
                    <a:pt x="36094" y="47459"/>
                  </a:lnTo>
                  <a:lnTo>
                    <a:pt x="38092" y="46335"/>
                  </a:lnTo>
                  <a:lnTo>
                    <a:pt x="40091" y="45086"/>
                  </a:lnTo>
                  <a:lnTo>
                    <a:pt x="41839" y="43587"/>
                  </a:lnTo>
                  <a:lnTo>
                    <a:pt x="43463" y="41964"/>
                  </a:lnTo>
                  <a:lnTo>
                    <a:pt x="45086" y="40090"/>
                  </a:lnTo>
                  <a:lnTo>
                    <a:pt x="46335" y="38092"/>
                  </a:lnTo>
                  <a:lnTo>
                    <a:pt x="47584" y="35844"/>
                  </a:lnTo>
                  <a:lnTo>
                    <a:pt x="48458" y="33471"/>
                  </a:lnTo>
                  <a:lnTo>
                    <a:pt x="49208" y="30848"/>
                  </a:lnTo>
                  <a:lnTo>
                    <a:pt x="49707" y="27976"/>
                  </a:lnTo>
                  <a:lnTo>
                    <a:pt x="49957" y="24979"/>
                  </a:lnTo>
                  <a:lnTo>
                    <a:pt x="49832" y="22481"/>
                  </a:lnTo>
                  <a:lnTo>
                    <a:pt x="49457" y="19983"/>
                  </a:lnTo>
                  <a:lnTo>
                    <a:pt x="48833" y="17610"/>
                  </a:lnTo>
                  <a:lnTo>
                    <a:pt x="48084" y="15237"/>
                  </a:lnTo>
                  <a:lnTo>
                    <a:pt x="46960" y="13114"/>
                  </a:lnTo>
                  <a:lnTo>
                    <a:pt x="45711" y="10991"/>
                  </a:lnTo>
                  <a:lnTo>
                    <a:pt x="44337" y="9118"/>
                  </a:lnTo>
                  <a:lnTo>
                    <a:pt x="42713" y="7369"/>
                  </a:lnTo>
                  <a:lnTo>
                    <a:pt x="40965" y="5746"/>
                  </a:lnTo>
                  <a:lnTo>
                    <a:pt x="38966" y="4247"/>
                  </a:lnTo>
                  <a:lnTo>
                    <a:pt x="36968" y="2998"/>
                  </a:lnTo>
                  <a:lnTo>
                    <a:pt x="34720" y="1999"/>
                  </a:lnTo>
                  <a:lnTo>
                    <a:pt x="32472" y="1125"/>
                  </a:lnTo>
                  <a:lnTo>
                    <a:pt x="30099" y="500"/>
                  </a:lnTo>
                  <a:lnTo>
                    <a:pt x="27601" y="126"/>
                  </a:lnTo>
                  <a:lnTo>
                    <a:pt x="2497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6"/>
            <p:cNvSpPr/>
            <p:nvPr/>
          </p:nvSpPr>
          <p:spPr>
            <a:xfrm>
              <a:off x="4222125" y="2272050"/>
              <a:ext cx="1248925" cy="1245800"/>
            </a:xfrm>
            <a:custGeom>
              <a:rect b="b" l="l" r="r" t="t"/>
              <a:pathLst>
                <a:path extrusionOk="0" fill="none" h="49832" w="49957">
                  <a:moveTo>
                    <a:pt x="24979" y="1"/>
                  </a:moveTo>
                  <a:lnTo>
                    <a:pt x="24979" y="1"/>
                  </a:lnTo>
                  <a:lnTo>
                    <a:pt x="22481" y="126"/>
                  </a:lnTo>
                  <a:lnTo>
                    <a:pt x="19983" y="500"/>
                  </a:lnTo>
                  <a:lnTo>
                    <a:pt x="17610" y="1125"/>
                  </a:lnTo>
                  <a:lnTo>
                    <a:pt x="15362" y="1999"/>
                  </a:lnTo>
                  <a:lnTo>
                    <a:pt x="13114" y="2998"/>
                  </a:lnTo>
                  <a:lnTo>
                    <a:pt x="11116" y="4247"/>
                  </a:lnTo>
                  <a:lnTo>
                    <a:pt x="9118" y="5746"/>
                  </a:lnTo>
                  <a:lnTo>
                    <a:pt x="7369" y="7369"/>
                  </a:lnTo>
                  <a:lnTo>
                    <a:pt x="5746" y="9118"/>
                  </a:lnTo>
                  <a:lnTo>
                    <a:pt x="4372" y="10991"/>
                  </a:lnTo>
                  <a:lnTo>
                    <a:pt x="3123" y="13114"/>
                  </a:lnTo>
                  <a:lnTo>
                    <a:pt x="1999" y="15237"/>
                  </a:lnTo>
                  <a:lnTo>
                    <a:pt x="1125" y="17610"/>
                  </a:lnTo>
                  <a:lnTo>
                    <a:pt x="500" y="19983"/>
                  </a:lnTo>
                  <a:lnTo>
                    <a:pt x="125" y="22481"/>
                  </a:lnTo>
                  <a:lnTo>
                    <a:pt x="1" y="24979"/>
                  </a:lnTo>
                  <a:lnTo>
                    <a:pt x="1" y="24979"/>
                  </a:lnTo>
                  <a:lnTo>
                    <a:pt x="250" y="27976"/>
                  </a:lnTo>
                  <a:lnTo>
                    <a:pt x="875" y="30848"/>
                  </a:lnTo>
                  <a:lnTo>
                    <a:pt x="1499" y="33471"/>
                  </a:lnTo>
                  <a:lnTo>
                    <a:pt x="2498" y="35844"/>
                  </a:lnTo>
                  <a:lnTo>
                    <a:pt x="3622" y="38092"/>
                  </a:lnTo>
                  <a:lnTo>
                    <a:pt x="4996" y="40215"/>
                  </a:lnTo>
                  <a:lnTo>
                    <a:pt x="6495" y="41964"/>
                  </a:lnTo>
                  <a:lnTo>
                    <a:pt x="8243" y="43587"/>
                  </a:lnTo>
                  <a:lnTo>
                    <a:pt x="9992" y="45086"/>
                  </a:lnTo>
                  <a:lnTo>
                    <a:pt x="11990" y="46335"/>
                  </a:lnTo>
                  <a:lnTo>
                    <a:pt x="13988" y="47459"/>
                  </a:lnTo>
                  <a:lnTo>
                    <a:pt x="16111" y="48333"/>
                  </a:lnTo>
                  <a:lnTo>
                    <a:pt x="18235" y="48957"/>
                  </a:lnTo>
                  <a:lnTo>
                    <a:pt x="20483" y="49457"/>
                  </a:lnTo>
                  <a:lnTo>
                    <a:pt x="22731" y="49707"/>
                  </a:lnTo>
                  <a:lnTo>
                    <a:pt x="24979" y="49832"/>
                  </a:lnTo>
                  <a:lnTo>
                    <a:pt x="27352" y="49707"/>
                  </a:lnTo>
                  <a:lnTo>
                    <a:pt x="29600" y="49457"/>
                  </a:lnTo>
                  <a:lnTo>
                    <a:pt x="31848" y="48957"/>
                  </a:lnTo>
                  <a:lnTo>
                    <a:pt x="33971" y="48333"/>
                  </a:lnTo>
                  <a:lnTo>
                    <a:pt x="36094" y="47459"/>
                  </a:lnTo>
                  <a:lnTo>
                    <a:pt x="38092" y="46335"/>
                  </a:lnTo>
                  <a:lnTo>
                    <a:pt x="40091" y="45086"/>
                  </a:lnTo>
                  <a:lnTo>
                    <a:pt x="41839" y="43587"/>
                  </a:lnTo>
                  <a:lnTo>
                    <a:pt x="43463" y="41964"/>
                  </a:lnTo>
                  <a:lnTo>
                    <a:pt x="45086" y="40090"/>
                  </a:lnTo>
                  <a:lnTo>
                    <a:pt x="46335" y="38092"/>
                  </a:lnTo>
                  <a:lnTo>
                    <a:pt x="47584" y="35844"/>
                  </a:lnTo>
                  <a:lnTo>
                    <a:pt x="48458" y="33471"/>
                  </a:lnTo>
                  <a:lnTo>
                    <a:pt x="49208" y="30848"/>
                  </a:lnTo>
                  <a:lnTo>
                    <a:pt x="49707" y="27976"/>
                  </a:lnTo>
                  <a:lnTo>
                    <a:pt x="49957" y="24979"/>
                  </a:lnTo>
                  <a:lnTo>
                    <a:pt x="49957" y="24979"/>
                  </a:lnTo>
                  <a:lnTo>
                    <a:pt x="49832" y="22481"/>
                  </a:lnTo>
                  <a:lnTo>
                    <a:pt x="49457" y="19983"/>
                  </a:lnTo>
                  <a:lnTo>
                    <a:pt x="48833" y="17610"/>
                  </a:lnTo>
                  <a:lnTo>
                    <a:pt x="48084" y="15237"/>
                  </a:lnTo>
                  <a:lnTo>
                    <a:pt x="46960" y="13114"/>
                  </a:lnTo>
                  <a:lnTo>
                    <a:pt x="45711" y="10991"/>
                  </a:lnTo>
                  <a:lnTo>
                    <a:pt x="44337" y="9118"/>
                  </a:lnTo>
                  <a:lnTo>
                    <a:pt x="42713" y="7369"/>
                  </a:lnTo>
                  <a:lnTo>
                    <a:pt x="40965" y="5746"/>
                  </a:lnTo>
                  <a:lnTo>
                    <a:pt x="38966" y="4247"/>
                  </a:lnTo>
                  <a:lnTo>
                    <a:pt x="36968" y="2998"/>
                  </a:lnTo>
                  <a:lnTo>
                    <a:pt x="34720" y="1999"/>
                  </a:lnTo>
                  <a:lnTo>
                    <a:pt x="32472" y="1125"/>
                  </a:lnTo>
                  <a:lnTo>
                    <a:pt x="30099" y="500"/>
                  </a:lnTo>
                  <a:lnTo>
                    <a:pt x="27601" y="126"/>
                  </a:lnTo>
                  <a:lnTo>
                    <a:pt x="24979" y="1"/>
                  </a:lnTo>
                  <a:lnTo>
                    <a:pt x="2497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6"/>
            <p:cNvSpPr/>
            <p:nvPr/>
          </p:nvSpPr>
          <p:spPr>
            <a:xfrm>
              <a:off x="4297050" y="2350125"/>
              <a:ext cx="1102200" cy="1099025"/>
            </a:xfrm>
            <a:custGeom>
              <a:rect b="b" l="l" r="r" t="t"/>
              <a:pathLst>
                <a:path extrusionOk="0" fill="none" h="43961" w="44088">
                  <a:moveTo>
                    <a:pt x="21982" y="43961"/>
                  </a:moveTo>
                  <a:lnTo>
                    <a:pt x="21982" y="43961"/>
                  </a:lnTo>
                  <a:lnTo>
                    <a:pt x="19734" y="43836"/>
                  </a:lnTo>
                  <a:lnTo>
                    <a:pt x="17611" y="43461"/>
                  </a:lnTo>
                  <a:lnTo>
                    <a:pt x="15487" y="42962"/>
                  </a:lnTo>
                  <a:lnTo>
                    <a:pt x="13489" y="42213"/>
                  </a:lnTo>
                  <a:lnTo>
                    <a:pt x="11491" y="41213"/>
                  </a:lnTo>
                  <a:lnTo>
                    <a:pt x="9742" y="40214"/>
                  </a:lnTo>
                  <a:lnTo>
                    <a:pt x="7994" y="38841"/>
                  </a:lnTo>
                  <a:lnTo>
                    <a:pt x="6495" y="37467"/>
                  </a:lnTo>
                  <a:lnTo>
                    <a:pt x="4997" y="35843"/>
                  </a:lnTo>
                  <a:lnTo>
                    <a:pt x="3748" y="34220"/>
                  </a:lnTo>
                  <a:lnTo>
                    <a:pt x="2624" y="32346"/>
                  </a:lnTo>
                  <a:lnTo>
                    <a:pt x="1749" y="30473"/>
                  </a:lnTo>
                  <a:lnTo>
                    <a:pt x="1000" y="28475"/>
                  </a:lnTo>
                  <a:lnTo>
                    <a:pt x="501" y="26352"/>
                  </a:lnTo>
                  <a:lnTo>
                    <a:pt x="126" y="24104"/>
                  </a:lnTo>
                  <a:lnTo>
                    <a:pt x="1" y="21856"/>
                  </a:lnTo>
                  <a:lnTo>
                    <a:pt x="1" y="21856"/>
                  </a:lnTo>
                  <a:lnTo>
                    <a:pt x="251" y="19233"/>
                  </a:lnTo>
                  <a:lnTo>
                    <a:pt x="625" y="16735"/>
                  </a:lnTo>
                  <a:lnTo>
                    <a:pt x="1375" y="14487"/>
                  </a:lnTo>
                  <a:lnTo>
                    <a:pt x="2249" y="12239"/>
                  </a:lnTo>
                  <a:lnTo>
                    <a:pt x="3248" y="10366"/>
                  </a:lnTo>
                  <a:lnTo>
                    <a:pt x="4372" y="8492"/>
                  </a:lnTo>
                  <a:lnTo>
                    <a:pt x="5746" y="6869"/>
                  </a:lnTo>
                  <a:lnTo>
                    <a:pt x="7245" y="5495"/>
                  </a:lnTo>
                  <a:lnTo>
                    <a:pt x="8868" y="4121"/>
                  </a:lnTo>
                  <a:lnTo>
                    <a:pt x="10492" y="2997"/>
                  </a:lnTo>
                  <a:lnTo>
                    <a:pt x="12240" y="2123"/>
                  </a:lnTo>
                  <a:lnTo>
                    <a:pt x="14114" y="1374"/>
                  </a:lnTo>
                  <a:lnTo>
                    <a:pt x="16112" y="749"/>
                  </a:lnTo>
                  <a:lnTo>
                    <a:pt x="17985" y="250"/>
                  </a:lnTo>
                  <a:lnTo>
                    <a:pt x="19983" y="0"/>
                  </a:lnTo>
                  <a:lnTo>
                    <a:pt x="21982" y="0"/>
                  </a:lnTo>
                  <a:lnTo>
                    <a:pt x="24105" y="0"/>
                  </a:lnTo>
                  <a:lnTo>
                    <a:pt x="25978" y="250"/>
                  </a:lnTo>
                  <a:lnTo>
                    <a:pt x="27976" y="749"/>
                  </a:lnTo>
                  <a:lnTo>
                    <a:pt x="29975" y="1374"/>
                  </a:lnTo>
                  <a:lnTo>
                    <a:pt x="31723" y="2123"/>
                  </a:lnTo>
                  <a:lnTo>
                    <a:pt x="33597" y="2997"/>
                  </a:lnTo>
                  <a:lnTo>
                    <a:pt x="35220" y="4121"/>
                  </a:lnTo>
                  <a:lnTo>
                    <a:pt x="36844" y="5495"/>
                  </a:lnTo>
                  <a:lnTo>
                    <a:pt x="38342" y="6869"/>
                  </a:lnTo>
                  <a:lnTo>
                    <a:pt x="39716" y="8492"/>
                  </a:lnTo>
                  <a:lnTo>
                    <a:pt x="40840" y="10366"/>
                  </a:lnTo>
                  <a:lnTo>
                    <a:pt x="41839" y="12239"/>
                  </a:lnTo>
                  <a:lnTo>
                    <a:pt x="42714" y="14487"/>
                  </a:lnTo>
                  <a:lnTo>
                    <a:pt x="43338" y="16735"/>
                  </a:lnTo>
                  <a:lnTo>
                    <a:pt x="43838" y="19233"/>
                  </a:lnTo>
                  <a:lnTo>
                    <a:pt x="44087" y="21856"/>
                  </a:lnTo>
                  <a:lnTo>
                    <a:pt x="44087" y="21856"/>
                  </a:lnTo>
                  <a:lnTo>
                    <a:pt x="43963" y="24104"/>
                  </a:lnTo>
                  <a:lnTo>
                    <a:pt x="43588" y="26352"/>
                  </a:lnTo>
                  <a:lnTo>
                    <a:pt x="43088" y="28475"/>
                  </a:lnTo>
                  <a:lnTo>
                    <a:pt x="42339" y="30473"/>
                  </a:lnTo>
                  <a:lnTo>
                    <a:pt x="41465" y="32346"/>
                  </a:lnTo>
                  <a:lnTo>
                    <a:pt x="40341" y="34220"/>
                  </a:lnTo>
                  <a:lnTo>
                    <a:pt x="39092" y="35843"/>
                  </a:lnTo>
                  <a:lnTo>
                    <a:pt x="37593" y="37467"/>
                  </a:lnTo>
                  <a:lnTo>
                    <a:pt x="36094" y="38841"/>
                  </a:lnTo>
                  <a:lnTo>
                    <a:pt x="34346" y="40214"/>
                  </a:lnTo>
                  <a:lnTo>
                    <a:pt x="32473" y="41213"/>
                  </a:lnTo>
                  <a:lnTo>
                    <a:pt x="30599" y="42213"/>
                  </a:lnTo>
                  <a:lnTo>
                    <a:pt x="28601" y="42962"/>
                  </a:lnTo>
                  <a:lnTo>
                    <a:pt x="26478" y="43461"/>
                  </a:lnTo>
                  <a:lnTo>
                    <a:pt x="24230" y="43836"/>
                  </a:lnTo>
                  <a:lnTo>
                    <a:pt x="21982" y="43961"/>
                  </a:lnTo>
                  <a:lnTo>
                    <a:pt x="21982" y="4396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6"/>
            <p:cNvSpPr/>
            <p:nvPr/>
          </p:nvSpPr>
          <p:spPr>
            <a:xfrm>
              <a:off x="4846575" y="34491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6"/>
            <p:cNvSpPr/>
            <p:nvPr/>
          </p:nvSpPr>
          <p:spPr>
            <a:xfrm>
              <a:off x="4368875" y="2418800"/>
              <a:ext cx="955425" cy="952300"/>
            </a:xfrm>
            <a:custGeom>
              <a:rect b="b" l="l" r="r" t="t"/>
              <a:pathLst>
                <a:path extrusionOk="0" h="38092" w="38217">
                  <a:moveTo>
                    <a:pt x="20607" y="2998"/>
                  </a:moveTo>
                  <a:lnTo>
                    <a:pt x="22106" y="3248"/>
                  </a:lnTo>
                  <a:lnTo>
                    <a:pt x="23480" y="3497"/>
                  </a:lnTo>
                  <a:lnTo>
                    <a:pt x="24729" y="3997"/>
                  </a:lnTo>
                  <a:lnTo>
                    <a:pt x="26103" y="4497"/>
                  </a:lnTo>
                  <a:lnTo>
                    <a:pt x="27352" y="5121"/>
                  </a:lnTo>
                  <a:lnTo>
                    <a:pt x="28476" y="5870"/>
                  </a:lnTo>
                  <a:lnTo>
                    <a:pt x="29600" y="6745"/>
                  </a:lnTo>
                  <a:lnTo>
                    <a:pt x="30599" y="7744"/>
                  </a:lnTo>
                  <a:lnTo>
                    <a:pt x="31473" y="8743"/>
                  </a:lnTo>
                  <a:lnTo>
                    <a:pt x="32347" y="9867"/>
                  </a:lnTo>
                  <a:lnTo>
                    <a:pt x="33096" y="10991"/>
                  </a:lnTo>
                  <a:lnTo>
                    <a:pt x="33721" y="12240"/>
                  </a:lnTo>
                  <a:lnTo>
                    <a:pt x="34345" y="13489"/>
                  </a:lnTo>
                  <a:lnTo>
                    <a:pt x="34720" y="14862"/>
                  </a:lnTo>
                  <a:lnTo>
                    <a:pt x="35095" y="16236"/>
                  </a:lnTo>
                  <a:lnTo>
                    <a:pt x="3248" y="16236"/>
                  </a:lnTo>
                  <a:lnTo>
                    <a:pt x="3622" y="14862"/>
                  </a:lnTo>
                  <a:lnTo>
                    <a:pt x="3997" y="13489"/>
                  </a:lnTo>
                  <a:lnTo>
                    <a:pt x="4621" y="12240"/>
                  </a:lnTo>
                  <a:lnTo>
                    <a:pt x="5246" y="10991"/>
                  </a:lnTo>
                  <a:lnTo>
                    <a:pt x="5995" y="9867"/>
                  </a:lnTo>
                  <a:lnTo>
                    <a:pt x="6869" y="8743"/>
                  </a:lnTo>
                  <a:lnTo>
                    <a:pt x="7744" y="7744"/>
                  </a:lnTo>
                  <a:lnTo>
                    <a:pt x="8743" y="6745"/>
                  </a:lnTo>
                  <a:lnTo>
                    <a:pt x="9867" y="5870"/>
                  </a:lnTo>
                  <a:lnTo>
                    <a:pt x="10991" y="5121"/>
                  </a:lnTo>
                  <a:lnTo>
                    <a:pt x="12240" y="4497"/>
                  </a:lnTo>
                  <a:lnTo>
                    <a:pt x="13489" y="3997"/>
                  </a:lnTo>
                  <a:lnTo>
                    <a:pt x="14862" y="3497"/>
                  </a:lnTo>
                  <a:lnTo>
                    <a:pt x="16236" y="3248"/>
                  </a:lnTo>
                  <a:lnTo>
                    <a:pt x="17735" y="2998"/>
                  </a:lnTo>
                  <a:close/>
                  <a:moveTo>
                    <a:pt x="5246" y="24978"/>
                  </a:moveTo>
                  <a:lnTo>
                    <a:pt x="6245" y="25103"/>
                  </a:lnTo>
                  <a:lnTo>
                    <a:pt x="7119" y="25228"/>
                  </a:lnTo>
                  <a:lnTo>
                    <a:pt x="8118" y="25478"/>
                  </a:lnTo>
                  <a:lnTo>
                    <a:pt x="8993" y="25728"/>
                  </a:lnTo>
                  <a:lnTo>
                    <a:pt x="9742" y="26227"/>
                  </a:lnTo>
                  <a:lnTo>
                    <a:pt x="10616" y="26602"/>
                  </a:lnTo>
                  <a:lnTo>
                    <a:pt x="11241" y="27226"/>
                  </a:lnTo>
                  <a:lnTo>
                    <a:pt x="11990" y="27851"/>
                  </a:lnTo>
                  <a:lnTo>
                    <a:pt x="12614" y="28475"/>
                  </a:lnTo>
                  <a:lnTo>
                    <a:pt x="13114" y="29225"/>
                  </a:lnTo>
                  <a:lnTo>
                    <a:pt x="13614" y="29974"/>
                  </a:lnTo>
                  <a:lnTo>
                    <a:pt x="13988" y="30848"/>
                  </a:lnTo>
                  <a:lnTo>
                    <a:pt x="14363" y="31722"/>
                  </a:lnTo>
                  <a:lnTo>
                    <a:pt x="14613" y="32597"/>
                  </a:lnTo>
                  <a:lnTo>
                    <a:pt x="14738" y="33596"/>
                  </a:lnTo>
                  <a:lnTo>
                    <a:pt x="14738" y="34470"/>
                  </a:lnTo>
                  <a:lnTo>
                    <a:pt x="14738" y="34720"/>
                  </a:lnTo>
                  <a:lnTo>
                    <a:pt x="12989" y="34095"/>
                  </a:lnTo>
                  <a:lnTo>
                    <a:pt x="11241" y="33221"/>
                  </a:lnTo>
                  <a:lnTo>
                    <a:pt x="9742" y="32222"/>
                  </a:lnTo>
                  <a:lnTo>
                    <a:pt x="8243" y="31098"/>
                  </a:lnTo>
                  <a:lnTo>
                    <a:pt x="6994" y="29724"/>
                  </a:lnTo>
                  <a:lnTo>
                    <a:pt x="5870" y="28350"/>
                  </a:lnTo>
                  <a:lnTo>
                    <a:pt x="4871" y="26727"/>
                  </a:lnTo>
                  <a:lnTo>
                    <a:pt x="4122" y="24978"/>
                  </a:lnTo>
                  <a:close/>
                  <a:moveTo>
                    <a:pt x="34221" y="24978"/>
                  </a:moveTo>
                  <a:lnTo>
                    <a:pt x="33471" y="26727"/>
                  </a:lnTo>
                  <a:lnTo>
                    <a:pt x="32472" y="28350"/>
                  </a:lnTo>
                  <a:lnTo>
                    <a:pt x="31348" y="29724"/>
                  </a:lnTo>
                  <a:lnTo>
                    <a:pt x="29974" y="31098"/>
                  </a:lnTo>
                  <a:lnTo>
                    <a:pt x="28600" y="32222"/>
                  </a:lnTo>
                  <a:lnTo>
                    <a:pt x="26977" y="33221"/>
                  </a:lnTo>
                  <a:lnTo>
                    <a:pt x="25353" y="34095"/>
                  </a:lnTo>
                  <a:lnTo>
                    <a:pt x="23605" y="34720"/>
                  </a:lnTo>
                  <a:lnTo>
                    <a:pt x="23605" y="34470"/>
                  </a:lnTo>
                  <a:lnTo>
                    <a:pt x="23605" y="33596"/>
                  </a:lnTo>
                  <a:lnTo>
                    <a:pt x="23730" y="32597"/>
                  </a:lnTo>
                  <a:lnTo>
                    <a:pt x="23979" y="31722"/>
                  </a:lnTo>
                  <a:lnTo>
                    <a:pt x="24354" y="30848"/>
                  </a:lnTo>
                  <a:lnTo>
                    <a:pt x="24729" y="29974"/>
                  </a:lnTo>
                  <a:lnTo>
                    <a:pt x="25228" y="29225"/>
                  </a:lnTo>
                  <a:lnTo>
                    <a:pt x="25728" y="28475"/>
                  </a:lnTo>
                  <a:lnTo>
                    <a:pt x="26352" y="27851"/>
                  </a:lnTo>
                  <a:lnTo>
                    <a:pt x="26977" y="27226"/>
                  </a:lnTo>
                  <a:lnTo>
                    <a:pt x="27726" y="26602"/>
                  </a:lnTo>
                  <a:lnTo>
                    <a:pt x="28600" y="26227"/>
                  </a:lnTo>
                  <a:lnTo>
                    <a:pt x="29350" y="25728"/>
                  </a:lnTo>
                  <a:lnTo>
                    <a:pt x="30224" y="25478"/>
                  </a:lnTo>
                  <a:lnTo>
                    <a:pt x="31098" y="25228"/>
                  </a:lnTo>
                  <a:lnTo>
                    <a:pt x="32097" y="25103"/>
                  </a:lnTo>
                  <a:lnTo>
                    <a:pt x="33096" y="24978"/>
                  </a:lnTo>
                  <a:close/>
                  <a:moveTo>
                    <a:pt x="35345" y="19109"/>
                  </a:moveTo>
                  <a:lnTo>
                    <a:pt x="35220" y="20607"/>
                  </a:lnTo>
                  <a:lnTo>
                    <a:pt x="35095" y="22106"/>
                  </a:lnTo>
                  <a:lnTo>
                    <a:pt x="31848" y="22106"/>
                  </a:lnTo>
                  <a:lnTo>
                    <a:pt x="30599" y="22356"/>
                  </a:lnTo>
                  <a:lnTo>
                    <a:pt x="29350" y="22606"/>
                  </a:lnTo>
                  <a:lnTo>
                    <a:pt x="28226" y="23105"/>
                  </a:lnTo>
                  <a:lnTo>
                    <a:pt x="27102" y="23605"/>
                  </a:lnTo>
                  <a:lnTo>
                    <a:pt x="26103" y="24229"/>
                  </a:lnTo>
                  <a:lnTo>
                    <a:pt x="25103" y="24978"/>
                  </a:lnTo>
                  <a:lnTo>
                    <a:pt x="24229" y="25728"/>
                  </a:lnTo>
                  <a:lnTo>
                    <a:pt x="23480" y="26602"/>
                  </a:lnTo>
                  <a:lnTo>
                    <a:pt x="22731" y="27601"/>
                  </a:lnTo>
                  <a:lnTo>
                    <a:pt x="22106" y="28600"/>
                  </a:lnTo>
                  <a:lnTo>
                    <a:pt x="21607" y="29724"/>
                  </a:lnTo>
                  <a:lnTo>
                    <a:pt x="21232" y="30848"/>
                  </a:lnTo>
                  <a:lnTo>
                    <a:pt x="20857" y="31972"/>
                  </a:lnTo>
                  <a:lnTo>
                    <a:pt x="20732" y="33221"/>
                  </a:lnTo>
                  <a:lnTo>
                    <a:pt x="20607" y="34470"/>
                  </a:lnTo>
                  <a:lnTo>
                    <a:pt x="20607" y="35219"/>
                  </a:lnTo>
                  <a:lnTo>
                    <a:pt x="19109" y="35344"/>
                  </a:lnTo>
                  <a:lnTo>
                    <a:pt x="17735" y="35219"/>
                  </a:lnTo>
                  <a:lnTo>
                    <a:pt x="17735" y="34470"/>
                  </a:lnTo>
                  <a:lnTo>
                    <a:pt x="17610" y="33221"/>
                  </a:lnTo>
                  <a:lnTo>
                    <a:pt x="17485" y="31972"/>
                  </a:lnTo>
                  <a:lnTo>
                    <a:pt x="17110" y="30848"/>
                  </a:lnTo>
                  <a:lnTo>
                    <a:pt x="16736" y="29724"/>
                  </a:lnTo>
                  <a:lnTo>
                    <a:pt x="16236" y="28600"/>
                  </a:lnTo>
                  <a:lnTo>
                    <a:pt x="15612" y="27601"/>
                  </a:lnTo>
                  <a:lnTo>
                    <a:pt x="14862" y="26602"/>
                  </a:lnTo>
                  <a:lnTo>
                    <a:pt x="13988" y="25728"/>
                  </a:lnTo>
                  <a:lnTo>
                    <a:pt x="13114" y="24978"/>
                  </a:lnTo>
                  <a:lnTo>
                    <a:pt x="12240" y="24229"/>
                  </a:lnTo>
                  <a:lnTo>
                    <a:pt x="11116" y="23605"/>
                  </a:lnTo>
                  <a:lnTo>
                    <a:pt x="10117" y="23105"/>
                  </a:lnTo>
                  <a:lnTo>
                    <a:pt x="8993" y="22606"/>
                  </a:lnTo>
                  <a:lnTo>
                    <a:pt x="7744" y="22356"/>
                  </a:lnTo>
                  <a:lnTo>
                    <a:pt x="6495" y="22106"/>
                  </a:lnTo>
                  <a:lnTo>
                    <a:pt x="3248" y="22106"/>
                  </a:lnTo>
                  <a:lnTo>
                    <a:pt x="3123" y="20607"/>
                  </a:lnTo>
                  <a:lnTo>
                    <a:pt x="2998" y="19109"/>
                  </a:lnTo>
                  <a:close/>
                  <a:moveTo>
                    <a:pt x="19109" y="1"/>
                  </a:moveTo>
                  <a:lnTo>
                    <a:pt x="17235" y="125"/>
                  </a:lnTo>
                  <a:lnTo>
                    <a:pt x="15362" y="375"/>
                  </a:lnTo>
                  <a:lnTo>
                    <a:pt x="13489" y="875"/>
                  </a:lnTo>
                  <a:lnTo>
                    <a:pt x="11740" y="1499"/>
                  </a:lnTo>
                  <a:lnTo>
                    <a:pt x="10117" y="2373"/>
                  </a:lnTo>
                  <a:lnTo>
                    <a:pt x="8493" y="3248"/>
                  </a:lnTo>
                  <a:lnTo>
                    <a:pt x="6994" y="4372"/>
                  </a:lnTo>
                  <a:lnTo>
                    <a:pt x="5621" y="5621"/>
                  </a:lnTo>
                  <a:lnTo>
                    <a:pt x="4372" y="6994"/>
                  </a:lnTo>
                  <a:lnTo>
                    <a:pt x="3372" y="8493"/>
                  </a:lnTo>
                  <a:lnTo>
                    <a:pt x="2373" y="9992"/>
                  </a:lnTo>
                  <a:lnTo>
                    <a:pt x="1624" y="11740"/>
                  </a:lnTo>
                  <a:lnTo>
                    <a:pt x="875" y="13489"/>
                  </a:lnTo>
                  <a:lnTo>
                    <a:pt x="500" y="15237"/>
                  </a:lnTo>
                  <a:lnTo>
                    <a:pt x="125" y="17235"/>
                  </a:lnTo>
                  <a:lnTo>
                    <a:pt x="0" y="19109"/>
                  </a:lnTo>
                  <a:lnTo>
                    <a:pt x="250" y="21482"/>
                  </a:lnTo>
                  <a:lnTo>
                    <a:pt x="625" y="23605"/>
                  </a:lnTo>
                  <a:lnTo>
                    <a:pt x="1249" y="25603"/>
                  </a:lnTo>
                  <a:lnTo>
                    <a:pt x="1999" y="27476"/>
                  </a:lnTo>
                  <a:lnTo>
                    <a:pt x="2873" y="29225"/>
                  </a:lnTo>
                  <a:lnTo>
                    <a:pt x="3872" y="30723"/>
                  </a:lnTo>
                  <a:lnTo>
                    <a:pt x="4996" y="32097"/>
                  </a:lnTo>
                  <a:lnTo>
                    <a:pt x="6370" y="33346"/>
                  </a:lnTo>
                  <a:lnTo>
                    <a:pt x="7744" y="34470"/>
                  </a:lnTo>
                  <a:lnTo>
                    <a:pt x="9117" y="35469"/>
                  </a:lnTo>
                  <a:lnTo>
                    <a:pt x="10741" y="36343"/>
                  </a:lnTo>
                  <a:lnTo>
                    <a:pt x="12365" y="36968"/>
                  </a:lnTo>
                  <a:lnTo>
                    <a:pt x="13988" y="37467"/>
                  </a:lnTo>
                  <a:lnTo>
                    <a:pt x="15737" y="37842"/>
                  </a:lnTo>
                  <a:lnTo>
                    <a:pt x="17485" y="38092"/>
                  </a:lnTo>
                  <a:lnTo>
                    <a:pt x="20857" y="38092"/>
                  </a:lnTo>
                  <a:lnTo>
                    <a:pt x="22606" y="37842"/>
                  </a:lnTo>
                  <a:lnTo>
                    <a:pt x="24354" y="37467"/>
                  </a:lnTo>
                  <a:lnTo>
                    <a:pt x="25978" y="36968"/>
                  </a:lnTo>
                  <a:lnTo>
                    <a:pt x="27601" y="36343"/>
                  </a:lnTo>
                  <a:lnTo>
                    <a:pt x="29100" y="35469"/>
                  </a:lnTo>
                  <a:lnTo>
                    <a:pt x="30599" y="34470"/>
                  </a:lnTo>
                  <a:lnTo>
                    <a:pt x="31972" y="33346"/>
                  </a:lnTo>
                  <a:lnTo>
                    <a:pt x="33221" y="32097"/>
                  </a:lnTo>
                  <a:lnTo>
                    <a:pt x="34470" y="30723"/>
                  </a:lnTo>
                  <a:lnTo>
                    <a:pt x="35469" y="29100"/>
                  </a:lnTo>
                  <a:lnTo>
                    <a:pt x="36344" y="27476"/>
                  </a:lnTo>
                  <a:lnTo>
                    <a:pt x="37093" y="25603"/>
                  </a:lnTo>
                  <a:lnTo>
                    <a:pt x="37717" y="23605"/>
                  </a:lnTo>
                  <a:lnTo>
                    <a:pt x="38092" y="21482"/>
                  </a:lnTo>
                  <a:lnTo>
                    <a:pt x="38217" y="19109"/>
                  </a:lnTo>
                  <a:lnTo>
                    <a:pt x="38217" y="17235"/>
                  </a:lnTo>
                  <a:lnTo>
                    <a:pt x="37842" y="15237"/>
                  </a:lnTo>
                  <a:lnTo>
                    <a:pt x="37343" y="13489"/>
                  </a:lnTo>
                  <a:lnTo>
                    <a:pt x="36718" y="11740"/>
                  </a:lnTo>
                  <a:lnTo>
                    <a:pt x="35969" y="9992"/>
                  </a:lnTo>
                  <a:lnTo>
                    <a:pt x="34970" y="8493"/>
                  </a:lnTo>
                  <a:lnTo>
                    <a:pt x="33846" y="6994"/>
                  </a:lnTo>
                  <a:lnTo>
                    <a:pt x="32722" y="5621"/>
                  </a:lnTo>
                  <a:lnTo>
                    <a:pt x="31348" y="4372"/>
                  </a:lnTo>
                  <a:lnTo>
                    <a:pt x="29849" y="3248"/>
                  </a:lnTo>
                  <a:lnTo>
                    <a:pt x="28226" y="2373"/>
                  </a:lnTo>
                  <a:lnTo>
                    <a:pt x="26602" y="1499"/>
                  </a:lnTo>
                  <a:lnTo>
                    <a:pt x="24854" y="875"/>
                  </a:lnTo>
                  <a:lnTo>
                    <a:pt x="22980" y="375"/>
                  </a:lnTo>
                  <a:lnTo>
                    <a:pt x="21107" y="125"/>
                  </a:lnTo>
                  <a:lnTo>
                    <a:pt x="1910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6"/>
            <p:cNvSpPr/>
            <p:nvPr/>
          </p:nvSpPr>
          <p:spPr>
            <a:xfrm>
              <a:off x="4368875" y="2418800"/>
              <a:ext cx="955425" cy="952300"/>
            </a:xfrm>
            <a:custGeom>
              <a:rect b="b" l="l" r="r" t="t"/>
              <a:pathLst>
                <a:path extrusionOk="0" fill="none" h="38092" w="38217">
                  <a:moveTo>
                    <a:pt x="19109" y="1"/>
                  </a:moveTo>
                  <a:lnTo>
                    <a:pt x="19109" y="1"/>
                  </a:lnTo>
                  <a:lnTo>
                    <a:pt x="17235" y="125"/>
                  </a:lnTo>
                  <a:lnTo>
                    <a:pt x="15362" y="375"/>
                  </a:lnTo>
                  <a:lnTo>
                    <a:pt x="13489" y="875"/>
                  </a:lnTo>
                  <a:lnTo>
                    <a:pt x="11740" y="1499"/>
                  </a:lnTo>
                  <a:lnTo>
                    <a:pt x="10117" y="2373"/>
                  </a:lnTo>
                  <a:lnTo>
                    <a:pt x="8493" y="3248"/>
                  </a:lnTo>
                  <a:lnTo>
                    <a:pt x="6994" y="4372"/>
                  </a:lnTo>
                  <a:lnTo>
                    <a:pt x="5621" y="5621"/>
                  </a:lnTo>
                  <a:lnTo>
                    <a:pt x="4372" y="6994"/>
                  </a:lnTo>
                  <a:lnTo>
                    <a:pt x="3372" y="8493"/>
                  </a:lnTo>
                  <a:lnTo>
                    <a:pt x="2373" y="9992"/>
                  </a:lnTo>
                  <a:lnTo>
                    <a:pt x="1624" y="11740"/>
                  </a:lnTo>
                  <a:lnTo>
                    <a:pt x="875" y="13489"/>
                  </a:lnTo>
                  <a:lnTo>
                    <a:pt x="500" y="15237"/>
                  </a:lnTo>
                  <a:lnTo>
                    <a:pt x="125" y="17235"/>
                  </a:lnTo>
                  <a:lnTo>
                    <a:pt x="0" y="19109"/>
                  </a:lnTo>
                  <a:lnTo>
                    <a:pt x="0" y="19109"/>
                  </a:lnTo>
                  <a:lnTo>
                    <a:pt x="250" y="21482"/>
                  </a:lnTo>
                  <a:lnTo>
                    <a:pt x="625" y="23605"/>
                  </a:lnTo>
                  <a:lnTo>
                    <a:pt x="1249" y="25603"/>
                  </a:lnTo>
                  <a:lnTo>
                    <a:pt x="1999" y="27476"/>
                  </a:lnTo>
                  <a:lnTo>
                    <a:pt x="2873" y="29225"/>
                  </a:lnTo>
                  <a:lnTo>
                    <a:pt x="3872" y="30723"/>
                  </a:lnTo>
                  <a:lnTo>
                    <a:pt x="4996" y="32097"/>
                  </a:lnTo>
                  <a:lnTo>
                    <a:pt x="6370" y="33346"/>
                  </a:lnTo>
                  <a:lnTo>
                    <a:pt x="7744" y="34470"/>
                  </a:lnTo>
                  <a:lnTo>
                    <a:pt x="9117" y="35469"/>
                  </a:lnTo>
                  <a:lnTo>
                    <a:pt x="10741" y="36343"/>
                  </a:lnTo>
                  <a:lnTo>
                    <a:pt x="12365" y="36968"/>
                  </a:lnTo>
                  <a:lnTo>
                    <a:pt x="13988" y="37467"/>
                  </a:lnTo>
                  <a:lnTo>
                    <a:pt x="15737" y="37842"/>
                  </a:lnTo>
                  <a:lnTo>
                    <a:pt x="17485" y="38092"/>
                  </a:lnTo>
                  <a:lnTo>
                    <a:pt x="19109" y="38092"/>
                  </a:lnTo>
                  <a:lnTo>
                    <a:pt x="20857" y="38092"/>
                  </a:lnTo>
                  <a:lnTo>
                    <a:pt x="22606" y="37842"/>
                  </a:lnTo>
                  <a:lnTo>
                    <a:pt x="24354" y="37467"/>
                  </a:lnTo>
                  <a:lnTo>
                    <a:pt x="25978" y="36968"/>
                  </a:lnTo>
                  <a:lnTo>
                    <a:pt x="27601" y="36343"/>
                  </a:lnTo>
                  <a:lnTo>
                    <a:pt x="29100" y="35469"/>
                  </a:lnTo>
                  <a:lnTo>
                    <a:pt x="30599" y="34470"/>
                  </a:lnTo>
                  <a:lnTo>
                    <a:pt x="31972" y="33346"/>
                  </a:lnTo>
                  <a:lnTo>
                    <a:pt x="33221" y="32097"/>
                  </a:lnTo>
                  <a:lnTo>
                    <a:pt x="34470" y="30723"/>
                  </a:lnTo>
                  <a:lnTo>
                    <a:pt x="35469" y="29100"/>
                  </a:lnTo>
                  <a:lnTo>
                    <a:pt x="36344" y="27476"/>
                  </a:lnTo>
                  <a:lnTo>
                    <a:pt x="37093" y="25603"/>
                  </a:lnTo>
                  <a:lnTo>
                    <a:pt x="37717" y="23605"/>
                  </a:lnTo>
                  <a:lnTo>
                    <a:pt x="38092" y="21482"/>
                  </a:lnTo>
                  <a:lnTo>
                    <a:pt x="38217" y="19109"/>
                  </a:lnTo>
                  <a:lnTo>
                    <a:pt x="38217" y="19109"/>
                  </a:lnTo>
                  <a:lnTo>
                    <a:pt x="38217" y="17235"/>
                  </a:lnTo>
                  <a:lnTo>
                    <a:pt x="37842" y="15237"/>
                  </a:lnTo>
                  <a:lnTo>
                    <a:pt x="37343" y="13489"/>
                  </a:lnTo>
                  <a:lnTo>
                    <a:pt x="36718" y="11740"/>
                  </a:lnTo>
                  <a:lnTo>
                    <a:pt x="35969" y="9992"/>
                  </a:lnTo>
                  <a:lnTo>
                    <a:pt x="34970" y="8493"/>
                  </a:lnTo>
                  <a:lnTo>
                    <a:pt x="33846" y="6994"/>
                  </a:lnTo>
                  <a:lnTo>
                    <a:pt x="32722" y="5621"/>
                  </a:lnTo>
                  <a:lnTo>
                    <a:pt x="31348" y="4372"/>
                  </a:lnTo>
                  <a:lnTo>
                    <a:pt x="29849" y="3248"/>
                  </a:lnTo>
                  <a:lnTo>
                    <a:pt x="28226" y="2373"/>
                  </a:lnTo>
                  <a:lnTo>
                    <a:pt x="26602" y="1499"/>
                  </a:lnTo>
                  <a:lnTo>
                    <a:pt x="24854" y="875"/>
                  </a:lnTo>
                  <a:lnTo>
                    <a:pt x="22980" y="375"/>
                  </a:lnTo>
                  <a:lnTo>
                    <a:pt x="21107" y="125"/>
                  </a:lnTo>
                  <a:lnTo>
                    <a:pt x="19109" y="1"/>
                  </a:lnTo>
                  <a:lnTo>
                    <a:pt x="1910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6"/>
            <p:cNvSpPr/>
            <p:nvPr/>
          </p:nvSpPr>
          <p:spPr>
            <a:xfrm>
              <a:off x="4450050" y="2493725"/>
              <a:ext cx="796200" cy="331000"/>
            </a:xfrm>
            <a:custGeom>
              <a:rect b="b" l="l" r="r" t="t"/>
              <a:pathLst>
                <a:path extrusionOk="0" fill="none" h="13240" w="31848">
                  <a:moveTo>
                    <a:pt x="15862" y="1"/>
                  </a:moveTo>
                  <a:lnTo>
                    <a:pt x="15862" y="1"/>
                  </a:lnTo>
                  <a:lnTo>
                    <a:pt x="17360" y="1"/>
                  </a:lnTo>
                  <a:lnTo>
                    <a:pt x="18859" y="251"/>
                  </a:lnTo>
                  <a:lnTo>
                    <a:pt x="20233" y="500"/>
                  </a:lnTo>
                  <a:lnTo>
                    <a:pt x="21482" y="1000"/>
                  </a:lnTo>
                  <a:lnTo>
                    <a:pt x="22856" y="1500"/>
                  </a:lnTo>
                  <a:lnTo>
                    <a:pt x="24105" y="2124"/>
                  </a:lnTo>
                  <a:lnTo>
                    <a:pt x="25229" y="2873"/>
                  </a:lnTo>
                  <a:lnTo>
                    <a:pt x="26353" y="3748"/>
                  </a:lnTo>
                  <a:lnTo>
                    <a:pt x="27352" y="4747"/>
                  </a:lnTo>
                  <a:lnTo>
                    <a:pt x="28226" y="5746"/>
                  </a:lnTo>
                  <a:lnTo>
                    <a:pt x="29100" y="6870"/>
                  </a:lnTo>
                  <a:lnTo>
                    <a:pt x="29849" y="7994"/>
                  </a:lnTo>
                  <a:lnTo>
                    <a:pt x="30474" y="9243"/>
                  </a:lnTo>
                  <a:lnTo>
                    <a:pt x="31098" y="10492"/>
                  </a:lnTo>
                  <a:lnTo>
                    <a:pt x="31473" y="11865"/>
                  </a:lnTo>
                  <a:lnTo>
                    <a:pt x="31848" y="13239"/>
                  </a:lnTo>
                  <a:lnTo>
                    <a:pt x="1" y="13239"/>
                  </a:lnTo>
                  <a:lnTo>
                    <a:pt x="1" y="13239"/>
                  </a:lnTo>
                  <a:lnTo>
                    <a:pt x="375" y="11865"/>
                  </a:lnTo>
                  <a:lnTo>
                    <a:pt x="750" y="10492"/>
                  </a:lnTo>
                  <a:lnTo>
                    <a:pt x="1374" y="9243"/>
                  </a:lnTo>
                  <a:lnTo>
                    <a:pt x="1999" y="7994"/>
                  </a:lnTo>
                  <a:lnTo>
                    <a:pt x="2748" y="6870"/>
                  </a:lnTo>
                  <a:lnTo>
                    <a:pt x="3622" y="5746"/>
                  </a:lnTo>
                  <a:lnTo>
                    <a:pt x="4497" y="4747"/>
                  </a:lnTo>
                  <a:lnTo>
                    <a:pt x="5496" y="3748"/>
                  </a:lnTo>
                  <a:lnTo>
                    <a:pt x="6620" y="2873"/>
                  </a:lnTo>
                  <a:lnTo>
                    <a:pt x="7744" y="2124"/>
                  </a:lnTo>
                  <a:lnTo>
                    <a:pt x="8993" y="1500"/>
                  </a:lnTo>
                  <a:lnTo>
                    <a:pt x="10242" y="1000"/>
                  </a:lnTo>
                  <a:lnTo>
                    <a:pt x="11615" y="500"/>
                  </a:lnTo>
                  <a:lnTo>
                    <a:pt x="12989" y="251"/>
                  </a:lnTo>
                  <a:lnTo>
                    <a:pt x="14488" y="1"/>
                  </a:lnTo>
                  <a:lnTo>
                    <a:pt x="15862" y="1"/>
                  </a:lnTo>
                  <a:lnTo>
                    <a:pt x="15862"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6"/>
            <p:cNvSpPr/>
            <p:nvPr/>
          </p:nvSpPr>
          <p:spPr>
            <a:xfrm>
              <a:off x="4471900" y="3043250"/>
              <a:ext cx="265425" cy="243550"/>
            </a:xfrm>
            <a:custGeom>
              <a:rect b="b" l="l" r="r" t="t"/>
              <a:pathLst>
                <a:path extrusionOk="0" fill="none" h="9742" w="10617">
                  <a:moveTo>
                    <a:pt x="1" y="0"/>
                  </a:moveTo>
                  <a:lnTo>
                    <a:pt x="1125" y="0"/>
                  </a:lnTo>
                  <a:lnTo>
                    <a:pt x="1125" y="0"/>
                  </a:lnTo>
                  <a:lnTo>
                    <a:pt x="2124" y="125"/>
                  </a:lnTo>
                  <a:lnTo>
                    <a:pt x="2998" y="250"/>
                  </a:lnTo>
                  <a:lnTo>
                    <a:pt x="3997" y="500"/>
                  </a:lnTo>
                  <a:lnTo>
                    <a:pt x="4872" y="750"/>
                  </a:lnTo>
                  <a:lnTo>
                    <a:pt x="5621" y="1249"/>
                  </a:lnTo>
                  <a:lnTo>
                    <a:pt x="6495" y="1624"/>
                  </a:lnTo>
                  <a:lnTo>
                    <a:pt x="7120" y="2248"/>
                  </a:lnTo>
                  <a:lnTo>
                    <a:pt x="7869" y="2873"/>
                  </a:lnTo>
                  <a:lnTo>
                    <a:pt x="8493" y="3497"/>
                  </a:lnTo>
                  <a:lnTo>
                    <a:pt x="8993" y="4247"/>
                  </a:lnTo>
                  <a:lnTo>
                    <a:pt x="9493" y="4996"/>
                  </a:lnTo>
                  <a:lnTo>
                    <a:pt x="9867" y="5870"/>
                  </a:lnTo>
                  <a:lnTo>
                    <a:pt x="10242" y="6744"/>
                  </a:lnTo>
                  <a:lnTo>
                    <a:pt x="10492" y="7619"/>
                  </a:lnTo>
                  <a:lnTo>
                    <a:pt x="10617" y="8618"/>
                  </a:lnTo>
                  <a:lnTo>
                    <a:pt x="10617" y="9492"/>
                  </a:lnTo>
                  <a:lnTo>
                    <a:pt x="10617" y="9742"/>
                  </a:lnTo>
                  <a:lnTo>
                    <a:pt x="10617" y="9742"/>
                  </a:lnTo>
                  <a:lnTo>
                    <a:pt x="8868" y="9117"/>
                  </a:lnTo>
                  <a:lnTo>
                    <a:pt x="7120" y="8243"/>
                  </a:lnTo>
                  <a:lnTo>
                    <a:pt x="5621" y="7244"/>
                  </a:lnTo>
                  <a:lnTo>
                    <a:pt x="4122" y="6120"/>
                  </a:lnTo>
                  <a:lnTo>
                    <a:pt x="2873" y="4746"/>
                  </a:lnTo>
                  <a:lnTo>
                    <a:pt x="1749" y="3372"/>
                  </a:lnTo>
                  <a:lnTo>
                    <a:pt x="750" y="1749"/>
                  </a:lnTo>
                  <a:lnTo>
                    <a:pt x="1" y="0"/>
                  </a:lnTo>
                  <a:lnTo>
                    <a:pt x="1"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
            <p:cNvSpPr/>
            <p:nvPr/>
          </p:nvSpPr>
          <p:spPr>
            <a:xfrm>
              <a:off x="4958975" y="3043250"/>
              <a:ext cx="265425" cy="243550"/>
            </a:xfrm>
            <a:custGeom>
              <a:rect b="b" l="l" r="r" t="t"/>
              <a:pathLst>
                <a:path extrusionOk="0" fill="none" h="9742" w="10617">
                  <a:moveTo>
                    <a:pt x="1" y="9742"/>
                  </a:moveTo>
                  <a:lnTo>
                    <a:pt x="1" y="9492"/>
                  </a:lnTo>
                  <a:lnTo>
                    <a:pt x="1" y="9492"/>
                  </a:lnTo>
                  <a:lnTo>
                    <a:pt x="1" y="8618"/>
                  </a:lnTo>
                  <a:lnTo>
                    <a:pt x="126" y="7619"/>
                  </a:lnTo>
                  <a:lnTo>
                    <a:pt x="375" y="6744"/>
                  </a:lnTo>
                  <a:lnTo>
                    <a:pt x="750" y="5870"/>
                  </a:lnTo>
                  <a:lnTo>
                    <a:pt x="1125" y="4996"/>
                  </a:lnTo>
                  <a:lnTo>
                    <a:pt x="1624" y="4247"/>
                  </a:lnTo>
                  <a:lnTo>
                    <a:pt x="2124" y="3497"/>
                  </a:lnTo>
                  <a:lnTo>
                    <a:pt x="2748" y="2873"/>
                  </a:lnTo>
                  <a:lnTo>
                    <a:pt x="3373" y="2248"/>
                  </a:lnTo>
                  <a:lnTo>
                    <a:pt x="4122" y="1624"/>
                  </a:lnTo>
                  <a:lnTo>
                    <a:pt x="4996" y="1249"/>
                  </a:lnTo>
                  <a:lnTo>
                    <a:pt x="5746" y="750"/>
                  </a:lnTo>
                  <a:lnTo>
                    <a:pt x="6620" y="500"/>
                  </a:lnTo>
                  <a:lnTo>
                    <a:pt x="7494" y="250"/>
                  </a:lnTo>
                  <a:lnTo>
                    <a:pt x="8493" y="125"/>
                  </a:lnTo>
                  <a:lnTo>
                    <a:pt x="9492" y="0"/>
                  </a:lnTo>
                  <a:lnTo>
                    <a:pt x="10617" y="0"/>
                  </a:lnTo>
                  <a:lnTo>
                    <a:pt x="10617" y="0"/>
                  </a:lnTo>
                  <a:lnTo>
                    <a:pt x="9867" y="1749"/>
                  </a:lnTo>
                  <a:lnTo>
                    <a:pt x="8868" y="3372"/>
                  </a:lnTo>
                  <a:lnTo>
                    <a:pt x="7744" y="4746"/>
                  </a:lnTo>
                  <a:lnTo>
                    <a:pt x="6370" y="6120"/>
                  </a:lnTo>
                  <a:lnTo>
                    <a:pt x="4996" y="7244"/>
                  </a:lnTo>
                  <a:lnTo>
                    <a:pt x="3373" y="8243"/>
                  </a:lnTo>
                  <a:lnTo>
                    <a:pt x="1749" y="9117"/>
                  </a:lnTo>
                  <a:lnTo>
                    <a:pt x="1" y="9742"/>
                  </a:lnTo>
                  <a:lnTo>
                    <a:pt x="1" y="9742"/>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6"/>
            <p:cNvSpPr/>
            <p:nvPr/>
          </p:nvSpPr>
          <p:spPr>
            <a:xfrm>
              <a:off x="4443800" y="2896500"/>
              <a:ext cx="808700" cy="405925"/>
            </a:xfrm>
            <a:custGeom>
              <a:rect b="b" l="l" r="r" t="t"/>
              <a:pathLst>
                <a:path extrusionOk="0" fill="none" h="16237" w="32348">
                  <a:moveTo>
                    <a:pt x="32098" y="2998"/>
                  </a:moveTo>
                  <a:lnTo>
                    <a:pt x="30099" y="2998"/>
                  </a:lnTo>
                  <a:lnTo>
                    <a:pt x="30099" y="2998"/>
                  </a:lnTo>
                  <a:lnTo>
                    <a:pt x="28851" y="2998"/>
                  </a:lnTo>
                  <a:lnTo>
                    <a:pt x="27602" y="3248"/>
                  </a:lnTo>
                  <a:lnTo>
                    <a:pt x="26353" y="3498"/>
                  </a:lnTo>
                  <a:lnTo>
                    <a:pt x="25229" y="3997"/>
                  </a:lnTo>
                  <a:lnTo>
                    <a:pt x="24105" y="4497"/>
                  </a:lnTo>
                  <a:lnTo>
                    <a:pt x="23106" y="5121"/>
                  </a:lnTo>
                  <a:lnTo>
                    <a:pt x="22106" y="5870"/>
                  </a:lnTo>
                  <a:lnTo>
                    <a:pt x="21232" y="6620"/>
                  </a:lnTo>
                  <a:lnTo>
                    <a:pt x="20483" y="7494"/>
                  </a:lnTo>
                  <a:lnTo>
                    <a:pt x="19734" y="8493"/>
                  </a:lnTo>
                  <a:lnTo>
                    <a:pt x="19109" y="9492"/>
                  </a:lnTo>
                  <a:lnTo>
                    <a:pt x="18610" y="10616"/>
                  </a:lnTo>
                  <a:lnTo>
                    <a:pt x="18235" y="11740"/>
                  </a:lnTo>
                  <a:lnTo>
                    <a:pt x="17860" y="12864"/>
                  </a:lnTo>
                  <a:lnTo>
                    <a:pt x="17735" y="14113"/>
                  </a:lnTo>
                  <a:lnTo>
                    <a:pt x="17610" y="15362"/>
                  </a:lnTo>
                  <a:lnTo>
                    <a:pt x="17610" y="16111"/>
                  </a:lnTo>
                  <a:lnTo>
                    <a:pt x="17610" y="16111"/>
                  </a:lnTo>
                  <a:lnTo>
                    <a:pt x="16112" y="16236"/>
                  </a:lnTo>
                  <a:lnTo>
                    <a:pt x="14738" y="16111"/>
                  </a:lnTo>
                  <a:lnTo>
                    <a:pt x="14738" y="15362"/>
                  </a:lnTo>
                  <a:lnTo>
                    <a:pt x="14738" y="15362"/>
                  </a:lnTo>
                  <a:lnTo>
                    <a:pt x="14613" y="14113"/>
                  </a:lnTo>
                  <a:lnTo>
                    <a:pt x="14488" y="12864"/>
                  </a:lnTo>
                  <a:lnTo>
                    <a:pt x="14113" y="11740"/>
                  </a:lnTo>
                  <a:lnTo>
                    <a:pt x="13739" y="10616"/>
                  </a:lnTo>
                  <a:lnTo>
                    <a:pt x="13239" y="9492"/>
                  </a:lnTo>
                  <a:lnTo>
                    <a:pt x="12615" y="8493"/>
                  </a:lnTo>
                  <a:lnTo>
                    <a:pt x="11865" y="7494"/>
                  </a:lnTo>
                  <a:lnTo>
                    <a:pt x="10991" y="6620"/>
                  </a:lnTo>
                  <a:lnTo>
                    <a:pt x="10117" y="5870"/>
                  </a:lnTo>
                  <a:lnTo>
                    <a:pt x="9243" y="5121"/>
                  </a:lnTo>
                  <a:lnTo>
                    <a:pt x="8119" y="4497"/>
                  </a:lnTo>
                  <a:lnTo>
                    <a:pt x="7120" y="3997"/>
                  </a:lnTo>
                  <a:lnTo>
                    <a:pt x="5996" y="3498"/>
                  </a:lnTo>
                  <a:lnTo>
                    <a:pt x="4747" y="3248"/>
                  </a:lnTo>
                  <a:lnTo>
                    <a:pt x="3498" y="2998"/>
                  </a:lnTo>
                  <a:lnTo>
                    <a:pt x="2249" y="2998"/>
                  </a:lnTo>
                  <a:lnTo>
                    <a:pt x="251" y="2998"/>
                  </a:lnTo>
                  <a:lnTo>
                    <a:pt x="251" y="2998"/>
                  </a:lnTo>
                  <a:lnTo>
                    <a:pt x="126" y="1499"/>
                  </a:lnTo>
                  <a:lnTo>
                    <a:pt x="1" y="1"/>
                  </a:lnTo>
                  <a:lnTo>
                    <a:pt x="32348" y="1"/>
                  </a:lnTo>
                  <a:lnTo>
                    <a:pt x="32348" y="1"/>
                  </a:lnTo>
                  <a:lnTo>
                    <a:pt x="32223" y="1499"/>
                  </a:lnTo>
                  <a:lnTo>
                    <a:pt x="32098" y="2998"/>
                  </a:lnTo>
                  <a:lnTo>
                    <a:pt x="32098" y="2998"/>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6"/>
            <p:cNvSpPr/>
            <p:nvPr/>
          </p:nvSpPr>
          <p:spPr>
            <a:xfrm>
              <a:off x="5246225" y="29714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6"/>
            <p:cNvSpPr/>
            <p:nvPr/>
          </p:nvSpPr>
          <p:spPr>
            <a:xfrm>
              <a:off x="4812225" y="2971425"/>
              <a:ext cx="71850" cy="71850"/>
            </a:xfrm>
            <a:custGeom>
              <a:rect b="b" l="l" r="r" t="t"/>
              <a:pathLst>
                <a:path extrusionOk="0" h="2874" w="2874">
                  <a:moveTo>
                    <a:pt x="1" y="1"/>
                  </a:moveTo>
                  <a:lnTo>
                    <a:pt x="1" y="2873"/>
                  </a:lnTo>
                  <a:lnTo>
                    <a:pt x="2873" y="2873"/>
                  </a:lnTo>
                  <a:lnTo>
                    <a:pt x="287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89" name="Shape 89"/>
        <p:cNvGrpSpPr/>
        <p:nvPr/>
      </p:nvGrpSpPr>
      <p:grpSpPr>
        <a:xfrm>
          <a:off x="0" y="0"/>
          <a:ext cx="0" cy="0"/>
          <a:chOff x="0" y="0"/>
          <a:chExt cx="0" cy="0"/>
        </a:xfrm>
      </p:grpSpPr>
      <p:sp>
        <p:nvSpPr>
          <p:cNvPr id="90" name="Google Shape;90;p7"/>
          <p:cNvSpPr txBox="1"/>
          <p:nvPr>
            <p:ph type="title"/>
          </p:nvPr>
        </p:nvSpPr>
        <p:spPr>
          <a:xfrm>
            <a:off x="719999" y="3981600"/>
            <a:ext cx="3950100" cy="531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2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91" name="Google Shape;91;p7"/>
          <p:cNvSpPr txBox="1"/>
          <p:nvPr>
            <p:ph idx="1" type="subTitle"/>
          </p:nvPr>
        </p:nvSpPr>
        <p:spPr>
          <a:xfrm>
            <a:off x="719999" y="2661019"/>
            <a:ext cx="4738800" cy="1272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9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2" name="Google Shape;92;p7"/>
          <p:cNvSpPr/>
          <p:nvPr/>
        </p:nvSpPr>
        <p:spPr>
          <a:xfrm>
            <a:off x="7620000" y="125"/>
            <a:ext cx="1524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3" name="Shape 93"/>
        <p:cNvGrpSpPr/>
        <p:nvPr/>
      </p:nvGrpSpPr>
      <p:grpSpPr>
        <a:xfrm>
          <a:off x="0" y="0"/>
          <a:ext cx="0" cy="0"/>
          <a:chOff x="0" y="0"/>
          <a:chExt cx="0" cy="0"/>
        </a:xfrm>
      </p:grpSpPr>
      <p:sp>
        <p:nvSpPr>
          <p:cNvPr id="94" name="Google Shape;94;p8"/>
          <p:cNvSpPr txBox="1"/>
          <p:nvPr>
            <p:ph type="title"/>
          </p:nvPr>
        </p:nvSpPr>
        <p:spPr>
          <a:xfrm>
            <a:off x="720000" y="1839825"/>
            <a:ext cx="4644300" cy="191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5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5" name="Google Shape;95;p8"/>
          <p:cNvSpPr txBox="1"/>
          <p:nvPr>
            <p:ph idx="2" type="title"/>
          </p:nvPr>
        </p:nvSpPr>
        <p:spPr>
          <a:xfrm>
            <a:off x="720000" y="674750"/>
            <a:ext cx="1056900" cy="10611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53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96" name="Google Shape;96;p8"/>
          <p:cNvSpPr txBox="1"/>
          <p:nvPr>
            <p:ph idx="1" type="subTitle"/>
          </p:nvPr>
        </p:nvSpPr>
        <p:spPr>
          <a:xfrm>
            <a:off x="720000" y="3755325"/>
            <a:ext cx="2556600" cy="71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atin typeface="Nunito"/>
                <a:ea typeface="Nunito"/>
                <a:cs typeface="Nunito"/>
                <a:sym typeface="Nunito"/>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p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99" name="Google Shape;99;p9"/>
          <p:cNvSpPr txBox="1"/>
          <p:nvPr>
            <p:ph idx="2" type="title"/>
          </p:nvPr>
        </p:nvSpPr>
        <p:spPr>
          <a:xfrm>
            <a:off x="1207975" y="2787238"/>
            <a:ext cx="2970900" cy="55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b="1" sz="2000">
                <a:solidFill>
                  <a:schemeClr val="lt2"/>
                </a:solidFill>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100" name="Google Shape;100;p9"/>
          <p:cNvSpPr txBox="1"/>
          <p:nvPr>
            <p:ph idx="3" type="title"/>
          </p:nvPr>
        </p:nvSpPr>
        <p:spPr>
          <a:xfrm>
            <a:off x="4949250" y="2787238"/>
            <a:ext cx="2971200" cy="55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b="1" sz="2000">
                <a:solidFill>
                  <a:schemeClr val="lt2"/>
                </a:solidFill>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101" name="Google Shape;101;p9"/>
          <p:cNvSpPr txBox="1"/>
          <p:nvPr>
            <p:ph idx="1" type="subTitle"/>
          </p:nvPr>
        </p:nvSpPr>
        <p:spPr>
          <a:xfrm>
            <a:off x="4949253" y="3432025"/>
            <a:ext cx="2971200" cy="1033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solidFill>
                  <a:schemeClr val="dk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2" name="Google Shape;102;p9"/>
          <p:cNvSpPr txBox="1"/>
          <p:nvPr>
            <p:ph idx="4" type="subTitle"/>
          </p:nvPr>
        </p:nvSpPr>
        <p:spPr>
          <a:xfrm>
            <a:off x="1208175" y="3432025"/>
            <a:ext cx="2970900" cy="1033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solidFill>
                  <a:schemeClr val="dk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3" name="Google Shape;103;p9"/>
          <p:cNvSpPr/>
          <p:nvPr/>
        </p:nvSpPr>
        <p:spPr>
          <a:xfrm rot="5400000">
            <a:off x="-1698856" y="-1032250"/>
            <a:ext cx="3176700" cy="3176700"/>
          </a:xfrm>
          <a:prstGeom prst="blockArc">
            <a:avLst>
              <a:gd fmla="val 1079972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9"/>
          <p:cNvSpPr/>
          <p:nvPr/>
        </p:nvSpPr>
        <p:spPr>
          <a:xfrm>
            <a:off x="6932050" y="4050425"/>
            <a:ext cx="3176700" cy="3176700"/>
          </a:xfrm>
          <a:prstGeom prst="blockArc">
            <a:avLst>
              <a:gd fmla="val 1079972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05" name="Shape 105"/>
        <p:cNvGrpSpPr/>
        <p:nvPr/>
      </p:nvGrpSpPr>
      <p:grpSpPr>
        <a:xfrm>
          <a:off x="0" y="0"/>
          <a:ext cx="0" cy="0"/>
          <a:chOff x="0" y="0"/>
          <a:chExt cx="0" cy="0"/>
        </a:xfrm>
      </p:grpSpPr>
      <p:sp>
        <p:nvSpPr>
          <p:cNvPr id="106" name="Google Shape;106;p1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107" name="Google Shape;107;p10"/>
          <p:cNvSpPr txBox="1"/>
          <p:nvPr>
            <p:ph idx="2" type="title"/>
          </p:nvPr>
        </p:nvSpPr>
        <p:spPr>
          <a:xfrm>
            <a:off x="872075" y="2782837"/>
            <a:ext cx="21753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08" name="Google Shape;108;p10"/>
          <p:cNvSpPr txBox="1"/>
          <p:nvPr>
            <p:ph idx="1" type="subTitle"/>
          </p:nvPr>
        </p:nvSpPr>
        <p:spPr>
          <a:xfrm>
            <a:off x="872075" y="3404924"/>
            <a:ext cx="2175300" cy="869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2"/>
                </a:solidFill>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9" name="Google Shape;109;p10"/>
          <p:cNvSpPr txBox="1"/>
          <p:nvPr>
            <p:ph idx="3" type="title"/>
          </p:nvPr>
        </p:nvSpPr>
        <p:spPr>
          <a:xfrm>
            <a:off x="3484425" y="2782837"/>
            <a:ext cx="21753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10" name="Google Shape;110;p10"/>
          <p:cNvSpPr txBox="1"/>
          <p:nvPr>
            <p:ph idx="4" type="subTitle"/>
          </p:nvPr>
        </p:nvSpPr>
        <p:spPr>
          <a:xfrm>
            <a:off x="3484425" y="3404924"/>
            <a:ext cx="2175300" cy="869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2"/>
                </a:solidFill>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1" name="Google Shape;111;p10"/>
          <p:cNvSpPr txBox="1"/>
          <p:nvPr>
            <p:ph idx="5" type="title"/>
          </p:nvPr>
        </p:nvSpPr>
        <p:spPr>
          <a:xfrm>
            <a:off x="6096774" y="2782837"/>
            <a:ext cx="21753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12" name="Google Shape;112;p10"/>
          <p:cNvSpPr txBox="1"/>
          <p:nvPr>
            <p:ph idx="6" type="subTitle"/>
          </p:nvPr>
        </p:nvSpPr>
        <p:spPr>
          <a:xfrm>
            <a:off x="6096774" y="3404924"/>
            <a:ext cx="2175300" cy="869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2"/>
                </a:solidFill>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3" name="Google Shape;113;p10"/>
          <p:cNvSpPr/>
          <p:nvPr/>
        </p:nvSpPr>
        <p:spPr>
          <a:xfrm>
            <a:off x="-54958" y="3842125"/>
            <a:ext cx="9277200" cy="1313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4" name="Google Shape;114;p10"/>
          <p:cNvGrpSpPr/>
          <p:nvPr/>
        </p:nvGrpSpPr>
        <p:grpSpPr>
          <a:xfrm>
            <a:off x="6688213" y="2748436"/>
            <a:ext cx="2187867" cy="2182392"/>
            <a:chOff x="4222125" y="2272050"/>
            <a:chExt cx="1248925" cy="1245800"/>
          </a:xfrm>
        </p:grpSpPr>
        <p:sp>
          <p:nvSpPr>
            <p:cNvPr id="115" name="Google Shape;115;p10"/>
            <p:cNvSpPr/>
            <p:nvPr/>
          </p:nvSpPr>
          <p:spPr>
            <a:xfrm>
              <a:off x="4222125" y="2272050"/>
              <a:ext cx="1248925" cy="1245800"/>
            </a:xfrm>
            <a:custGeom>
              <a:rect b="b" l="l" r="r" t="t"/>
              <a:pathLst>
                <a:path extrusionOk="0" h="49832" w="49957">
                  <a:moveTo>
                    <a:pt x="27102" y="3123"/>
                  </a:moveTo>
                  <a:lnTo>
                    <a:pt x="28975" y="3373"/>
                  </a:lnTo>
                  <a:lnTo>
                    <a:pt x="30973" y="3872"/>
                  </a:lnTo>
                  <a:lnTo>
                    <a:pt x="32972" y="4497"/>
                  </a:lnTo>
                  <a:lnTo>
                    <a:pt x="34720" y="5246"/>
                  </a:lnTo>
                  <a:lnTo>
                    <a:pt x="36594" y="6120"/>
                  </a:lnTo>
                  <a:lnTo>
                    <a:pt x="38217" y="7244"/>
                  </a:lnTo>
                  <a:lnTo>
                    <a:pt x="39841" y="8618"/>
                  </a:lnTo>
                  <a:lnTo>
                    <a:pt x="41339" y="9992"/>
                  </a:lnTo>
                  <a:lnTo>
                    <a:pt x="42713" y="11615"/>
                  </a:lnTo>
                  <a:lnTo>
                    <a:pt x="43837" y="13489"/>
                  </a:lnTo>
                  <a:lnTo>
                    <a:pt x="44836" y="15362"/>
                  </a:lnTo>
                  <a:lnTo>
                    <a:pt x="45711" y="17610"/>
                  </a:lnTo>
                  <a:lnTo>
                    <a:pt x="46335" y="19858"/>
                  </a:lnTo>
                  <a:lnTo>
                    <a:pt x="46835" y="22356"/>
                  </a:lnTo>
                  <a:lnTo>
                    <a:pt x="47084" y="24979"/>
                  </a:lnTo>
                  <a:lnTo>
                    <a:pt x="46960" y="27227"/>
                  </a:lnTo>
                  <a:lnTo>
                    <a:pt x="46585" y="29475"/>
                  </a:lnTo>
                  <a:lnTo>
                    <a:pt x="46085" y="31598"/>
                  </a:lnTo>
                  <a:lnTo>
                    <a:pt x="45336" y="33596"/>
                  </a:lnTo>
                  <a:lnTo>
                    <a:pt x="44462" y="35469"/>
                  </a:lnTo>
                  <a:lnTo>
                    <a:pt x="43338" y="37343"/>
                  </a:lnTo>
                  <a:lnTo>
                    <a:pt x="42089" y="38966"/>
                  </a:lnTo>
                  <a:lnTo>
                    <a:pt x="40590" y="40590"/>
                  </a:lnTo>
                  <a:lnTo>
                    <a:pt x="39091" y="41964"/>
                  </a:lnTo>
                  <a:lnTo>
                    <a:pt x="37343" y="43337"/>
                  </a:lnTo>
                  <a:lnTo>
                    <a:pt x="35470" y="44336"/>
                  </a:lnTo>
                  <a:lnTo>
                    <a:pt x="33596" y="45336"/>
                  </a:lnTo>
                  <a:lnTo>
                    <a:pt x="31598" y="46085"/>
                  </a:lnTo>
                  <a:lnTo>
                    <a:pt x="29475" y="46584"/>
                  </a:lnTo>
                  <a:lnTo>
                    <a:pt x="27227" y="46959"/>
                  </a:lnTo>
                  <a:lnTo>
                    <a:pt x="24979" y="47084"/>
                  </a:lnTo>
                  <a:lnTo>
                    <a:pt x="22731" y="46959"/>
                  </a:lnTo>
                  <a:lnTo>
                    <a:pt x="20608" y="46584"/>
                  </a:lnTo>
                  <a:lnTo>
                    <a:pt x="18484" y="46085"/>
                  </a:lnTo>
                  <a:lnTo>
                    <a:pt x="16486" y="45336"/>
                  </a:lnTo>
                  <a:lnTo>
                    <a:pt x="14488" y="44336"/>
                  </a:lnTo>
                  <a:lnTo>
                    <a:pt x="12739" y="43337"/>
                  </a:lnTo>
                  <a:lnTo>
                    <a:pt x="10991" y="41964"/>
                  </a:lnTo>
                  <a:lnTo>
                    <a:pt x="9492" y="40590"/>
                  </a:lnTo>
                  <a:lnTo>
                    <a:pt x="7994" y="38966"/>
                  </a:lnTo>
                  <a:lnTo>
                    <a:pt x="6745" y="37343"/>
                  </a:lnTo>
                  <a:lnTo>
                    <a:pt x="5621" y="35469"/>
                  </a:lnTo>
                  <a:lnTo>
                    <a:pt x="4746" y="33596"/>
                  </a:lnTo>
                  <a:lnTo>
                    <a:pt x="3997" y="31598"/>
                  </a:lnTo>
                  <a:lnTo>
                    <a:pt x="3498" y="29475"/>
                  </a:lnTo>
                  <a:lnTo>
                    <a:pt x="3123" y="27227"/>
                  </a:lnTo>
                  <a:lnTo>
                    <a:pt x="2998" y="24979"/>
                  </a:lnTo>
                  <a:lnTo>
                    <a:pt x="3248" y="22356"/>
                  </a:lnTo>
                  <a:lnTo>
                    <a:pt x="3622" y="19858"/>
                  </a:lnTo>
                  <a:lnTo>
                    <a:pt x="4372" y="17610"/>
                  </a:lnTo>
                  <a:lnTo>
                    <a:pt x="5246" y="15362"/>
                  </a:lnTo>
                  <a:lnTo>
                    <a:pt x="6245" y="13489"/>
                  </a:lnTo>
                  <a:lnTo>
                    <a:pt x="7369" y="11615"/>
                  </a:lnTo>
                  <a:lnTo>
                    <a:pt x="8743" y="9992"/>
                  </a:lnTo>
                  <a:lnTo>
                    <a:pt x="10242" y="8618"/>
                  </a:lnTo>
                  <a:lnTo>
                    <a:pt x="11865" y="7244"/>
                  </a:lnTo>
                  <a:lnTo>
                    <a:pt x="13489" y="6120"/>
                  </a:lnTo>
                  <a:lnTo>
                    <a:pt x="15237" y="5246"/>
                  </a:lnTo>
                  <a:lnTo>
                    <a:pt x="17111" y="4497"/>
                  </a:lnTo>
                  <a:lnTo>
                    <a:pt x="19109" y="3872"/>
                  </a:lnTo>
                  <a:lnTo>
                    <a:pt x="20982" y="3373"/>
                  </a:lnTo>
                  <a:lnTo>
                    <a:pt x="22980" y="3123"/>
                  </a:lnTo>
                  <a:close/>
                  <a:moveTo>
                    <a:pt x="24979" y="1"/>
                  </a:moveTo>
                  <a:lnTo>
                    <a:pt x="22481" y="126"/>
                  </a:lnTo>
                  <a:lnTo>
                    <a:pt x="19983" y="500"/>
                  </a:lnTo>
                  <a:lnTo>
                    <a:pt x="17610" y="1125"/>
                  </a:lnTo>
                  <a:lnTo>
                    <a:pt x="15362" y="1999"/>
                  </a:lnTo>
                  <a:lnTo>
                    <a:pt x="13114" y="2998"/>
                  </a:lnTo>
                  <a:lnTo>
                    <a:pt x="11116" y="4247"/>
                  </a:lnTo>
                  <a:lnTo>
                    <a:pt x="9118" y="5746"/>
                  </a:lnTo>
                  <a:lnTo>
                    <a:pt x="7369" y="7369"/>
                  </a:lnTo>
                  <a:lnTo>
                    <a:pt x="5746" y="9118"/>
                  </a:lnTo>
                  <a:lnTo>
                    <a:pt x="4372" y="10991"/>
                  </a:lnTo>
                  <a:lnTo>
                    <a:pt x="3123" y="13114"/>
                  </a:lnTo>
                  <a:lnTo>
                    <a:pt x="1999" y="15237"/>
                  </a:lnTo>
                  <a:lnTo>
                    <a:pt x="1125" y="17610"/>
                  </a:lnTo>
                  <a:lnTo>
                    <a:pt x="500" y="19983"/>
                  </a:lnTo>
                  <a:lnTo>
                    <a:pt x="125" y="22481"/>
                  </a:lnTo>
                  <a:lnTo>
                    <a:pt x="1" y="24979"/>
                  </a:lnTo>
                  <a:lnTo>
                    <a:pt x="250" y="27976"/>
                  </a:lnTo>
                  <a:lnTo>
                    <a:pt x="875" y="30848"/>
                  </a:lnTo>
                  <a:lnTo>
                    <a:pt x="1499" y="33471"/>
                  </a:lnTo>
                  <a:lnTo>
                    <a:pt x="2498" y="35844"/>
                  </a:lnTo>
                  <a:lnTo>
                    <a:pt x="3622" y="38092"/>
                  </a:lnTo>
                  <a:lnTo>
                    <a:pt x="4996" y="40215"/>
                  </a:lnTo>
                  <a:lnTo>
                    <a:pt x="6495" y="41964"/>
                  </a:lnTo>
                  <a:lnTo>
                    <a:pt x="8243" y="43587"/>
                  </a:lnTo>
                  <a:lnTo>
                    <a:pt x="9992" y="45086"/>
                  </a:lnTo>
                  <a:lnTo>
                    <a:pt x="11990" y="46335"/>
                  </a:lnTo>
                  <a:lnTo>
                    <a:pt x="13988" y="47459"/>
                  </a:lnTo>
                  <a:lnTo>
                    <a:pt x="16111" y="48333"/>
                  </a:lnTo>
                  <a:lnTo>
                    <a:pt x="18235" y="48957"/>
                  </a:lnTo>
                  <a:lnTo>
                    <a:pt x="20483" y="49457"/>
                  </a:lnTo>
                  <a:lnTo>
                    <a:pt x="22731" y="49707"/>
                  </a:lnTo>
                  <a:lnTo>
                    <a:pt x="24979" y="49832"/>
                  </a:lnTo>
                  <a:lnTo>
                    <a:pt x="27352" y="49707"/>
                  </a:lnTo>
                  <a:lnTo>
                    <a:pt x="29600" y="49457"/>
                  </a:lnTo>
                  <a:lnTo>
                    <a:pt x="31848" y="48957"/>
                  </a:lnTo>
                  <a:lnTo>
                    <a:pt x="33971" y="48333"/>
                  </a:lnTo>
                  <a:lnTo>
                    <a:pt x="36094" y="47459"/>
                  </a:lnTo>
                  <a:lnTo>
                    <a:pt x="38092" y="46335"/>
                  </a:lnTo>
                  <a:lnTo>
                    <a:pt x="40091" y="45086"/>
                  </a:lnTo>
                  <a:lnTo>
                    <a:pt x="41839" y="43587"/>
                  </a:lnTo>
                  <a:lnTo>
                    <a:pt x="43463" y="41964"/>
                  </a:lnTo>
                  <a:lnTo>
                    <a:pt x="45086" y="40090"/>
                  </a:lnTo>
                  <a:lnTo>
                    <a:pt x="46335" y="38092"/>
                  </a:lnTo>
                  <a:lnTo>
                    <a:pt x="47584" y="35844"/>
                  </a:lnTo>
                  <a:lnTo>
                    <a:pt x="48458" y="33471"/>
                  </a:lnTo>
                  <a:lnTo>
                    <a:pt x="49208" y="30848"/>
                  </a:lnTo>
                  <a:lnTo>
                    <a:pt x="49707" y="27976"/>
                  </a:lnTo>
                  <a:lnTo>
                    <a:pt x="49957" y="24979"/>
                  </a:lnTo>
                  <a:lnTo>
                    <a:pt x="49832" y="22481"/>
                  </a:lnTo>
                  <a:lnTo>
                    <a:pt x="49457" y="19983"/>
                  </a:lnTo>
                  <a:lnTo>
                    <a:pt x="48833" y="17610"/>
                  </a:lnTo>
                  <a:lnTo>
                    <a:pt x="48084" y="15237"/>
                  </a:lnTo>
                  <a:lnTo>
                    <a:pt x="46960" y="13114"/>
                  </a:lnTo>
                  <a:lnTo>
                    <a:pt x="45711" y="10991"/>
                  </a:lnTo>
                  <a:lnTo>
                    <a:pt x="44337" y="9118"/>
                  </a:lnTo>
                  <a:lnTo>
                    <a:pt x="42713" y="7369"/>
                  </a:lnTo>
                  <a:lnTo>
                    <a:pt x="40965" y="5746"/>
                  </a:lnTo>
                  <a:lnTo>
                    <a:pt x="38966" y="4247"/>
                  </a:lnTo>
                  <a:lnTo>
                    <a:pt x="36968" y="2998"/>
                  </a:lnTo>
                  <a:lnTo>
                    <a:pt x="34720" y="1999"/>
                  </a:lnTo>
                  <a:lnTo>
                    <a:pt x="32472" y="1125"/>
                  </a:lnTo>
                  <a:lnTo>
                    <a:pt x="30099" y="500"/>
                  </a:lnTo>
                  <a:lnTo>
                    <a:pt x="27601" y="126"/>
                  </a:lnTo>
                  <a:lnTo>
                    <a:pt x="2497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0"/>
            <p:cNvSpPr/>
            <p:nvPr/>
          </p:nvSpPr>
          <p:spPr>
            <a:xfrm>
              <a:off x="4222125" y="2272050"/>
              <a:ext cx="1248925" cy="1245800"/>
            </a:xfrm>
            <a:custGeom>
              <a:rect b="b" l="l" r="r" t="t"/>
              <a:pathLst>
                <a:path extrusionOk="0" fill="none" h="49832" w="49957">
                  <a:moveTo>
                    <a:pt x="24979" y="1"/>
                  </a:moveTo>
                  <a:lnTo>
                    <a:pt x="24979" y="1"/>
                  </a:lnTo>
                  <a:lnTo>
                    <a:pt x="22481" y="126"/>
                  </a:lnTo>
                  <a:lnTo>
                    <a:pt x="19983" y="500"/>
                  </a:lnTo>
                  <a:lnTo>
                    <a:pt x="17610" y="1125"/>
                  </a:lnTo>
                  <a:lnTo>
                    <a:pt x="15362" y="1999"/>
                  </a:lnTo>
                  <a:lnTo>
                    <a:pt x="13114" y="2998"/>
                  </a:lnTo>
                  <a:lnTo>
                    <a:pt x="11116" y="4247"/>
                  </a:lnTo>
                  <a:lnTo>
                    <a:pt x="9118" y="5746"/>
                  </a:lnTo>
                  <a:lnTo>
                    <a:pt x="7369" y="7369"/>
                  </a:lnTo>
                  <a:lnTo>
                    <a:pt x="5746" y="9118"/>
                  </a:lnTo>
                  <a:lnTo>
                    <a:pt x="4372" y="10991"/>
                  </a:lnTo>
                  <a:lnTo>
                    <a:pt x="3123" y="13114"/>
                  </a:lnTo>
                  <a:lnTo>
                    <a:pt x="1999" y="15237"/>
                  </a:lnTo>
                  <a:lnTo>
                    <a:pt x="1125" y="17610"/>
                  </a:lnTo>
                  <a:lnTo>
                    <a:pt x="500" y="19983"/>
                  </a:lnTo>
                  <a:lnTo>
                    <a:pt x="125" y="22481"/>
                  </a:lnTo>
                  <a:lnTo>
                    <a:pt x="1" y="24979"/>
                  </a:lnTo>
                  <a:lnTo>
                    <a:pt x="1" y="24979"/>
                  </a:lnTo>
                  <a:lnTo>
                    <a:pt x="250" y="27976"/>
                  </a:lnTo>
                  <a:lnTo>
                    <a:pt x="875" y="30848"/>
                  </a:lnTo>
                  <a:lnTo>
                    <a:pt x="1499" y="33471"/>
                  </a:lnTo>
                  <a:lnTo>
                    <a:pt x="2498" y="35844"/>
                  </a:lnTo>
                  <a:lnTo>
                    <a:pt x="3622" y="38092"/>
                  </a:lnTo>
                  <a:lnTo>
                    <a:pt x="4996" y="40215"/>
                  </a:lnTo>
                  <a:lnTo>
                    <a:pt x="6495" y="41964"/>
                  </a:lnTo>
                  <a:lnTo>
                    <a:pt x="8243" y="43587"/>
                  </a:lnTo>
                  <a:lnTo>
                    <a:pt x="9992" y="45086"/>
                  </a:lnTo>
                  <a:lnTo>
                    <a:pt x="11990" y="46335"/>
                  </a:lnTo>
                  <a:lnTo>
                    <a:pt x="13988" y="47459"/>
                  </a:lnTo>
                  <a:lnTo>
                    <a:pt x="16111" y="48333"/>
                  </a:lnTo>
                  <a:lnTo>
                    <a:pt x="18235" y="48957"/>
                  </a:lnTo>
                  <a:lnTo>
                    <a:pt x="20483" y="49457"/>
                  </a:lnTo>
                  <a:lnTo>
                    <a:pt x="22731" y="49707"/>
                  </a:lnTo>
                  <a:lnTo>
                    <a:pt x="24979" y="49832"/>
                  </a:lnTo>
                  <a:lnTo>
                    <a:pt x="27352" y="49707"/>
                  </a:lnTo>
                  <a:lnTo>
                    <a:pt x="29600" y="49457"/>
                  </a:lnTo>
                  <a:lnTo>
                    <a:pt x="31848" y="48957"/>
                  </a:lnTo>
                  <a:lnTo>
                    <a:pt x="33971" y="48333"/>
                  </a:lnTo>
                  <a:lnTo>
                    <a:pt x="36094" y="47459"/>
                  </a:lnTo>
                  <a:lnTo>
                    <a:pt x="38092" y="46335"/>
                  </a:lnTo>
                  <a:lnTo>
                    <a:pt x="40091" y="45086"/>
                  </a:lnTo>
                  <a:lnTo>
                    <a:pt x="41839" y="43587"/>
                  </a:lnTo>
                  <a:lnTo>
                    <a:pt x="43463" y="41964"/>
                  </a:lnTo>
                  <a:lnTo>
                    <a:pt x="45086" y="40090"/>
                  </a:lnTo>
                  <a:lnTo>
                    <a:pt x="46335" y="38092"/>
                  </a:lnTo>
                  <a:lnTo>
                    <a:pt x="47584" y="35844"/>
                  </a:lnTo>
                  <a:lnTo>
                    <a:pt x="48458" y="33471"/>
                  </a:lnTo>
                  <a:lnTo>
                    <a:pt x="49208" y="30848"/>
                  </a:lnTo>
                  <a:lnTo>
                    <a:pt x="49707" y="27976"/>
                  </a:lnTo>
                  <a:lnTo>
                    <a:pt x="49957" y="24979"/>
                  </a:lnTo>
                  <a:lnTo>
                    <a:pt x="49957" y="24979"/>
                  </a:lnTo>
                  <a:lnTo>
                    <a:pt x="49832" y="22481"/>
                  </a:lnTo>
                  <a:lnTo>
                    <a:pt x="49457" y="19983"/>
                  </a:lnTo>
                  <a:lnTo>
                    <a:pt x="48833" y="17610"/>
                  </a:lnTo>
                  <a:lnTo>
                    <a:pt x="48084" y="15237"/>
                  </a:lnTo>
                  <a:lnTo>
                    <a:pt x="46960" y="13114"/>
                  </a:lnTo>
                  <a:lnTo>
                    <a:pt x="45711" y="10991"/>
                  </a:lnTo>
                  <a:lnTo>
                    <a:pt x="44337" y="9118"/>
                  </a:lnTo>
                  <a:lnTo>
                    <a:pt x="42713" y="7369"/>
                  </a:lnTo>
                  <a:lnTo>
                    <a:pt x="40965" y="5746"/>
                  </a:lnTo>
                  <a:lnTo>
                    <a:pt x="38966" y="4247"/>
                  </a:lnTo>
                  <a:lnTo>
                    <a:pt x="36968" y="2998"/>
                  </a:lnTo>
                  <a:lnTo>
                    <a:pt x="34720" y="1999"/>
                  </a:lnTo>
                  <a:lnTo>
                    <a:pt x="32472" y="1125"/>
                  </a:lnTo>
                  <a:lnTo>
                    <a:pt x="30099" y="500"/>
                  </a:lnTo>
                  <a:lnTo>
                    <a:pt x="27601" y="126"/>
                  </a:lnTo>
                  <a:lnTo>
                    <a:pt x="24979" y="1"/>
                  </a:lnTo>
                  <a:lnTo>
                    <a:pt x="2497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0"/>
            <p:cNvSpPr/>
            <p:nvPr/>
          </p:nvSpPr>
          <p:spPr>
            <a:xfrm>
              <a:off x="4297050" y="2350125"/>
              <a:ext cx="1102200" cy="1099025"/>
            </a:xfrm>
            <a:custGeom>
              <a:rect b="b" l="l" r="r" t="t"/>
              <a:pathLst>
                <a:path extrusionOk="0" fill="none" h="43961" w="44088">
                  <a:moveTo>
                    <a:pt x="21982" y="43961"/>
                  </a:moveTo>
                  <a:lnTo>
                    <a:pt x="21982" y="43961"/>
                  </a:lnTo>
                  <a:lnTo>
                    <a:pt x="19734" y="43836"/>
                  </a:lnTo>
                  <a:lnTo>
                    <a:pt x="17611" y="43461"/>
                  </a:lnTo>
                  <a:lnTo>
                    <a:pt x="15487" y="42962"/>
                  </a:lnTo>
                  <a:lnTo>
                    <a:pt x="13489" y="42213"/>
                  </a:lnTo>
                  <a:lnTo>
                    <a:pt x="11491" y="41213"/>
                  </a:lnTo>
                  <a:lnTo>
                    <a:pt x="9742" y="40214"/>
                  </a:lnTo>
                  <a:lnTo>
                    <a:pt x="7994" y="38841"/>
                  </a:lnTo>
                  <a:lnTo>
                    <a:pt x="6495" y="37467"/>
                  </a:lnTo>
                  <a:lnTo>
                    <a:pt x="4997" y="35843"/>
                  </a:lnTo>
                  <a:lnTo>
                    <a:pt x="3748" y="34220"/>
                  </a:lnTo>
                  <a:lnTo>
                    <a:pt x="2624" y="32346"/>
                  </a:lnTo>
                  <a:lnTo>
                    <a:pt x="1749" y="30473"/>
                  </a:lnTo>
                  <a:lnTo>
                    <a:pt x="1000" y="28475"/>
                  </a:lnTo>
                  <a:lnTo>
                    <a:pt x="501" y="26352"/>
                  </a:lnTo>
                  <a:lnTo>
                    <a:pt x="126" y="24104"/>
                  </a:lnTo>
                  <a:lnTo>
                    <a:pt x="1" y="21856"/>
                  </a:lnTo>
                  <a:lnTo>
                    <a:pt x="1" y="21856"/>
                  </a:lnTo>
                  <a:lnTo>
                    <a:pt x="251" y="19233"/>
                  </a:lnTo>
                  <a:lnTo>
                    <a:pt x="625" y="16735"/>
                  </a:lnTo>
                  <a:lnTo>
                    <a:pt x="1375" y="14487"/>
                  </a:lnTo>
                  <a:lnTo>
                    <a:pt x="2249" y="12239"/>
                  </a:lnTo>
                  <a:lnTo>
                    <a:pt x="3248" y="10366"/>
                  </a:lnTo>
                  <a:lnTo>
                    <a:pt x="4372" y="8492"/>
                  </a:lnTo>
                  <a:lnTo>
                    <a:pt x="5746" y="6869"/>
                  </a:lnTo>
                  <a:lnTo>
                    <a:pt x="7245" y="5495"/>
                  </a:lnTo>
                  <a:lnTo>
                    <a:pt x="8868" y="4121"/>
                  </a:lnTo>
                  <a:lnTo>
                    <a:pt x="10492" y="2997"/>
                  </a:lnTo>
                  <a:lnTo>
                    <a:pt x="12240" y="2123"/>
                  </a:lnTo>
                  <a:lnTo>
                    <a:pt x="14114" y="1374"/>
                  </a:lnTo>
                  <a:lnTo>
                    <a:pt x="16112" y="749"/>
                  </a:lnTo>
                  <a:lnTo>
                    <a:pt x="17985" y="250"/>
                  </a:lnTo>
                  <a:lnTo>
                    <a:pt x="19983" y="0"/>
                  </a:lnTo>
                  <a:lnTo>
                    <a:pt x="21982" y="0"/>
                  </a:lnTo>
                  <a:lnTo>
                    <a:pt x="24105" y="0"/>
                  </a:lnTo>
                  <a:lnTo>
                    <a:pt x="25978" y="250"/>
                  </a:lnTo>
                  <a:lnTo>
                    <a:pt x="27976" y="749"/>
                  </a:lnTo>
                  <a:lnTo>
                    <a:pt x="29975" y="1374"/>
                  </a:lnTo>
                  <a:lnTo>
                    <a:pt x="31723" y="2123"/>
                  </a:lnTo>
                  <a:lnTo>
                    <a:pt x="33597" y="2997"/>
                  </a:lnTo>
                  <a:lnTo>
                    <a:pt x="35220" y="4121"/>
                  </a:lnTo>
                  <a:lnTo>
                    <a:pt x="36844" y="5495"/>
                  </a:lnTo>
                  <a:lnTo>
                    <a:pt x="38342" y="6869"/>
                  </a:lnTo>
                  <a:lnTo>
                    <a:pt x="39716" y="8492"/>
                  </a:lnTo>
                  <a:lnTo>
                    <a:pt x="40840" y="10366"/>
                  </a:lnTo>
                  <a:lnTo>
                    <a:pt x="41839" y="12239"/>
                  </a:lnTo>
                  <a:lnTo>
                    <a:pt x="42714" y="14487"/>
                  </a:lnTo>
                  <a:lnTo>
                    <a:pt x="43338" y="16735"/>
                  </a:lnTo>
                  <a:lnTo>
                    <a:pt x="43838" y="19233"/>
                  </a:lnTo>
                  <a:lnTo>
                    <a:pt x="44087" y="21856"/>
                  </a:lnTo>
                  <a:lnTo>
                    <a:pt x="44087" y="21856"/>
                  </a:lnTo>
                  <a:lnTo>
                    <a:pt x="43963" y="24104"/>
                  </a:lnTo>
                  <a:lnTo>
                    <a:pt x="43588" y="26352"/>
                  </a:lnTo>
                  <a:lnTo>
                    <a:pt x="43088" y="28475"/>
                  </a:lnTo>
                  <a:lnTo>
                    <a:pt x="42339" y="30473"/>
                  </a:lnTo>
                  <a:lnTo>
                    <a:pt x="41465" y="32346"/>
                  </a:lnTo>
                  <a:lnTo>
                    <a:pt x="40341" y="34220"/>
                  </a:lnTo>
                  <a:lnTo>
                    <a:pt x="39092" y="35843"/>
                  </a:lnTo>
                  <a:lnTo>
                    <a:pt x="37593" y="37467"/>
                  </a:lnTo>
                  <a:lnTo>
                    <a:pt x="36094" y="38841"/>
                  </a:lnTo>
                  <a:lnTo>
                    <a:pt x="34346" y="40214"/>
                  </a:lnTo>
                  <a:lnTo>
                    <a:pt x="32473" y="41213"/>
                  </a:lnTo>
                  <a:lnTo>
                    <a:pt x="30599" y="42213"/>
                  </a:lnTo>
                  <a:lnTo>
                    <a:pt x="28601" y="42962"/>
                  </a:lnTo>
                  <a:lnTo>
                    <a:pt x="26478" y="43461"/>
                  </a:lnTo>
                  <a:lnTo>
                    <a:pt x="24230" y="43836"/>
                  </a:lnTo>
                  <a:lnTo>
                    <a:pt x="21982" y="43961"/>
                  </a:lnTo>
                  <a:lnTo>
                    <a:pt x="21982" y="4396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0"/>
            <p:cNvSpPr/>
            <p:nvPr/>
          </p:nvSpPr>
          <p:spPr>
            <a:xfrm>
              <a:off x="4846575" y="34491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0"/>
            <p:cNvSpPr/>
            <p:nvPr/>
          </p:nvSpPr>
          <p:spPr>
            <a:xfrm>
              <a:off x="4368875" y="2418800"/>
              <a:ext cx="955425" cy="952300"/>
            </a:xfrm>
            <a:custGeom>
              <a:rect b="b" l="l" r="r" t="t"/>
              <a:pathLst>
                <a:path extrusionOk="0" h="38092" w="38217">
                  <a:moveTo>
                    <a:pt x="20607" y="2998"/>
                  </a:moveTo>
                  <a:lnTo>
                    <a:pt x="22106" y="3248"/>
                  </a:lnTo>
                  <a:lnTo>
                    <a:pt x="23480" y="3497"/>
                  </a:lnTo>
                  <a:lnTo>
                    <a:pt x="24729" y="3997"/>
                  </a:lnTo>
                  <a:lnTo>
                    <a:pt x="26103" y="4497"/>
                  </a:lnTo>
                  <a:lnTo>
                    <a:pt x="27352" y="5121"/>
                  </a:lnTo>
                  <a:lnTo>
                    <a:pt x="28476" y="5870"/>
                  </a:lnTo>
                  <a:lnTo>
                    <a:pt x="29600" y="6745"/>
                  </a:lnTo>
                  <a:lnTo>
                    <a:pt x="30599" y="7744"/>
                  </a:lnTo>
                  <a:lnTo>
                    <a:pt x="31473" y="8743"/>
                  </a:lnTo>
                  <a:lnTo>
                    <a:pt x="32347" y="9867"/>
                  </a:lnTo>
                  <a:lnTo>
                    <a:pt x="33096" y="10991"/>
                  </a:lnTo>
                  <a:lnTo>
                    <a:pt x="33721" y="12240"/>
                  </a:lnTo>
                  <a:lnTo>
                    <a:pt x="34345" y="13489"/>
                  </a:lnTo>
                  <a:lnTo>
                    <a:pt x="34720" y="14862"/>
                  </a:lnTo>
                  <a:lnTo>
                    <a:pt x="35095" y="16236"/>
                  </a:lnTo>
                  <a:lnTo>
                    <a:pt x="3248" y="16236"/>
                  </a:lnTo>
                  <a:lnTo>
                    <a:pt x="3622" y="14862"/>
                  </a:lnTo>
                  <a:lnTo>
                    <a:pt x="3997" y="13489"/>
                  </a:lnTo>
                  <a:lnTo>
                    <a:pt x="4621" y="12240"/>
                  </a:lnTo>
                  <a:lnTo>
                    <a:pt x="5246" y="10991"/>
                  </a:lnTo>
                  <a:lnTo>
                    <a:pt x="5995" y="9867"/>
                  </a:lnTo>
                  <a:lnTo>
                    <a:pt x="6869" y="8743"/>
                  </a:lnTo>
                  <a:lnTo>
                    <a:pt x="7744" y="7744"/>
                  </a:lnTo>
                  <a:lnTo>
                    <a:pt x="8743" y="6745"/>
                  </a:lnTo>
                  <a:lnTo>
                    <a:pt x="9867" y="5870"/>
                  </a:lnTo>
                  <a:lnTo>
                    <a:pt x="10991" y="5121"/>
                  </a:lnTo>
                  <a:lnTo>
                    <a:pt x="12240" y="4497"/>
                  </a:lnTo>
                  <a:lnTo>
                    <a:pt x="13489" y="3997"/>
                  </a:lnTo>
                  <a:lnTo>
                    <a:pt x="14862" y="3497"/>
                  </a:lnTo>
                  <a:lnTo>
                    <a:pt x="16236" y="3248"/>
                  </a:lnTo>
                  <a:lnTo>
                    <a:pt x="17735" y="2998"/>
                  </a:lnTo>
                  <a:close/>
                  <a:moveTo>
                    <a:pt x="5246" y="24978"/>
                  </a:moveTo>
                  <a:lnTo>
                    <a:pt x="6245" y="25103"/>
                  </a:lnTo>
                  <a:lnTo>
                    <a:pt x="7119" y="25228"/>
                  </a:lnTo>
                  <a:lnTo>
                    <a:pt x="8118" y="25478"/>
                  </a:lnTo>
                  <a:lnTo>
                    <a:pt x="8993" y="25728"/>
                  </a:lnTo>
                  <a:lnTo>
                    <a:pt x="9742" y="26227"/>
                  </a:lnTo>
                  <a:lnTo>
                    <a:pt x="10616" y="26602"/>
                  </a:lnTo>
                  <a:lnTo>
                    <a:pt x="11241" y="27226"/>
                  </a:lnTo>
                  <a:lnTo>
                    <a:pt x="11990" y="27851"/>
                  </a:lnTo>
                  <a:lnTo>
                    <a:pt x="12614" y="28475"/>
                  </a:lnTo>
                  <a:lnTo>
                    <a:pt x="13114" y="29225"/>
                  </a:lnTo>
                  <a:lnTo>
                    <a:pt x="13614" y="29974"/>
                  </a:lnTo>
                  <a:lnTo>
                    <a:pt x="13988" y="30848"/>
                  </a:lnTo>
                  <a:lnTo>
                    <a:pt x="14363" y="31722"/>
                  </a:lnTo>
                  <a:lnTo>
                    <a:pt x="14613" y="32597"/>
                  </a:lnTo>
                  <a:lnTo>
                    <a:pt x="14738" y="33596"/>
                  </a:lnTo>
                  <a:lnTo>
                    <a:pt x="14738" y="34470"/>
                  </a:lnTo>
                  <a:lnTo>
                    <a:pt x="14738" y="34720"/>
                  </a:lnTo>
                  <a:lnTo>
                    <a:pt x="12989" y="34095"/>
                  </a:lnTo>
                  <a:lnTo>
                    <a:pt x="11241" y="33221"/>
                  </a:lnTo>
                  <a:lnTo>
                    <a:pt x="9742" y="32222"/>
                  </a:lnTo>
                  <a:lnTo>
                    <a:pt x="8243" y="31098"/>
                  </a:lnTo>
                  <a:lnTo>
                    <a:pt x="6994" y="29724"/>
                  </a:lnTo>
                  <a:lnTo>
                    <a:pt x="5870" y="28350"/>
                  </a:lnTo>
                  <a:lnTo>
                    <a:pt x="4871" y="26727"/>
                  </a:lnTo>
                  <a:lnTo>
                    <a:pt x="4122" y="24978"/>
                  </a:lnTo>
                  <a:close/>
                  <a:moveTo>
                    <a:pt x="34221" y="24978"/>
                  </a:moveTo>
                  <a:lnTo>
                    <a:pt x="33471" y="26727"/>
                  </a:lnTo>
                  <a:lnTo>
                    <a:pt x="32472" y="28350"/>
                  </a:lnTo>
                  <a:lnTo>
                    <a:pt x="31348" y="29724"/>
                  </a:lnTo>
                  <a:lnTo>
                    <a:pt x="29974" y="31098"/>
                  </a:lnTo>
                  <a:lnTo>
                    <a:pt x="28600" y="32222"/>
                  </a:lnTo>
                  <a:lnTo>
                    <a:pt x="26977" y="33221"/>
                  </a:lnTo>
                  <a:lnTo>
                    <a:pt x="25353" y="34095"/>
                  </a:lnTo>
                  <a:lnTo>
                    <a:pt x="23605" y="34720"/>
                  </a:lnTo>
                  <a:lnTo>
                    <a:pt x="23605" y="34470"/>
                  </a:lnTo>
                  <a:lnTo>
                    <a:pt x="23605" y="33596"/>
                  </a:lnTo>
                  <a:lnTo>
                    <a:pt x="23730" y="32597"/>
                  </a:lnTo>
                  <a:lnTo>
                    <a:pt x="23979" y="31722"/>
                  </a:lnTo>
                  <a:lnTo>
                    <a:pt x="24354" y="30848"/>
                  </a:lnTo>
                  <a:lnTo>
                    <a:pt x="24729" y="29974"/>
                  </a:lnTo>
                  <a:lnTo>
                    <a:pt x="25228" y="29225"/>
                  </a:lnTo>
                  <a:lnTo>
                    <a:pt x="25728" y="28475"/>
                  </a:lnTo>
                  <a:lnTo>
                    <a:pt x="26352" y="27851"/>
                  </a:lnTo>
                  <a:lnTo>
                    <a:pt x="26977" y="27226"/>
                  </a:lnTo>
                  <a:lnTo>
                    <a:pt x="27726" y="26602"/>
                  </a:lnTo>
                  <a:lnTo>
                    <a:pt x="28600" y="26227"/>
                  </a:lnTo>
                  <a:lnTo>
                    <a:pt x="29350" y="25728"/>
                  </a:lnTo>
                  <a:lnTo>
                    <a:pt x="30224" y="25478"/>
                  </a:lnTo>
                  <a:lnTo>
                    <a:pt x="31098" y="25228"/>
                  </a:lnTo>
                  <a:lnTo>
                    <a:pt x="32097" y="25103"/>
                  </a:lnTo>
                  <a:lnTo>
                    <a:pt x="33096" y="24978"/>
                  </a:lnTo>
                  <a:close/>
                  <a:moveTo>
                    <a:pt x="35345" y="19109"/>
                  </a:moveTo>
                  <a:lnTo>
                    <a:pt x="35220" y="20607"/>
                  </a:lnTo>
                  <a:lnTo>
                    <a:pt x="35095" y="22106"/>
                  </a:lnTo>
                  <a:lnTo>
                    <a:pt x="31848" y="22106"/>
                  </a:lnTo>
                  <a:lnTo>
                    <a:pt x="30599" y="22356"/>
                  </a:lnTo>
                  <a:lnTo>
                    <a:pt x="29350" y="22606"/>
                  </a:lnTo>
                  <a:lnTo>
                    <a:pt x="28226" y="23105"/>
                  </a:lnTo>
                  <a:lnTo>
                    <a:pt x="27102" y="23605"/>
                  </a:lnTo>
                  <a:lnTo>
                    <a:pt x="26103" y="24229"/>
                  </a:lnTo>
                  <a:lnTo>
                    <a:pt x="25103" y="24978"/>
                  </a:lnTo>
                  <a:lnTo>
                    <a:pt x="24229" y="25728"/>
                  </a:lnTo>
                  <a:lnTo>
                    <a:pt x="23480" y="26602"/>
                  </a:lnTo>
                  <a:lnTo>
                    <a:pt x="22731" y="27601"/>
                  </a:lnTo>
                  <a:lnTo>
                    <a:pt x="22106" y="28600"/>
                  </a:lnTo>
                  <a:lnTo>
                    <a:pt x="21607" y="29724"/>
                  </a:lnTo>
                  <a:lnTo>
                    <a:pt x="21232" y="30848"/>
                  </a:lnTo>
                  <a:lnTo>
                    <a:pt x="20857" y="31972"/>
                  </a:lnTo>
                  <a:lnTo>
                    <a:pt x="20732" y="33221"/>
                  </a:lnTo>
                  <a:lnTo>
                    <a:pt x="20607" y="34470"/>
                  </a:lnTo>
                  <a:lnTo>
                    <a:pt x="20607" y="35219"/>
                  </a:lnTo>
                  <a:lnTo>
                    <a:pt x="19109" y="35344"/>
                  </a:lnTo>
                  <a:lnTo>
                    <a:pt x="17735" y="35219"/>
                  </a:lnTo>
                  <a:lnTo>
                    <a:pt x="17735" y="34470"/>
                  </a:lnTo>
                  <a:lnTo>
                    <a:pt x="17610" y="33221"/>
                  </a:lnTo>
                  <a:lnTo>
                    <a:pt x="17485" y="31972"/>
                  </a:lnTo>
                  <a:lnTo>
                    <a:pt x="17110" y="30848"/>
                  </a:lnTo>
                  <a:lnTo>
                    <a:pt x="16736" y="29724"/>
                  </a:lnTo>
                  <a:lnTo>
                    <a:pt x="16236" y="28600"/>
                  </a:lnTo>
                  <a:lnTo>
                    <a:pt x="15612" y="27601"/>
                  </a:lnTo>
                  <a:lnTo>
                    <a:pt x="14862" y="26602"/>
                  </a:lnTo>
                  <a:lnTo>
                    <a:pt x="13988" y="25728"/>
                  </a:lnTo>
                  <a:lnTo>
                    <a:pt x="13114" y="24978"/>
                  </a:lnTo>
                  <a:lnTo>
                    <a:pt x="12240" y="24229"/>
                  </a:lnTo>
                  <a:lnTo>
                    <a:pt x="11116" y="23605"/>
                  </a:lnTo>
                  <a:lnTo>
                    <a:pt x="10117" y="23105"/>
                  </a:lnTo>
                  <a:lnTo>
                    <a:pt x="8993" y="22606"/>
                  </a:lnTo>
                  <a:lnTo>
                    <a:pt x="7744" y="22356"/>
                  </a:lnTo>
                  <a:lnTo>
                    <a:pt x="6495" y="22106"/>
                  </a:lnTo>
                  <a:lnTo>
                    <a:pt x="3248" y="22106"/>
                  </a:lnTo>
                  <a:lnTo>
                    <a:pt x="3123" y="20607"/>
                  </a:lnTo>
                  <a:lnTo>
                    <a:pt x="2998" y="19109"/>
                  </a:lnTo>
                  <a:close/>
                  <a:moveTo>
                    <a:pt x="19109" y="1"/>
                  </a:moveTo>
                  <a:lnTo>
                    <a:pt x="17235" y="125"/>
                  </a:lnTo>
                  <a:lnTo>
                    <a:pt x="15362" y="375"/>
                  </a:lnTo>
                  <a:lnTo>
                    <a:pt x="13489" y="875"/>
                  </a:lnTo>
                  <a:lnTo>
                    <a:pt x="11740" y="1499"/>
                  </a:lnTo>
                  <a:lnTo>
                    <a:pt x="10117" y="2373"/>
                  </a:lnTo>
                  <a:lnTo>
                    <a:pt x="8493" y="3248"/>
                  </a:lnTo>
                  <a:lnTo>
                    <a:pt x="6994" y="4372"/>
                  </a:lnTo>
                  <a:lnTo>
                    <a:pt x="5621" y="5621"/>
                  </a:lnTo>
                  <a:lnTo>
                    <a:pt x="4372" y="6994"/>
                  </a:lnTo>
                  <a:lnTo>
                    <a:pt x="3372" y="8493"/>
                  </a:lnTo>
                  <a:lnTo>
                    <a:pt x="2373" y="9992"/>
                  </a:lnTo>
                  <a:lnTo>
                    <a:pt x="1624" y="11740"/>
                  </a:lnTo>
                  <a:lnTo>
                    <a:pt x="875" y="13489"/>
                  </a:lnTo>
                  <a:lnTo>
                    <a:pt x="500" y="15237"/>
                  </a:lnTo>
                  <a:lnTo>
                    <a:pt x="125" y="17235"/>
                  </a:lnTo>
                  <a:lnTo>
                    <a:pt x="0" y="19109"/>
                  </a:lnTo>
                  <a:lnTo>
                    <a:pt x="250" y="21482"/>
                  </a:lnTo>
                  <a:lnTo>
                    <a:pt x="625" y="23605"/>
                  </a:lnTo>
                  <a:lnTo>
                    <a:pt x="1249" y="25603"/>
                  </a:lnTo>
                  <a:lnTo>
                    <a:pt x="1999" y="27476"/>
                  </a:lnTo>
                  <a:lnTo>
                    <a:pt x="2873" y="29225"/>
                  </a:lnTo>
                  <a:lnTo>
                    <a:pt x="3872" y="30723"/>
                  </a:lnTo>
                  <a:lnTo>
                    <a:pt x="4996" y="32097"/>
                  </a:lnTo>
                  <a:lnTo>
                    <a:pt x="6370" y="33346"/>
                  </a:lnTo>
                  <a:lnTo>
                    <a:pt x="7744" y="34470"/>
                  </a:lnTo>
                  <a:lnTo>
                    <a:pt x="9117" y="35469"/>
                  </a:lnTo>
                  <a:lnTo>
                    <a:pt x="10741" y="36343"/>
                  </a:lnTo>
                  <a:lnTo>
                    <a:pt x="12365" y="36968"/>
                  </a:lnTo>
                  <a:lnTo>
                    <a:pt x="13988" y="37467"/>
                  </a:lnTo>
                  <a:lnTo>
                    <a:pt x="15737" y="37842"/>
                  </a:lnTo>
                  <a:lnTo>
                    <a:pt x="17485" y="38092"/>
                  </a:lnTo>
                  <a:lnTo>
                    <a:pt x="20857" y="38092"/>
                  </a:lnTo>
                  <a:lnTo>
                    <a:pt x="22606" y="37842"/>
                  </a:lnTo>
                  <a:lnTo>
                    <a:pt x="24354" y="37467"/>
                  </a:lnTo>
                  <a:lnTo>
                    <a:pt x="25978" y="36968"/>
                  </a:lnTo>
                  <a:lnTo>
                    <a:pt x="27601" y="36343"/>
                  </a:lnTo>
                  <a:lnTo>
                    <a:pt x="29100" y="35469"/>
                  </a:lnTo>
                  <a:lnTo>
                    <a:pt x="30599" y="34470"/>
                  </a:lnTo>
                  <a:lnTo>
                    <a:pt x="31972" y="33346"/>
                  </a:lnTo>
                  <a:lnTo>
                    <a:pt x="33221" y="32097"/>
                  </a:lnTo>
                  <a:lnTo>
                    <a:pt x="34470" y="30723"/>
                  </a:lnTo>
                  <a:lnTo>
                    <a:pt x="35469" y="29100"/>
                  </a:lnTo>
                  <a:lnTo>
                    <a:pt x="36344" y="27476"/>
                  </a:lnTo>
                  <a:lnTo>
                    <a:pt x="37093" y="25603"/>
                  </a:lnTo>
                  <a:lnTo>
                    <a:pt x="37717" y="23605"/>
                  </a:lnTo>
                  <a:lnTo>
                    <a:pt x="38092" y="21482"/>
                  </a:lnTo>
                  <a:lnTo>
                    <a:pt x="38217" y="19109"/>
                  </a:lnTo>
                  <a:lnTo>
                    <a:pt x="38217" y="17235"/>
                  </a:lnTo>
                  <a:lnTo>
                    <a:pt x="37842" y="15237"/>
                  </a:lnTo>
                  <a:lnTo>
                    <a:pt x="37343" y="13489"/>
                  </a:lnTo>
                  <a:lnTo>
                    <a:pt x="36718" y="11740"/>
                  </a:lnTo>
                  <a:lnTo>
                    <a:pt x="35969" y="9992"/>
                  </a:lnTo>
                  <a:lnTo>
                    <a:pt x="34970" y="8493"/>
                  </a:lnTo>
                  <a:lnTo>
                    <a:pt x="33846" y="6994"/>
                  </a:lnTo>
                  <a:lnTo>
                    <a:pt x="32722" y="5621"/>
                  </a:lnTo>
                  <a:lnTo>
                    <a:pt x="31348" y="4372"/>
                  </a:lnTo>
                  <a:lnTo>
                    <a:pt x="29849" y="3248"/>
                  </a:lnTo>
                  <a:lnTo>
                    <a:pt x="28226" y="2373"/>
                  </a:lnTo>
                  <a:lnTo>
                    <a:pt x="26602" y="1499"/>
                  </a:lnTo>
                  <a:lnTo>
                    <a:pt x="24854" y="875"/>
                  </a:lnTo>
                  <a:lnTo>
                    <a:pt x="22980" y="375"/>
                  </a:lnTo>
                  <a:lnTo>
                    <a:pt x="21107" y="125"/>
                  </a:lnTo>
                  <a:lnTo>
                    <a:pt x="1910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0"/>
            <p:cNvSpPr/>
            <p:nvPr/>
          </p:nvSpPr>
          <p:spPr>
            <a:xfrm>
              <a:off x="4368875" y="2418800"/>
              <a:ext cx="955425" cy="952300"/>
            </a:xfrm>
            <a:custGeom>
              <a:rect b="b" l="l" r="r" t="t"/>
              <a:pathLst>
                <a:path extrusionOk="0" fill="none" h="38092" w="38217">
                  <a:moveTo>
                    <a:pt x="19109" y="1"/>
                  </a:moveTo>
                  <a:lnTo>
                    <a:pt x="19109" y="1"/>
                  </a:lnTo>
                  <a:lnTo>
                    <a:pt x="17235" y="125"/>
                  </a:lnTo>
                  <a:lnTo>
                    <a:pt x="15362" y="375"/>
                  </a:lnTo>
                  <a:lnTo>
                    <a:pt x="13489" y="875"/>
                  </a:lnTo>
                  <a:lnTo>
                    <a:pt x="11740" y="1499"/>
                  </a:lnTo>
                  <a:lnTo>
                    <a:pt x="10117" y="2373"/>
                  </a:lnTo>
                  <a:lnTo>
                    <a:pt x="8493" y="3248"/>
                  </a:lnTo>
                  <a:lnTo>
                    <a:pt x="6994" y="4372"/>
                  </a:lnTo>
                  <a:lnTo>
                    <a:pt x="5621" y="5621"/>
                  </a:lnTo>
                  <a:lnTo>
                    <a:pt x="4372" y="6994"/>
                  </a:lnTo>
                  <a:lnTo>
                    <a:pt x="3372" y="8493"/>
                  </a:lnTo>
                  <a:lnTo>
                    <a:pt x="2373" y="9992"/>
                  </a:lnTo>
                  <a:lnTo>
                    <a:pt x="1624" y="11740"/>
                  </a:lnTo>
                  <a:lnTo>
                    <a:pt x="875" y="13489"/>
                  </a:lnTo>
                  <a:lnTo>
                    <a:pt x="500" y="15237"/>
                  </a:lnTo>
                  <a:lnTo>
                    <a:pt x="125" y="17235"/>
                  </a:lnTo>
                  <a:lnTo>
                    <a:pt x="0" y="19109"/>
                  </a:lnTo>
                  <a:lnTo>
                    <a:pt x="0" y="19109"/>
                  </a:lnTo>
                  <a:lnTo>
                    <a:pt x="250" y="21482"/>
                  </a:lnTo>
                  <a:lnTo>
                    <a:pt x="625" y="23605"/>
                  </a:lnTo>
                  <a:lnTo>
                    <a:pt x="1249" y="25603"/>
                  </a:lnTo>
                  <a:lnTo>
                    <a:pt x="1999" y="27476"/>
                  </a:lnTo>
                  <a:lnTo>
                    <a:pt x="2873" y="29225"/>
                  </a:lnTo>
                  <a:lnTo>
                    <a:pt x="3872" y="30723"/>
                  </a:lnTo>
                  <a:lnTo>
                    <a:pt x="4996" y="32097"/>
                  </a:lnTo>
                  <a:lnTo>
                    <a:pt x="6370" y="33346"/>
                  </a:lnTo>
                  <a:lnTo>
                    <a:pt x="7744" y="34470"/>
                  </a:lnTo>
                  <a:lnTo>
                    <a:pt x="9117" y="35469"/>
                  </a:lnTo>
                  <a:lnTo>
                    <a:pt x="10741" y="36343"/>
                  </a:lnTo>
                  <a:lnTo>
                    <a:pt x="12365" y="36968"/>
                  </a:lnTo>
                  <a:lnTo>
                    <a:pt x="13988" y="37467"/>
                  </a:lnTo>
                  <a:lnTo>
                    <a:pt x="15737" y="37842"/>
                  </a:lnTo>
                  <a:lnTo>
                    <a:pt x="17485" y="38092"/>
                  </a:lnTo>
                  <a:lnTo>
                    <a:pt x="19109" y="38092"/>
                  </a:lnTo>
                  <a:lnTo>
                    <a:pt x="20857" y="38092"/>
                  </a:lnTo>
                  <a:lnTo>
                    <a:pt x="22606" y="37842"/>
                  </a:lnTo>
                  <a:lnTo>
                    <a:pt x="24354" y="37467"/>
                  </a:lnTo>
                  <a:lnTo>
                    <a:pt x="25978" y="36968"/>
                  </a:lnTo>
                  <a:lnTo>
                    <a:pt x="27601" y="36343"/>
                  </a:lnTo>
                  <a:lnTo>
                    <a:pt x="29100" y="35469"/>
                  </a:lnTo>
                  <a:lnTo>
                    <a:pt x="30599" y="34470"/>
                  </a:lnTo>
                  <a:lnTo>
                    <a:pt x="31972" y="33346"/>
                  </a:lnTo>
                  <a:lnTo>
                    <a:pt x="33221" y="32097"/>
                  </a:lnTo>
                  <a:lnTo>
                    <a:pt x="34470" y="30723"/>
                  </a:lnTo>
                  <a:lnTo>
                    <a:pt x="35469" y="29100"/>
                  </a:lnTo>
                  <a:lnTo>
                    <a:pt x="36344" y="27476"/>
                  </a:lnTo>
                  <a:lnTo>
                    <a:pt x="37093" y="25603"/>
                  </a:lnTo>
                  <a:lnTo>
                    <a:pt x="37717" y="23605"/>
                  </a:lnTo>
                  <a:lnTo>
                    <a:pt x="38092" y="21482"/>
                  </a:lnTo>
                  <a:lnTo>
                    <a:pt x="38217" y="19109"/>
                  </a:lnTo>
                  <a:lnTo>
                    <a:pt x="38217" y="19109"/>
                  </a:lnTo>
                  <a:lnTo>
                    <a:pt x="38217" y="17235"/>
                  </a:lnTo>
                  <a:lnTo>
                    <a:pt x="37842" y="15237"/>
                  </a:lnTo>
                  <a:lnTo>
                    <a:pt x="37343" y="13489"/>
                  </a:lnTo>
                  <a:lnTo>
                    <a:pt x="36718" y="11740"/>
                  </a:lnTo>
                  <a:lnTo>
                    <a:pt x="35969" y="9992"/>
                  </a:lnTo>
                  <a:lnTo>
                    <a:pt x="34970" y="8493"/>
                  </a:lnTo>
                  <a:lnTo>
                    <a:pt x="33846" y="6994"/>
                  </a:lnTo>
                  <a:lnTo>
                    <a:pt x="32722" y="5621"/>
                  </a:lnTo>
                  <a:lnTo>
                    <a:pt x="31348" y="4372"/>
                  </a:lnTo>
                  <a:lnTo>
                    <a:pt x="29849" y="3248"/>
                  </a:lnTo>
                  <a:lnTo>
                    <a:pt x="28226" y="2373"/>
                  </a:lnTo>
                  <a:lnTo>
                    <a:pt x="26602" y="1499"/>
                  </a:lnTo>
                  <a:lnTo>
                    <a:pt x="24854" y="875"/>
                  </a:lnTo>
                  <a:lnTo>
                    <a:pt x="22980" y="375"/>
                  </a:lnTo>
                  <a:lnTo>
                    <a:pt x="21107" y="125"/>
                  </a:lnTo>
                  <a:lnTo>
                    <a:pt x="19109" y="1"/>
                  </a:lnTo>
                  <a:lnTo>
                    <a:pt x="1910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0"/>
            <p:cNvSpPr/>
            <p:nvPr/>
          </p:nvSpPr>
          <p:spPr>
            <a:xfrm>
              <a:off x="4450050" y="2493725"/>
              <a:ext cx="796200" cy="331000"/>
            </a:xfrm>
            <a:custGeom>
              <a:rect b="b" l="l" r="r" t="t"/>
              <a:pathLst>
                <a:path extrusionOk="0" fill="none" h="13240" w="31848">
                  <a:moveTo>
                    <a:pt x="15862" y="1"/>
                  </a:moveTo>
                  <a:lnTo>
                    <a:pt x="15862" y="1"/>
                  </a:lnTo>
                  <a:lnTo>
                    <a:pt x="17360" y="1"/>
                  </a:lnTo>
                  <a:lnTo>
                    <a:pt x="18859" y="251"/>
                  </a:lnTo>
                  <a:lnTo>
                    <a:pt x="20233" y="500"/>
                  </a:lnTo>
                  <a:lnTo>
                    <a:pt x="21482" y="1000"/>
                  </a:lnTo>
                  <a:lnTo>
                    <a:pt x="22856" y="1500"/>
                  </a:lnTo>
                  <a:lnTo>
                    <a:pt x="24105" y="2124"/>
                  </a:lnTo>
                  <a:lnTo>
                    <a:pt x="25229" y="2873"/>
                  </a:lnTo>
                  <a:lnTo>
                    <a:pt x="26353" y="3748"/>
                  </a:lnTo>
                  <a:lnTo>
                    <a:pt x="27352" y="4747"/>
                  </a:lnTo>
                  <a:lnTo>
                    <a:pt x="28226" y="5746"/>
                  </a:lnTo>
                  <a:lnTo>
                    <a:pt x="29100" y="6870"/>
                  </a:lnTo>
                  <a:lnTo>
                    <a:pt x="29849" y="7994"/>
                  </a:lnTo>
                  <a:lnTo>
                    <a:pt x="30474" y="9243"/>
                  </a:lnTo>
                  <a:lnTo>
                    <a:pt x="31098" y="10492"/>
                  </a:lnTo>
                  <a:lnTo>
                    <a:pt x="31473" y="11865"/>
                  </a:lnTo>
                  <a:lnTo>
                    <a:pt x="31848" y="13239"/>
                  </a:lnTo>
                  <a:lnTo>
                    <a:pt x="1" y="13239"/>
                  </a:lnTo>
                  <a:lnTo>
                    <a:pt x="1" y="13239"/>
                  </a:lnTo>
                  <a:lnTo>
                    <a:pt x="375" y="11865"/>
                  </a:lnTo>
                  <a:lnTo>
                    <a:pt x="750" y="10492"/>
                  </a:lnTo>
                  <a:lnTo>
                    <a:pt x="1374" y="9243"/>
                  </a:lnTo>
                  <a:lnTo>
                    <a:pt x="1999" y="7994"/>
                  </a:lnTo>
                  <a:lnTo>
                    <a:pt x="2748" y="6870"/>
                  </a:lnTo>
                  <a:lnTo>
                    <a:pt x="3622" y="5746"/>
                  </a:lnTo>
                  <a:lnTo>
                    <a:pt x="4497" y="4747"/>
                  </a:lnTo>
                  <a:lnTo>
                    <a:pt x="5496" y="3748"/>
                  </a:lnTo>
                  <a:lnTo>
                    <a:pt x="6620" y="2873"/>
                  </a:lnTo>
                  <a:lnTo>
                    <a:pt x="7744" y="2124"/>
                  </a:lnTo>
                  <a:lnTo>
                    <a:pt x="8993" y="1500"/>
                  </a:lnTo>
                  <a:lnTo>
                    <a:pt x="10242" y="1000"/>
                  </a:lnTo>
                  <a:lnTo>
                    <a:pt x="11615" y="500"/>
                  </a:lnTo>
                  <a:lnTo>
                    <a:pt x="12989" y="251"/>
                  </a:lnTo>
                  <a:lnTo>
                    <a:pt x="14488" y="1"/>
                  </a:lnTo>
                  <a:lnTo>
                    <a:pt x="15862" y="1"/>
                  </a:lnTo>
                  <a:lnTo>
                    <a:pt x="15862"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0"/>
            <p:cNvSpPr/>
            <p:nvPr/>
          </p:nvSpPr>
          <p:spPr>
            <a:xfrm>
              <a:off x="4471900" y="3043250"/>
              <a:ext cx="265425" cy="243550"/>
            </a:xfrm>
            <a:custGeom>
              <a:rect b="b" l="l" r="r" t="t"/>
              <a:pathLst>
                <a:path extrusionOk="0" fill="none" h="9742" w="10617">
                  <a:moveTo>
                    <a:pt x="1" y="0"/>
                  </a:moveTo>
                  <a:lnTo>
                    <a:pt x="1125" y="0"/>
                  </a:lnTo>
                  <a:lnTo>
                    <a:pt x="1125" y="0"/>
                  </a:lnTo>
                  <a:lnTo>
                    <a:pt x="2124" y="125"/>
                  </a:lnTo>
                  <a:lnTo>
                    <a:pt x="2998" y="250"/>
                  </a:lnTo>
                  <a:lnTo>
                    <a:pt x="3997" y="500"/>
                  </a:lnTo>
                  <a:lnTo>
                    <a:pt x="4872" y="750"/>
                  </a:lnTo>
                  <a:lnTo>
                    <a:pt x="5621" y="1249"/>
                  </a:lnTo>
                  <a:lnTo>
                    <a:pt x="6495" y="1624"/>
                  </a:lnTo>
                  <a:lnTo>
                    <a:pt x="7120" y="2248"/>
                  </a:lnTo>
                  <a:lnTo>
                    <a:pt x="7869" y="2873"/>
                  </a:lnTo>
                  <a:lnTo>
                    <a:pt x="8493" y="3497"/>
                  </a:lnTo>
                  <a:lnTo>
                    <a:pt x="8993" y="4247"/>
                  </a:lnTo>
                  <a:lnTo>
                    <a:pt x="9493" y="4996"/>
                  </a:lnTo>
                  <a:lnTo>
                    <a:pt x="9867" y="5870"/>
                  </a:lnTo>
                  <a:lnTo>
                    <a:pt x="10242" y="6744"/>
                  </a:lnTo>
                  <a:lnTo>
                    <a:pt x="10492" y="7619"/>
                  </a:lnTo>
                  <a:lnTo>
                    <a:pt x="10617" y="8618"/>
                  </a:lnTo>
                  <a:lnTo>
                    <a:pt x="10617" y="9492"/>
                  </a:lnTo>
                  <a:lnTo>
                    <a:pt x="10617" y="9742"/>
                  </a:lnTo>
                  <a:lnTo>
                    <a:pt x="10617" y="9742"/>
                  </a:lnTo>
                  <a:lnTo>
                    <a:pt x="8868" y="9117"/>
                  </a:lnTo>
                  <a:lnTo>
                    <a:pt x="7120" y="8243"/>
                  </a:lnTo>
                  <a:lnTo>
                    <a:pt x="5621" y="7244"/>
                  </a:lnTo>
                  <a:lnTo>
                    <a:pt x="4122" y="6120"/>
                  </a:lnTo>
                  <a:lnTo>
                    <a:pt x="2873" y="4746"/>
                  </a:lnTo>
                  <a:lnTo>
                    <a:pt x="1749" y="3372"/>
                  </a:lnTo>
                  <a:lnTo>
                    <a:pt x="750" y="1749"/>
                  </a:lnTo>
                  <a:lnTo>
                    <a:pt x="1" y="0"/>
                  </a:lnTo>
                  <a:lnTo>
                    <a:pt x="1"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0"/>
            <p:cNvSpPr/>
            <p:nvPr/>
          </p:nvSpPr>
          <p:spPr>
            <a:xfrm>
              <a:off x="4958975" y="3043250"/>
              <a:ext cx="265425" cy="243550"/>
            </a:xfrm>
            <a:custGeom>
              <a:rect b="b" l="l" r="r" t="t"/>
              <a:pathLst>
                <a:path extrusionOk="0" fill="none" h="9742" w="10617">
                  <a:moveTo>
                    <a:pt x="1" y="9742"/>
                  </a:moveTo>
                  <a:lnTo>
                    <a:pt x="1" y="9492"/>
                  </a:lnTo>
                  <a:lnTo>
                    <a:pt x="1" y="9492"/>
                  </a:lnTo>
                  <a:lnTo>
                    <a:pt x="1" y="8618"/>
                  </a:lnTo>
                  <a:lnTo>
                    <a:pt x="126" y="7619"/>
                  </a:lnTo>
                  <a:lnTo>
                    <a:pt x="375" y="6744"/>
                  </a:lnTo>
                  <a:lnTo>
                    <a:pt x="750" y="5870"/>
                  </a:lnTo>
                  <a:lnTo>
                    <a:pt x="1125" y="4996"/>
                  </a:lnTo>
                  <a:lnTo>
                    <a:pt x="1624" y="4247"/>
                  </a:lnTo>
                  <a:lnTo>
                    <a:pt x="2124" y="3497"/>
                  </a:lnTo>
                  <a:lnTo>
                    <a:pt x="2748" y="2873"/>
                  </a:lnTo>
                  <a:lnTo>
                    <a:pt x="3373" y="2248"/>
                  </a:lnTo>
                  <a:lnTo>
                    <a:pt x="4122" y="1624"/>
                  </a:lnTo>
                  <a:lnTo>
                    <a:pt x="4996" y="1249"/>
                  </a:lnTo>
                  <a:lnTo>
                    <a:pt x="5746" y="750"/>
                  </a:lnTo>
                  <a:lnTo>
                    <a:pt x="6620" y="500"/>
                  </a:lnTo>
                  <a:lnTo>
                    <a:pt x="7494" y="250"/>
                  </a:lnTo>
                  <a:lnTo>
                    <a:pt x="8493" y="125"/>
                  </a:lnTo>
                  <a:lnTo>
                    <a:pt x="9492" y="0"/>
                  </a:lnTo>
                  <a:lnTo>
                    <a:pt x="10617" y="0"/>
                  </a:lnTo>
                  <a:lnTo>
                    <a:pt x="10617" y="0"/>
                  </a:lnTo>
                  <a:lnTo>
                    <a:pt x="9867" y="1749"/>
                  </a:lnTo>
                  <a:lnTo>
                    <a:pt x="8868" y="3372"/>
                  </a:lnTo>
                  <a:lnTo>
                    <a:pt x="7744" y="4746"/>
                  </a:lnTo>
                  <a:lnTo>
                    <a:pt x="6370" y="6120"/>
                  </a:lnTo>
                  <a:lnTo>
                    <a:pt x="4996" y="7244"/>
                  </a:lnTo>
                  <a:lnTo>
                    <a:pt x="3373" y="8243"/>
                  </a:lnTo>
                  <a:lnTo>
                    <a:pt x="1749" y="9117"/>
                  </a:lnTo>
                  <a:lnTo>
                    <a:pt x="1" y="9742"/>
                  </a:lnTo>
                  <a:lnTo>
                    <a:pt x="1" y="9742"/>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0"/>
            <p:cNvSpPr/>
            <p:nvPr/>
          </p:nvSpPr>
          <p:spPr>
            <a:xfrm>
              <a:off x="4443800" y="2896500"/>
              <a:ext cx="808700" cy="405925"/>
            </a:xfrm>
            <a:custGeom>
              <a:rect b="b" l="l" r="r" t="t"/>
              <a:pathLst>
                <a:path extrusionOk="0" fill="none" h="16237" w="32348">
                  <a:moveTo>
                    <a:pt x="32098" y="2998"/>
                  </a:moveTo>
                  <a:lnTo>
                    <a:pt x="30099" y="2998"/>
                  </a:lnTo>
                  <a:lnTo>
                    <a:pt x="30099" y="2998"/>
                  </a:lnTo>
                  <a:lnTo>
                    <a:pt x="28851" y="2998"/>
                  </a:lnTo>
                  <a:lnTo>
                    <a:pt x="27602" y="3248"/>
                  </a:lnTo>
                  <a:lnTo>
                    <a:pt x="26353" y="3498"/>
                  </a:lnTo>
                  <a:lnTo>
                    <a:pt x="25229" y="3997"/>
                  </a:lnTo>
                  <a:lnTo>
                    <a:pt x="24105" y="4497"/>
                  </a:lnTo>
                  <a:lnTo>
                    <a:pt x="23106" y="5121"/>
                  </a:lnTo>
                  <a:lnTo>
                    <a:pt x="22106" y="5870"/>
                  </a:lnTo>
                  <a:lnTo>
                    <a:pt x="21232" y="6620"/>
                  </a:lnTo>
                  <a:lnTo>
                    <a:pt x="20483" y="7494"/>
                  </a:lnTo>
                  <a:lnTo>
                    <a:pt x="19734" y="8493"/>
                  </a:lnTo>
                  <a:lnTo>
                    <a:pt x="19109" y="9492"/>
                  </a:lnTo>
                  <a:lnTo>
                    <a:pt x="18610" y="10616"/>
                  </a:lnTo>
                  <a:lnTo>
                    <a:pt x="18235" y="11740"/>
                  </a:lnTo>
                  <a:lnTo>
                    <a:pt x="17860" y="12864"/>
                  </a:lnTo>
                  <a:lnTo>
                    <a:pt x="17735" y="14113"/>
                  </a:lnTo>
                  <a:lnTo>
                    <a:pt x="17610" y="15362"/>
                  </a:lnTo>
                  <a:lnTo>
                    <a:pt x="17610" y="16111"/>
                  </a:lnTo>
                  <a:lnTo>
                    <a:pt x="17610" y="16111"/>
                  </a:lnTo>
                  <a:lnTo>
                    <a:pt x="16112" y="16236"/>
                  </a:lnTo>
                  <a:lnTo>
                    <a:pt x="14738" y="16111"/>
                  </a:lnTo>
                  <a:lnTo>
                    <a:pt x="14738" y="15362"/>
                  </a:lnTo>
                  <a:lnTo>
                    <a:pt x="14738" y="15362"/>
                  </a:lnTo>
                  <a:lnTo>
                    <a:pt x="14613" y="14113"/>
                  </a:lnTo>
                  <a:lnTo>
                    <a:pt x="14488" y="12864"/>
                  </a:lnTo>
                  <a:lnTo>
                    <a:pt x="14113" y="11740"/>
                  </a:lnTo>
                  <a:lnTo>
                    <a:pt x="13739" y="10616"/>
                  </a:lnTo>
                  <a:lnTo>
                    <a:pt x="13239" y="9492"/>
                  </a:lnTo>
                  <a:lnTo>
                    <a:pt x="12615" y="8493"/>
                  </a:lnTo>
                  <a:lnTo>
                    <a:pt x="11865" y="7494"/>
                  </a:lnTo>
                  <a:lnTo>
                    <a:pt x="10991" y="6620"/>
                  </a:lnTo>
                  <a:lnTo>
                    <a:pt x="10117" y="5870"/>
                  </a:lnTo>
                  <a:lnTo>
                    <a:pt x="9243" y="5121"/>
                  </a:lnTo>
                  <a:lnTo>
                    <a:pt x="8119" y="4497"/>
                  </a:lnTo>
                  <a:lnTo>
                    <a:pt x="7120" y="3997"/>
                  </a:lnTo>
                  <a:lnTo>
                    <a:pt x="5996" y="3498"/>
                  </a:lnTo>
                  <a:lnTo>
                    <a:pt x="4747" y="3248"/>
                  </a:lnTo>
                  <a:lnTo>
                    <a:pt x="3498" y="2998"/>
                  </a:lnTo>
                  <a:lnTo>
                    <a:pt x="2249" y="2998"/>
                  </a:lnTo>
                  <a:lnTo>
                    <a:pt x="251" y="2998"/>
                  </a:lnTo>
                  <a:lnTo>
                    <a:pt x="251" y="2998"/>
                  </a:lnTo>
                  <a:lnTo>
                    <a:pt x="126" y="1499"/>
                  </a:lnTo>
                  <a:lnTo>
                    <a:pt x="1" y="1"/>
                  </a:lnTo>
                  <a:lnTo>
                    <a:pt x="32348" y="1"/>
                  </a:lnTo>
                  <a:lnTo>
                    <a:pt x="32348" y="1"/>
                  </a:lnTo>
                  <a:lnTo>
                    <a:pt x="32223" y="1499"/>
                  </a:lnTo>
                  <a:lnTo>
                    <a:pt x="32098" y="2998"/>
                  </a:lnTo>
                  <a:lnTo>
                    <a:pt x="32098" y="2998"/>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0"/>
            <p:cNvSpPr/>
            <p:nvPr/>
          </p:nvSpPr>
          <p:spPr>
            <a:xfrm>
              <a:off x="5246225" y="29714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0"/>
            <p:cNvSpPr/>
            <p:nvPr/>
          </p:nvSpPr>
          <p:spPr>
            <a:xfrm>
              <a:off x="4812225" y="2971425"/>
              <a:ext cx="71850" cy="71850"/>
            </a:xfrm>
            <a:custGeom>
              <a:rect b="b" l="l" r="r" t="t"/>
              <a:pathLst>
                <a:path extrusionOk="0" h="2874" w="2874">
                  <a:moveTo>
                    <a:pt x="1" y="1"/>
                  </a:moveTo>
                  <a:lnTo>
                    <a:pt x="1" y="2873"/>
                  </a:lnTo>
                  <a:lnTo>
                    <a:pt x="2873" y="2873"/>
                  </a:lnTo>
                  <a:lnTo>
                    <a:pt x="287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27" name="Shape 127"/>
        <p:cNvGrpSpPr/>
        <p:nvPr/>
      </p:nvGrpSpPr>
      <p:grpSpPr>
        <a:xfrm>
          <a:off x="0" y="0"/>
          <a:ext cx="0" cy="0"/>
          <a:chOff x="0" y="0"/>
          <a:chExt cx="0" cy="0"/>
        </a:xfrm>
      </p:grpSpPr>
      <p:sp>
        <p:nvSpPr>
          <p:cNvPr id="128" name="Google Shape;128;p1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129" name="Google Shape;129;p11"/>
          <p:cNvSpPr txBox="1"/>
          <p:nvPr>
            <p:ph idx="2" type="title"/>
          </p:nvPr>
        </p:nvSpPr>
        <p:spPr>
          <a:xfrm>
            <a:off x="2424850" y="1618250"/>
            <a:ext cx="19782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30" name="Google Shape;130;p11"/>
          <p:cNvSpPr txBox="1"/>
          <p:nvPr>
            <p:ph idx="1" type="subTitle"/>
          </p:nvPr>
        </p:nvSpPr>
        <p:spPr>
          <a:xfrm>
            <a:off x="2314663" y="2154325"/>
            <a:ext cx="1880700" cy="762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solidFill>
                  <a:schemeClr val="dk2"/>
                </a:solidFill>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1" name="Google Shape;131;p11"/>
          <p:cNvSpPr txBox="1"/>
          <p:nvPr>
            <p:ph idx="3" type="title"/>
          </p:nvPr>
        </p:nvSpPr>
        <p:spPr>
          <a:xfrm>
            <a:off x="4740958" y="1618250"/>
            <a:ext cx="1978200" cy="5277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32" name="Google Shape;132;p11"/>
          <p:cNvSpPr txBox="1"/>
          <p:nvPr>
            <p:ph idx="4" type="subTitle"/>
          </p:nvPr>
        </p:nvSpPr>
        <p:spPr>
          <a:xfrm>
            <a:off x="4948638" y="2154325"/>
            <a:ext cx="1880700" cy="7623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400">
                <a:solidFill>
                  <a:schemeClr val="dk2"/>
                </a:solidFill>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3" name="Google Shape;133;p11"/>
          <p:cNvSpPr txBox="1"/>
          <p:nvPr>
            <p:ph idx="5" type="title"/>
          </p:nvPr>
        </p:nvSpPr>
        <p:spPr>
          <a:xfrm>
            <a:off x="2424850" y="3051650"/>
            <a:ext cx="19782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34" name="Google Shape;134;p11"/>
          <p:cNvSpPr txBox="1"/>
          <p:nvPr>
            <p:ph idx="6" type="subTitle"/>
          </p:nvPr>
        </p:nvSpPr>
        <p:spPr>
          <a:xfrm>
            <a:off x="2314663" y="3590451"/>
            <a:ext cx="1880700" cy="762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solidFill>
                  <a:schemeClr val="dk2"/>
                </a:solidFill>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 name="Google Shape;135;p11"/>
          <p:cNvSpPr txBox="1"/>
          <p:nvPr>
            <p:ph idx="7" type="title"/>
          </p:nvPr>
        </p:nvSpPr>
        <p:spPr>
          <a:xfrm>
            <a:off x="4740958" y="3051650"/>
            <a:ext cx="1978200" cy="5277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36" name="Google Shape;136;p11"/>
          <p:cNvSpPr txBox="1"/>
          <p:nvPr>
            <p:ph idx="8" type="subTitle"/>
          </p:nvPr>
        </p:nvSpPr>
        <p:spPr>
          <a:xfrm>
            <a:off x="4948638" y="3590451"/>
            <a:ext cx="1880700" cy="7623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400">
                <a:solidFill>
                  <a:schemeClr val="dk2"/>
                </a:solidFill>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7" name="Google Shape;137;p11"/>
          <p:cNvSpPr/>
          <p:nvPr/>
        </p:nvSpPr>
        <p:spPr>
          <a:xfrm>
            <a:off x="0" y="2145950"/>
            <a:ext cx="520500" cy="219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1"/>
          <p:cNvSpPr/>
          <p:nvPr/>
        </p:nvSpPr>
        <p:spPr>
          <a:xfrm>
            <a:off x="8623500" y="2145950"/>
            <a:ext cx="520500" cy="219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_1">
    <p:spTree>
      <p:nvGrpSpPr>
        <p:cNvPr id="139" name="Shape 139"/>
        <p:cNvGrpSpPr/>
        <p:nvPr/>
      </p:nvGrpSpPr>
      <p:grpSpPr>
        <a:xfrm>
          <a:off x="0" y="0"/>
          <a:ext cx="0" cy="0"/>
          <a:chOff x="0" y="0"/>
          <a:chExt cx="0" cy="0"/>
        </a:xfrm>
      </p:grpSpPr>
      <p:sp>
        <p:nvSpPr>
          <p:cNvPr id="140" name="Google Shape;140;p12"/>
          <p:cNvSpPr txBox="1"/>
          <p:nvPr>
            <p:ph type="title"/>
          </p:nvPr>
        </p:nvSpPr>
        <p:spPr>
          <a:xfrm>
            <a:off x="720000" y="445025"/>
            <a:ext cx="38163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141" name="Google Shape;141;p12"/>
          <p:cNvSpPr txBox="1"/>
          <p:nvPr>
            <p:ph idx="2" type="title"/>
          </p:nvPr>
        </p:nvSpPr>
        <p:spPr>
          <a:xfrm>
            <a:off x="719988" y="1790100"/>
            <a:ext cx="223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42" name="Google Shape;142;p12"/>
          <p:cNvSpPr txBox="1"/>
          <p:nvPr>
            <p:ph idx="1" type="subTitle"/>
          </p:nvPr>
        </p:nvSpPr>
        <p:spPr>
          <a:xfrm>
            <a:off x="896688" y="2326175"/>
            <a:ext cx="1880700" cy="762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solidFill>
                  <a:schemeClr val="dk2"/>
                </a:solidFill>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3" name="Google Shape;143;p12"/>
          <p:cNvSpPr txBox="1"/>
          <p:nvPr>
            <p:ph idx="3" type="title"/>
          </p:nvPr>
        </p:nvSpPr>
        <p:spPr>
          <a:xfrm>
            <a:off x="3353974" y="1790100"/>
            <a:ext cx="223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44" name="Google Shape;144;p12"/>
          <p:cNvSpPr txBox="1"/>
          <p:nvPr>
            <p:ph idx="4" type="subTitle"/>
          </p:nvPr>
        </p:nvSpPr>
        <p:spPr>
          <a:xfrm>
            <a:off x="3530663" y="2326175"/>
            <a:ext cx="1880700" cy="762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solidFill>
                  <a:schemeClr val="dk2"/>
                </a:solidFill>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5" name="Google Shape;145;p12"/>
          <p:cNvSpPr txBox="1"/>
          <p:nvPr>
            <p:ph idx="5" type="title"/>
          </p:nvPr>
        </p:nvSpPr>
        <p:spPr>
          <a:xfrm>
            <a:off x="719988" y="3223500"/>
            <a:ext cx="223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46" name="Google Shape;146;p12"/>
          <p:cNvSpPr txBox="1"/>
          <p:nvPr>
            <p:ph idx="6" type="subTitle"/>
          </p:nvPr>
        </p:nvSpPr>
        <p:spPr>
          <a:xfrm>
            <a:off x="896688" y="3762301"/>
            <a:ext cx="1880700" cy="762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solidFill>
                  <a:schemeClr val="dk2"/>
                </a:solidFill>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7" name="Google Shape;147;p12"/>
          <p:cNvSpPr txBox="1"/>
          <p:nvPr>
            <p:ph idx="7" type="title"/>
          </p:nvPr>
        </p:nvSpPr>
        <p:spPr>
          <a:xfrm>
            <a:off x="3353974" y="3223500"/>
            <a:ext cx="2234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48" name="Google Shape;148;p12"/>
          <p:cNvSpPr txBox="1"/>
          <p:nvPr>
            <p:ph idx="8" type="subTitle"/>
          </p:nvPr>
        </p:nvSpPr>
        <p:spPr>
          <a:xfrm>
            <a:off x="3530663" y="3762301"/>
            <a:ext cx="1880700" cy="762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solidFill>
                  <a:schemeClr val="dk2"/>
                </a:solidFill>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49" name="Shape 149"/>
        <p:cNvGrpSpPr/>
        <p:nvPr/>
      </p:nvGrpSpPr>
      <p:grpSpPr>
        <a:xfrm>
          <a:off x="0" y="0"/>
          <a:ext cx="0" cy="0"/>
          <a:chOff x="0" y="0"/>
          <a:chExt cx="0" cy="0"/>
        </a:xfrm>
      </p:grpSpPr>
      <p:sp>
        <p:nvSpPr>
          <p:cNvPr id="150" name="Google Shape;150;p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151" name="Google Shape;151;p13"/>
          <p:cNvSpPr txBox="1"/>
          <p:nvPr>
            <p:ph idx="2" type="title"/>
          </p:nvPr>
        </p:nvSpPr>
        <p:spPr>
          <a:xfrm>
            <a:off x="720151" y="1783852"/>
            <a:ext cx="2204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52" name="Google Shape;152;p13"/>
          <p:cNvSpPr txBox="1"/>
          <p:nvPr>
            <p:ph idx="1" type="subTitle"/>
          </p:nvPr>
        </p:nvSpPr>
        <p:spPr>
          <a:xfrm>
            <a:off x="855750" y="2283619"/>
            <a:ext cx="19329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3" name="Google Shape;153;p13"/>
          <p:cNvSpPr txBox="1"/>
          <p:nvPr>
            <p:ph idx="3" type="title"/>
          </p:nvPr>
        </p:nvSpPr>
        <p:spPr>
          <a:xfrm>
            <a:off x="3470039" y="1783852"/>
            <a:ext cx="2204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54" name="Google Shape;154;p13"/>
          <p:cNvSpPr txBox="1"/>
          <p:nvPr>
            <p:ph idx="4" type="subTitle"/>
          </p:nvPr>
        </p:nvSpPr>
        <p:spPr>
          <a:xfrm>
            <a:off x="3605561" y="2283619"/>
            <a:ext cx="19329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5" name="Google Shape;155;p13"/>
          <p:cNvSpPr txBox="1"/>
          <p:nvPr>
            <p:ph idx="5" type="title"/>
          </p:nvPr>
        </p:nvSpPr>
        <p:spPr>
          <a:xfrm>
            <a:off x="720151" y="3480596"/>
            <a:ext cx="2204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56" name="Google Shape;156;p13"/>
          <p:cNvSpPr txBox="1"/>
          <p:nvPr>
            <p:ph idx="6" type="subTitle"/>
          </p:nvPr>
        </p:nvSpPr>
        <p:spPr>
          <a:xfrm>
            <a:off x="855750" y="3980362"/>
            <a:ext cx="19329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7" name="Google Shape;157;p13"/>
          <p:cNvSpPr txBox="1"/>
          <p:nvPr>
            <p:ph idx="7" type="title"/>
          </p:nvPr>
        </p:nvSpPr>
        <p:spPr>
          <a:xfrm>
            <a:off x="3470039" y="3480596"/>
            <a:ext cx="2204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58" name="Google Shape;158;p13"/>
          <p:cNvSpPr txBox="1"/>
          <p:nvPr>
            <p:ph idx="8" type="subTitle"/>
          </p:nvPr>
        </p:nvSpPr>
        <p:spPr>
          <a:xfrm>
            <a:off x="3605561" y="3980362"/>
            <a:ext cx="19329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9" name="Google Shape;159;p13"/>
          <p:cNvSpPr txBox="1"/>
          <p:nvPr>
            <p:ph idx="9" type="title"/>
          </p:nvPr>
        </p:nvSpPr>
        <p:spPr>
          <a:xfrm>
            <a:off x="6219931" y="1783852"/>
            <a:ext cx="2204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60" name="Google Shape;160;p13"/>
          <p:cNvSpPr txBox="1"/>
          <p:nvPr>
            <p:ph idx="13" type="subTitle"/>
          </p:nvPr>
        </p:nvSpPr>
        <p:spPr>
          <a:xfrm>
            <a:off x="6375501" y="2283619"/>
            <a:ext cx="19329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61" name="Google Shape;161;p13"/>
          <p:cNvSpPr txBox="1"/>
          <p:nvPr>
            <p:ph idx="14" type="title"/>
          </p:nvPr>
        </p:nvSpPr>
        <p:spPr>
          <a:xfrm>
            <a:off x="6219931" y="3480596"/>
            <a:ext cx="22041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0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62" name="Google Shape;162;p13"/>
          <p:cNvSpPr txBox="1"/>
          <p:nvPr>
            <p:ph idx="15" type="subTitle"/>
          </p:nvPr>
        </p:nvSpPr>
        <p:spPr>
          <a:xfrm>
            <a:off x="6375501" y="3980362"/>
            <a:ext cx="19329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63" name="Google Shape;163;p13"/>
          <p:cNvSpPr/>
          <p:nvPr/>
        </p:nvSpPr>
        <p:spPr>
          <a:xfrm rot="-2700000">
            <a:off x="9146735" y="-1981600"/>
            <a:ext cx="2301633" cy="6791619"/>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3"/>
          <p:cNvSpPr/>
          <p:nvPr/>
        </p:nvSpPr>
        <p:spPr>
          <a:xfrm rot="-2700000">
            <a:off x="-2728540" y="-4874150"/>
            <a:ext cx="2301633" cy="6791619"/>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3"/>
          <p:cNvSpPr/>
          <p:nvPr/>
        </p:nvSpPr>
        <p:spPr>
          <a:xfrm>
            <a:off x="-1916325" y="-526500"/>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3"/>
          <p:cNvSpPr/>
          <p:nvPr/>
        </p:nvSpPr>
        <p:spPr>
          <a:xfrm rot="10800000">
            <a:off x="7883782" y="-1637830"/>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3"/>
          <p:cNvSpPr/>
          <p:nvPr/>
        </p:nvSpPr>
        <p:spPr>
          <a:xfrm>
            <a:off x="0" y="4838700"/>
            <a:ext cx="9144000" cy="304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68" name="Shape 168"/>
        <p:cNvGrpSpPr/>
        <p:nvPr/>
      </p:nvGrpSpPr>
      <p:grpSpPr>
        <a:xfrm>
          <a:off x="0" y="0"/>
          <a:ext cx="0" cy="0"/>
          <a:chOff x="0" y="0"/>
          <a:chExt cx="0" cy="0"/>
        </a:xfrm>
      </p:grpSpPr>
      <p:sp>
        <p:nvSpPr>
          <p:cNvPr id="169" name="Google Shape;169;p14"/>
          <p:cNvSpPr/>
          <p:nvPr/>
        </p:nvSpPr>
        <p:spPr>
          <a:xfrm rot="5400000">
            <a:off x="7544500" y="1159125"/>
            <a:ext cx="2993100" cy="29931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4"/>
          <p:cNvSpPr txBox="1"/>
          <p:nvPr>
            <p:ph type="title"/>
          </p:nvPr>
        </p:nvSpPr>
        <p:spPr>
          <a:xfrm>
            <a:off x="1926600" y="1474875"/>
            <a:ext cx="5290800" cy="23616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Clr>
                <a:schemeClr val="dk2"/>
              </a:buClr>
              <a:buSzPts val="4800"/>
              <a:buNone/>
              <a:defRPr sz="9000">
                <a:solidFill>
                  <a:schemeClr val="dk2"/>
                </a:solidFill>
              </a:defRPr>
            </a:lvl1pPr>
            <a:lvl2pPr lvl="1" algn="l">
              <a:lnSpc>
                <a:spcPct val="100000"/>
              </a:lnSpc>
              <a:spcBef>
                <a:spcPts val="0"/>
              </a:spcBef>
              <a:spcAft>
                <a:spcPts val="0"/>
              </a:spcAft>
              <a:buClr>
                <a:schemeClr val="dk2"/>
              </a:buClr>
              <a:buSzPts val="4800"/>
              <a:buNone/>
              <a:defRPr sz="4800">
                <a:solidFill>
                  <a:schemeClr val="dk2"/>
                </a:solidFill>
              </a:defRPr>
            </a:lvl2pPr>
            <a:lvl3pPr lvl="2" algn="l">
              <a:lnSpc>
                <a:spcPct val="100000"/>
              </a:lnSpc>
              <a:spcBef>
                <a:spcPts val="0"/>
              </a:spcBef>
              <a:spcAft>
                <a:spcPts val="0"/>
              </a:spcAft>
              <a:buClr>
                <a:schemeClr val="dk2"/>
              </a:buClr>
              <a:buSzPts val="4800"/>
              <a:buNone/>
              <a:defRPr sz="4800">
                <a:solidFill>
                  <a:schemeClr val="dk2"/>
                </a:solidFill>
              </a:defRPr>
            </a:lvl3pPr>
            <a:lvl4pPr lvl="3" algn="l">
              <a:lnSpc>
                <a:spcPct val="100000"/>
              </a:lnSpc>
              <a:spcBef>
                <a:spcPts val="0"/>
              </a:spcBef>
              <a:spcAft>
                <a:spcPts val="0"/>
              </a:spcAft>
              <a:buClr>
                <a:schemeClr val="dk2"/>
              </a:buClr>
              <a:buSzPts val="4800"/>
              <a:buNone/>
              <a:defRPr sz="4800">
                <a:solidFill>
                  <a:schemeClr val="dk2"/>
                </a:solidFill>
              </a:defRPr>
            </a:lvl4pPr>
            <a:lvl5pPr lvl="4" algn="l">
              <a:lnSpc>
                <a:spcPct val="100000"/>
              </a:lnSpc>
              <a:spcBef>
                <a:spcPts val="0"/>
              </a:spcBef>
              <a:spcAft>
                <a:spcPts val="0"/>
              </a:spcAft>
              <a:buClr>
                <a:schemeClr val="dk2"/>
              </a:buClr>
              <a:buSzPts val="4800"/>
              <a:buNone/>
              <a:defRPr sz="4800">
                <a:solidFill>
                  <a:schemeClr val="dk2"/>
                </a:solidFill>
              </a:defRPr>
            </a:lvl5pPr>
            <a:lvl6pPr lvl="5" algn="l">
              <a:lnSpc>
                <a:spcPct val="100000"/>
              </a:lnSpc>
              <a:spcBef>
                <a:spcPts val="0"/>
              </a:spcBef>
              <a:spcAft>
                <a:spcPts val="0"/>
              </a:spcAft>
              <a:buClr>
                <a:schemeClr val="dk2"/>
              </a:buClr>
              <a:buSzPts val="4800"/>
              <a:buNone/>
              <a:defRPr sz="4800">
                <a:solidFill>
                  <a:schemeClr val="dk2"/>
                </a:solidFill>
              </a:defRPr>
            </a:lvl6pPr>
            <a:lvl7pPr lvl="6" algn="l">
              <a:lnSpc>
                <a:spcPct val="100000"/>
              </a:lnSpc>
              <a:spcBef>
                <a:spcPts val="0"/>
              </a:spcBef>
              <a:spcAft>
                <a:spcPts val="0"/>
              </a:spcAft>
              <a:buClr>
                <a:schemeClr val="dk2"/>
              </a:buClr>
              <a:buSzPts val="4800"/>
              <a:buNone/>
              <a:defRPr sz="4800">
                <a:solidFill>
                  <a:schemeClr val="dk2"/>
                </a:solidFill>
              </a:defRPr>
            </a:lvl7pPr>
            <a:lvl8pPr lvl="7" algn="l">
              <a:lnSpc>
                <a:spcPct val="100000"/>
              </a:lnSpc>
              <a:spcBef>
                <a:spcPts val="0"/>
              </a:spcBef>
              <a:spcAft>
                <a:spcPts val="0"/>
              </a:spcAft>
              <a:buClr>
                <a:schemeClr val="dk2"/>
              </a:buClr>
              <a:buSzPts val="4800"/>
              <a:buNone/>
              <a:defRPr sz="4800">
                <a:solidFill>
                  <a:schemeClr val="dk2"/>
                </a:solidFill>
              </a:defRPr>
            </a:lvl8pPr>
            <a:lvl9pPr lvl="8" algn="l">
              <a:lnSpc>
                <a:spcPct val="100000"/>
              </a:lnSpc>
              <a:spcBef>
                <a:spcPts val="0"/>
              </a:spcBef>
              <a:spcAft>
                <a:spcPts val="0"/>
              </a:spcAft>
              <a:buClr>
                <a:schemeClr val="dk2"/>
              </a:buClr>
              <a:buSzPts val="4800"/>
              <a:buNone/>
              <a:defRPr sz="4800">
                <a:solidFill>
                  <a:schemeClr val="dk2"/>
                </a:solidFill>
              </a:defRPr>
            </a:lvl9pPr>
          </a:lstStyle>
          <a:p/>
        </p:txBody>
      </p:sp>
      <p:grpSp>
        <p:nvGrpSpPr>
          <p:cNvPr id="171" name="Google Shape;171;p14"/>
          <p:cNvGrpSpPr/>
          <p:nvPr/>
        </p:nvGrpSpPr>
        <p:grpSpPr>
          <a:xfrm rot="5400000">
            <a:off x="7933844" y="1551211"/>
            <a:ext cx="2214469" cy="2208928"/>
            <a:chOff x="4222125" y="2272050"/>
            <a:chExt cx="1248925" cy="1245800"/>
          </a:xfrm>
        </p:grpSpPr>
        <p:sp>
          <p:nvSpPr>
            <p:cNvPr id="172" name="Google Shape;172;p14"/>
            <p:cNvSpPr/>
            <p:nvPr/>
          </p:nvSpPr>
          <p:spPr>
            <a:xfrm>
              <a:off x="4222125" y="2272050"/>
              <a:ext cx="1248925" cy="1245800"/>
            </a:xfrm>
            <a:custGeom>
              <a:rect b="b" l="l" r="r" t="t"/>
              <a:pathLst>
                <a:path extrusionOk="0" h="49832" w="49957">
                  <a:moveTo>
                    <a:pt x="27102" y="3123"/>
                  </a:moveTo>
                  <a:lnTo>
                    <a:pt x="28975" y="3373"/>
                  </a:lnTo>
                  <a:lnTo>
                    <a:pt x="30973" y="3872"/>
                  </a:lnTo>
                  <a:lnTo>
                    <a:pt x="32972" y="4497"/>
                  </a:lnTo>
                  <a:lnTo>
                    <a:pt x="34720" y="5246"/>
                  </a:lnTo>
                  <a:lnTo>
                    <a:pt x="36594" y="6120"/>
                  </a:lnTo>
                  <a:lnTo>
                    <a:pt x="38217" y="7244"/>
                  </a:lnTo>
                  <a:lnTo>
                    <a:pt x="39841" y="8618"/>
                  </a:lnTo>
                  <a:lnTo>
                    <a:pt x="41339" y="9992"/>
                  </a:lnTo>
                  <a:lnTo>
                    <a:pt x="42713" y="11615"/>
                  </a:lnTo>
                  <a:lnTo>
                    <a:pt x="43837" y="13489"/>
                  </a:lnTo>
                  <a:lnTo>
                    <a:pt x="44836" y="15362"/>
                  </a:lnTo>
                  <a:lnTo>
                    <a:pt x="45711" y="17610"/>
                  </a:lnTo>
                  <a:lnTo>
                    <a:pt x="46335" y="19858"/>
                  </a:lnTo>
                  <a:lnTo>
                    <a:pt x="46835" y="22356"/>
                  </a:lnTo>
                  <a:lnTo>
                    <a:pt x="47084" y="24979"/>
                  </a:lnTo>
                  <a:lnTo>
                    <a:pt x="46960" y="27227"/>
                  </a:lnTo>
                  <a:lnTo>
                    <a:pt x="46585" y="29475"/>
                  </a:lnTo>
                  <a:lnTo>
                    <a:pt x="46085" y="31598"/>
                  </a:lnTo>
                  <a:lnTo>
                    <a:pt x="45336" y="33596"/>
                  </a:lnTo>
                  <a:lnTo>
                    <a:pt x="44462" y="35469"/>
                  </a:lnTo>
                  <a:lnTo>
                    <a:pt x="43338" y="37343"/>
                  </a:lnTo>
                  <a:lnTo>
                    <a:pt x="42089" y="38966"/>
                  </a:lnTo>
                  <a:lnTo>
                    <a:pt x="40590" y="40590"/>
                  </a:lnTo>
                  <a:lnTo>
                    <a:pt x="39091" y="41964"/>
                  </a:lnTo>
                  <a:lnTo>
                    <a:pt x="37343" y="43337"/>
                  </a:lnTo>
                  <a:lnTo>
                    <a:pt x="35470" y="44336"/>
                  </a:lnTo>
                  <a:lnTo>
                    <a:pt x="33596" y="45336"/>
                  </a:lnTo>
                  <a:lnTo>
                    <a:pt x="31598" y="46085"/>
                  </a:lnTo>
                  <a:lnTo>
                    <a:pt x="29475" y="46584"/>
                  </a:lnTo>
                  <a:lnTo>
                    <a:pt x="27227" y="46959"/>
                  </a:lnTo>
                  <a:lnTo>
                    <a:pt x="24979" y="47084"/>
                  </a:lnTo>
                  <a:lnTo>
                    <a:pt x="22731" y="46959"/>
                  </a:lnTo>
                  <a:lnTo>
                    <a:pt x="20608" y="46584"/>
                  </a:lnTo>
                  <a:lnTo>
                    <a:pt x="18484" y="46085"/>
                  </a:lnTo>
                  <a:lnTo>
                    <a:pt x="16486" y="45336"/>
                  </a:lnTo>
                  <a:lnTo>
                    <a:pt x="14488" y="44336"/>
                  </a:lnTo>
                  <a:lnTo>
                    <a:pt x="12739" y="43337"/>
                  </a:lnTo>
                  <a:lnTo>
                    <a:pt x="10991" y="41964"/>
                  </a:lnTo>
                  <a:lnTo>
                    <a:pt x="9492" y="40590"/>
                  </a:lnTo>
                  <a:lnTo>
                    <a:pt x="7994" y="38966"/>
                  </a:lnTo>
                  <a:lnTo>
                    <a:pt x="6745" y="37343"/>
                  </a:lnTo>
                  <a:lnTo>
                    <a:pt x="5621" y="35469"/>
                  </a:lnTo>
                  <a:lnTo>
                    <a:pt x="4746" y="33596"/>
                  </a:lnTo>
                  <a:lnTo>
                    <a:pt x="3997" y="31598"/>
                  </a:lnTo>
                  <a:lnTo>
                    <a:pt x="3498" y="29475"/>
                  </a:lnTo>
                  <a:lnTo>
                    <a:pt x="3123" y="27227"/>
                  </a:lnTo>
                  <a:lnTo>
                    <a:pt x="2998" y="24979"/>
                  </a:lnTo>
                  <a:lnTo>
                    <a:pt x="3248" y="22356"/>
                  </a:lnTo>
                  <a:lnTo>
                    <a:pt x="3622" y="19858"/>
                  </a:lnTo>
                  <a:lnTo>
                    <a:pt x="4372" y="17610"/>
                  </a:lnTo>
                  <a:lnTo>
                    <a:pt x="5246" y="15362"/>
                  </a:lnTo>
                  <a:lnTo>
                    <a:pt x="6245" y="13489"/>
                  </a:lnTo>
                  <a:lnTo>
                    <a:pt x="7369" y="11615"/>
                  </a:lnTo>
                  <a:lnTo>
                    <a:pt x="8743" y="9992"/>
                  </a:lnTo>
                  <a:lnTo>
                    <a:pt x="10242" y="8618"/>
                  </a:lnTo>
                  <a:lnTo>
                    <a:pt x="11865" y="7244"/>
                  </a:lnTo>
                  <a:lnTo>
                    <a:pt x="13489" y="6120"/>
                  </a:lnTo>
                  <a:lnTo>
                    <a:pt x="15237" y="5246"/>
                  </a:lnTo>
                  <a:lnTo>
                    <a:pt x="17111" y="4497"/>
                  </a:lnTo>
                  <a:lnTo>
                    <a:pt x="19109" y="3872"/>
                  </a:lnTo>
                  <a:lnTo>
                    <a:pt x="20982" y="3373"/>
                  </a:lnTo>
                  <a:lnTo>
                    <a:pt x="22980" y="3123"/>
                  </a:lnTo>
                  <a:close/>
                  <a:moveTo>
                    <a:pt x="24979" y="1"/>
                  </a:moveTo>
                  <a:lnTo>
                    <a:pt x="22481" y="126"/>
                  </a:lnTo>
                  <a:lnTo>
                    <a:pt x="19983" y="500"/>
                  </a:lnTo>
                  <a:lnTo>
                    <a:pt x="17610" y="1125"/>
                  </a:lnTo>
                  <a:lnTo>
                    <a:pt x="15362" y="1999"/>
                  </a:lnTo>
                  <a:lnTo>
                    <a:pt x="13114" y="2998"/>
                  </a:lnTo>
                  <a:lnTo>
                    <a:pt x="11116" y="4247"/>
                  </a:lnTo>
                  <a:lnTo>
                    <a:pt x="9118" y="5746"/>
                  </a:lnTo>
                  <a:lnTo>
                    <a:pt x="7369" y="7369"/>
                  </a:lnTo>
                  <a:lnTo>
                    <a:pt x="5746" y="9118"/>
                  </a:lnTo>
                  <a:lnTo>
                    <a:pt x="4372" y="10991"/>
                  </a:lnTo>
                  <a:lnTo>
                    <a:pt x="3123" y="13114"/>
                  </a:lnTo>
                  <a:lnTo>
                    <a:pt x="1999" y="15237"/>
                  </a:lnTo>
                  <a:lnTo>
                    <a:pt x="1125" y="17610"/>
                  </a:lnTo>
                  <a:lnTo>
                    <a:pt x="500" y="19983"/>
                  </a:lnTo>
                  <a:lnTo>
                    <a:pt x="125" y="22481"/>
                  </a:lnTo>
                  <a:lnTo>
                    <a:pt x="1" y="24979"/>
                  </a:lnTo>
                  <a:lnTo>
                    <a:pt x="250" y="27976"/>
                  </a:lnTo>
                  <a:lnTo>
                    <a:pt x="875" y="30848"/>
                  </a:lnTo>
                  <a:lnTo>
                    <a:pt x="1499" y="33471"/>
                  </a:lnTo>
                  <a:lnTo>
                    <a:pt x="2498" y="35844"/>
                  </a:lnTo>
                  <a:lnTo>
                    <a:pt x="3622" y="38092"/>
                  </a:lnTo>
                  <a:lnTo>
                    <a:pt x="4996" y="40215"/>
                  </a:lnTo>
                  <a:lnTo>
                    <a:pt x="6495" y="41964"/>
                  </a:lnTo>
                  <a:lnTo>
                    <a:pt x="8243" y="43587"/>
                  </a:lnTo>
                  <a:lnTo>
                    <a:pt x="9992" y="45086"/>
                  </a:lnTo>
                  <a:lnTo>
                    <a:pt x="11990" y="46335"/>
                  </a:lnTo>
                  <a:lnTo>
                    <a:pt x="13988" y="47459"/>
                  </a:lnTo>
                  <a:lnTo>
                    <a:pt x="16111" y="48333"/>
                  </a:lnTo>
                  <a:lnTo>
                    <a:pt x="18235" y="48957"/>
                  </a:lnTo>
                  <a:lnTo>
                    <a:pt x="20483" y="49457"/>
                  </a:lnTo>
                  <a:lnTo>
                    <a:pt x="22731" y="49707"/>
                  </a:lnTo>
                  <a:lnTo>
                    <a:pt x="24979" y="49832"/>
                  </a:lnTo>
                  <a:lnTo>
                    <a:pt x="27352" y="49707"/>
                  </a:lnTo>
                  <a:lnTo>
                    <a:pt x="29600" y="49457"/>
                  </a:lnTo>
                  <a:lnTo>
                    <a:pt x="31848" y="48957"/>
                  </a:lnTo>
                  <a:lnTo>
                    <a:pt x="33971" y="48333"/>
                  </a:lnTo>
                  <a:lnTo>
                    <a:pt x="36094" y="47459"/>
                  </a:lnTo>
                  <a:lnTo>
                    <a:pt x="38092" y="46335"/>
                  </a:lnTo>
                  <a:lnTo>
                    <a:pt x="40091" y="45086"/>
                  </a:lnTo>
                  <a:lnTo>
                    <a:pt x="41839" y="43587"/>
                  </a:lnTo>
                  <a:lnTo>
                    <a:pt x="43463" y="41964"/>
                  </a:lnTo>
                  <a:lnTo>
                    <a:pt x="45086" y="40090"/>
                  </a:lnTo>
                  <a:lnTo>
                    <a:pt x="46335" y="38092"/>
                  </a:lnTo>
                  <a:lnTo>
                    <a:pt x="47584" y="35844"/>
                  </a:lnTo>
                  <a:lnTo>
                    <a:pt x="48458" y="33471"/>
                  </a:lnTo>
                  <a:lnTo>
                    <a:pt x="49208" y="30848"/>
                  </a:lnTo>
                  <a:lnTo>
                    <a:pt x="49707" y="27976"/>
                  </a:lnTo>
                  <a:lnTo>
                    <a:pt x="49957" y="24979"/>
                  </a:lnTo>
                  <a:lnTo>
                    <a:pt x="49832" y="22481"/>
                  </a:lnTo>
                  <a:lnTo>
                    <a:pt x="49457" y="19983"/>
                  </a:lnTo>
                  <a:lnTo>
                    <a:pt x="48833" y="17610"/>
                  </a:lnTo>
                  <a:lnTo>
                    <a:pt x="48084" y="15237"/>
                  </a:lnTo>
                  <a:lnTo>
                    <a:pt x="46960" y="13114"/>
                  </a:lnTo>
                  <a:lnTo>
                    <a:pt x="45711" y="10991"/>
                  </a:lnTo>
                  <a:lnTo>
                    <a:pt x="44337" y="9118"/>
                  </a:lnTo>
                  <a:lnTo>
                    <a:pt x="42713" y="7369"/>
                  </a:lnTo>
                  <a:lnTo>
                    <a:pt x="40965" y="5746"/>
                  </a:lnTo>
                  <a:lnTo>
                    <a:pt x="38966" y="4247"/>
                  </a:lnTo>
                  <a:lnTo>
                    <a:pt x="36968" y="2998"/>
                  </a:lnTo>
                  <a:lnTo>
                    <a:pt x="34720" y="1999"/>
                  </a:lnTo>
                  <a:lnTo>
                    <a:pt x="32472" y="1125"/>
                  </a:lnTo>
                  <a:lnTo>
                    <a:pt x="30099" y="500"/>
                  </a:lnTo>
                  <a:lnTo>
                    <a:pt x="27601" y="126"/>
                  </a:lnTo>
                  <a:lnTo>
                    <a:pt x="2497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4"/>
            <p:cNvSpPr/>
            <p:nvPr/>
          </p:nvSpPr>
          <p:spPr>
            <a:xfrm>
              <a:off x="4222125" y="2272050"/>
              <a:ext cx="1248925" cy="1245800"/>
            </a:xfrm>
            <a:custGeom>
              <a:rect b="b" l="l" r="r" t="t"/>
              <a:pathLst>
                <a:path extrusionOk="0" fill="none" h="49832" w="49957">
                  <a:moveTo>
                    <a:pt x="24979" y="1"/>
                  </a:moveTo>
                  <a:lnTo>
                    <a:pt x="24979" y="1"/>
                  </a:lnTo>
                  <a:lnTo>
                    <a:pt x="22481" y="126"/>
                  </a:lnTo>
                  <a:lnTo>
                    <a:pt x="19983" y="500"/>
                  </a:lnTo>
                  <a:lnTo>
                    <a:pt x="17610" y="1125"/>
                  </a:lnTo>
                  <a:lnTo>
                    <a:pt x="15362" y="1999"/>
                  </a:lnTo>
                  <a:lnTo>
                    <a:pt x="13114" y="2998"/>
                  </a:lnTo>
                  <a:lnTo>
                    <a:pt x="11116" y="4247"/>
                  </a:lnTo>
                  <a:lnTo>
                    <a:pt x="9118" y="5746"/>
                  </a:lnTo>
                  <a:lnTo>
                    <a:pt x="7369" y="7369"/>
                  </a:lnTo>
                  <a:lnTo>
                    <a:pt x="5746" y="9118"/>
                  </a:lnTo>
                  <a:lnTo>
                    <a:pt x="4372" y="10991"/>
                  </a:lnTo>
                  <a:lnTo>
                    <a:pt x="3123" y="13114"/>
                  </a:lnTo>
                  <a:lnTo>
                    <a:pt x="1999" y="15237"/>
                  </a:lnTo>
                  <a:lnTo>
                    <a:pt x="1125" y="17610"/>
                  </a:lnTo>
                  <a:lnTo>
                    <a:pt x="500" y="19983"/>
                  </a:lnTo>
                  <a:lnTo>
                    <a:pt x="125" y="22481"/>
                  </a:lnTo>
                  <a:lnTo>
                    <a:pt x="1" y="24979"/>
                  </a:lnTo>
                  <a:lnTo>
                    <a:pt x="1" y="24979"/>
                  </a:lnTo>
                  <a:lnTo>
                    <a:pt x="250" y="27976"/>
                  </a:lnTo>
                  <a:lnTo>
                    <a:pt x="875" y="30848"/>
                  </a:lnTo>
                  <a:lnTo>
                    <a:pt x="1499" y="33471"/>
                  </a:lnTo>
                  <a:lnTo>
                    <a:pt x="2498" y="35844"/>
                  </a:lnTo>
                  <a:lnTo>
                    <a:pt x="3622" y="38092"/>
                  </a:lnTo>
                  <a:lnTo>
                    <a:pt x="4996" y="40215"/>
                  </a:lnTo>
                  <a:lnTo>
                    <a:pt x="6495" y="41964"/>
                  </a:lnTo>
                  <a:lnTo>
                    <a:pt x="8243" y="43587"/>
                  </a:lnTo>
                  <a:lnTo>
                    <a:pt x="9992" y="45086"/>
                  </a:lnTo>
                  <a:lnTo>
                    <a:pt x="11990" y="46335"/>
                  </a:lnTo>
                  <a:lnTo>
                    <a:pt x="13988" y="47459"/>
                  </a:lnTo>
                  <a:lnTo>
                    <a:pt x="16111" y="48333"/>
                  </a:lnTo>
                  <a:lnTo>
                    <a:pt x="18235" y="48957"/>
                  </a:lnTo>
                  <a:lnTo>
                    <a:pt x="20483" y="49457"/>
                  </a:lnTo>
                  <a:lnTo>
                    <a:pt x="22731" y="49707"/>
                  </a:lnTo>
                  <a:lnTo>
                    <a:pt x="24979" y="49832"/>
                  </a:lnTo>
                  <a:lnTo>
                    <a:pt x="27352" y="49707"/>
                  </a:lnTo>
                  <a:lnTo>
                    <a:pt x="29600" y="49457"/>
                  </a:lnTo>
                  <a:lnTo>
                    <a:pt x="31848" y="48957"/>
                  </a:lnTo>
                  <a:lnTo>
                    <a:pt x="33971" y="48333"/>
                  </a:lnTo>
                  <a:lnTo>
                    <a:pt x="36094" y="47459"/>
                  </a:lnTo>
                  <a:lnTo>
                    <a:pt x="38092" y="46335"/>
                  </a:lnTo>
                  <a:lnTo>
                    <a:pt x="40091" y="45086"/>
                  </a:lnTo>
                  <a:lnTo>
                    <a:pt x="41839" y="43587"/>
                  </a:lnTo>
                  <a:lnTo>
                    <a:pt x="43463" y="41964"/>
                  </a:lnTo>
                  <a:lnTo>
                    <a:pt x="45086" y="40090"/>
                  </a:lnTo>
                  <a:lnTo>
                    <a:pt x="46335" y="38092"/>
                  </a:lnTo>
                  <a:lnTo>
                    <a:pt x="47584" y="35844"/>
                  </a:lnTo>
                  <a:lnTo>
                    <a:pt x="48458" y="33471"/>
                  </a:lnTo>
                  <a:lnTo>
                    <a:pt x="49208" y="30848"/>
                  </a:lnTo>
                  <a:lnTo>
                    <a:pt x="49707" y="27976"/>
                  </a:lnTo>
                  <a:lnTo>
                    <a:pt x="49957" y="24979"/>
                  </a:lnTo>
                  <a:lnTo>
                    <a:pt x="49957" y="24979"/>
                  </a:lnTo>
                  <a:lnTo>
                    <a:pt x="49832" y="22481"/>
                  </a:lnTo>
                  <a:lnTo>
                    <a:pt x="49457" y="19983"/>
                  </a:lnTo>
                  <a:lnTo>
                    <a:pt x="48833" y="17610"/>
                  </a:lnTo>
                  <a:lnTo>
                    <a:pt x="48084" y="15237"/>
                  </a:lnTo>
                  <a:lnTo>
                    <a:pt x="46960" y="13114"/>
                  </a:lnTo>
                  <a:lnTo>
                    <a:pt x="45711" y="10991"/>
                  </a:lnTo>
                  <a:lnTo>
                    <a:pt x="44337" y="9118"/>
                  </a:lnTo>
                  <a:lnTo>
                    <a:pt x="42713" y="7369"/>
                  </a:lnTo>
                  <a:lnTo>
                    <a:pt x="40965" y="5746"/>
                  </a:lnTo>
                  <a:lnTo>
                    <a:pt x="38966" y="4247"/>
                  </a:lnTo>
                  <a:lnTo>
                    <a:pt x="36968" y="2998"/>
                  </a:lnTo>
                  <a:lnTo>
                    <a:pt x="34720" y="1999"/>
                  </a:lnTo>
                  <a:lnTo>
                    <a:pt x="32472" y="1125"/>
                  </a:lnTo>
                  <a:lnTo>
                    <a:pt x="30099" y="500"/>
                  </a:lnTo>
                  <a:lnTo>
                    <a:pt x="27601" y="126"/>
                  </a:lnTo>
                  <a:lnTo>
                    <a:pt x="24979" y="1"/>
                  </a:lnTo>
                  <a:lnTo>
                    <a:pt x="2497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4"/>
            <p:cNvSpPr/>
            <p:nvPr/>
          </p:nvSpPr>
          <p:spPr>
            <a:xfrm>
              <a:off x="4297050" y="2350125"/>
              <a:ext cx="1102200" cy="1099025"/>
            </a:xfrm>
            <a:custGeom>
              <a:rect b="b" l="l" r="r" t="t"/>
              <a:pathLst>
                <a:path extrusionOk="0" fill="none" h="43961" w="44088">
                  <a:moveTo>
                    <a:pt x="21982" y="43961"/>
                  </a:moveTo>
                  <a:lnTo>
                    <a:pt x="21982" y="43961"/>
                  </a:lnTo>
                  <a:lnTo>
                    <a:pt x="19734" y="43836"/>
                  </a:lnTo>
                  <a:lnTo>
                    <a:pt x="17611" y="43461"/>
                  </a:lnTo>
                  <a:lnTo>
                    <a:pt x="15487" y="42962"/>
                  </a:lnTo>
                  <a:lnTo>
                    <a:pt x="13489" y="42213"/>
                  </a:lnTo>
                  <a:lnTo>
                    <a:pt x="11491" y="41213"/>
                  </a:lnTo>
                  <a:lnTo>
                    <a:pt x="9742" y="40214"/>
                  </a:lnTo>
                  <a:lnTo>
                    <a:pt x="7994" y="38841"/>
                  </a:lnTo>
                  <a:lnTo>
                    <a:pt x="6495" y="37467"/>
                  </a:lnTo>
                  <a:lnTo>
                    <a:pt x="4997" y="35843"/>
                  </a:lnTo>
                  <a:lnTo>
                    <a:pt x="3748" y="34220"/>
                  </a:lnTo>
                  <a:lnTo>
                    <a:pt x="2624" y="32346"/>
                  </a:lnTo>
                  <a:lnTo>
                    <a:pt x="1749" y="30473"/>
                  </a:lnTo>
                  <a:lnTo>
                    <a:pt x="1000" y="28475"/>
                  </a:lnTo>
                  <a:lnTo>
                    <a:pt x="501" y="26352"/>
                  </a:lnTo>
                  <a:lnTo>
                    <a:pt x="126" y="24104"/>
                  </a:lnTo>
                  <a:lnTo>
                    <a:pt x="1" y="21856"/>
                  </a:lnTo>
                  <a:lnTo>
                    <a:pt x="1" y="21856"/>
                  </a:lnTo>
                  <a:lnTo>
                    <a:pt x="251" y="19233"/>
                  </a:lnTo>
                  <a:lnTo>
                    <a:pt x="625" y="16735"/>
                  </a:lnTo>
                  <a:lnTo>
                    <a:pt x="1375" y="14487"/>
                  </a:lnTo>
                  <a:lnTo>
                    <a:pt x="2249" y="12239"/>
                  </a:lnTo>
                  <a:lnTo>
                    <a:pt x="3248" y="10366"/>
                  </a:lnTo>
                  <a:lnTo>
                    <a:pt x="4372" y="8492"/>
                  </a:lnTo>
                  <a:lnTo>
                    <a:pt x="5746" y="6869"/>
                  </a:lnTo>
                  <a:lnTo>
                    <a:pt x="7245" y="5495"/>
                  </a:lnTo>
                  <a:lnTo>
                    <a:pt x="8868" y="4121"/>
                  </a:lnTo>
                  <a:lnTo>
                    <a:pt x="10492" y="2997"/>
                  </a:lnTo>
                  <a:lnTo>
                    <a:pt x="12240" y="2123"/>
                  </a:lnTo>
                  <a:lnTo>
                    <a:pt x="14114" y="1374"/>
                  </a:lnTo>
                  <a:lnTo>
                    <a:pt x="16112" y="749"/>
                  </a:lnTo>
                  <a:lnTo>
                    <a:pt x="17985" y="250"/>
                  </a:lnTo>
                  <a:lnTo>
                    <a:pt x="19983" y="0"/>
                  </a:lnTo>
                  <a:lnTo>
                    <a:pt x="21982" y="0"/>
                  </a:lnTo>
                  <a:lnTo>
                    <a:pt x="24105" y="0"/>
                  </a:lnTo>
                  <a:lnTo>
                    <a:pt x="25978" y="250"/>
                  </a:lnTo>
                  <a:lnTo>
                    <a:pt x="27976" y="749"/>
                  </a:lnTo>
                  <a:lnTo>
                    <a:pt x="29975" y="1374"/>
                  </a:lnTo>
                  <a:lnTo>
                    <a:pt x="31723" y="2123"/>
                  </a:lnTo>
                  <a:lnTo>
                    <a:pt x="33597" y="2997"/>
                  </a:lnTo>
                  <a:lnTo>
                    <a:pt x="35220" y="4121"/>
                  </a:lnTo>
                  <a:lnTo>
                    <a:pt x="36844" y="5495"/>
                  </a:lnTo>
                  <a:lnTo>
                    <a:pt x="38342" y="6869"/>
                  </a:lnTo>
                  <a:lnTo>
                    <a:pt x="39716" y="8492"/>
                  </a:lnTo>
                  <a:lnTo>
                    <a:pt x="40840" y="10366"/>
                  </a:lnTo>
                  <a:lnTo>
                    <a:pt x="41839" y="12239"/>
                  </a:lnTo>
                  <a:lnTo>
                    <a:pt x="42714" y="14487"/>
                  </a:lnTo>
                  <a:lnTo>
                    <a:pt x="43338" y="16735"/>
                  </a:lnTo>
                  <a:lnTo>
                    <a:pt x="43838" y="19233"/>
                  </a:lnTo>
                  <a:lnTo>
                    <a:pt x="44087" y="21856"/>
                  </a:lnTo>
                  <a:lnTo>
                    <a:pt x="44087" y="21856"/>
                  </a:lnTo>
                  <a:lnTo>
                    <a:pt x="43963" y="24104"/>
                  </a:lnTo>
                  <a:lnTo>
                    <a:pt x="43588" y="26352"/>
                  </a:lnTo>
                  <a:lnTo>
                    <a:pt x="43088" y="28475"/>
                  </a:lnTo>
                  <a:lnTo>
                    <a:pt x="42339" y="30473"/>
                  </a:lnTo>
                  <a:lnTo>
                    <a:pt x="41465" y="32346"/>
                  </a:lnTo>
                  <a:lnTo>
                    <a:pt x="40341" y="34220"/>
                  </a:lnTo>
                  <a:lnTo>
                    <a:pt x="39092" y="35843"/>
                  </a:lnTo>
                  <a:lnTo>
                    <a:pt x="37593" y="37467"/>
                  </a:lnTo>
                  <a:lnTo>
                    <a:pt x="36094" y="38841"/>
                  </a:lnTo>
                  <a:lnTo>
                    <a:pt x="34346" y="40214"/>
                  </a:lnTo>
                  <a:lnTo>
                    <a:pt x="32473" y="41213"/>
                  </a:lnTo>
                  <a:lnTo>
                    <a:pt x="30599" y="42213"/>
                  </a:lnTo>
                  <a:lnTo>
                    <a:pt x="28601" y="42962"/>
                  </a:lnTo>
                  <a:lnTo>
                    <a:pt x="26478" y="43461"/>
                  </a:lnTo>
                  <a:lnTo>
                    <a:pt x="24230" y="43836"/>
                  </a:lnTo>
                  <a:lnTo>
                    <a:pt x="21982" y="43961"/>
                  </a:lnTo>
                  <a:lnTo>
                    <a:pt x="21982" y="4396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4"/>
            <p:cNvSpPr/>
            <p:nvPr/>
          </p:nvSpPr>
          <p:spPr>
            <a:xfrm>
              <a:off x="4846575" y="34491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4"/>
            <p:cNvSpPr/>
            <p:nvPr/>
          </p:nvSpPr>
          <p:spPr>
            <a:xfrm>
              <a:off x="4368875" y="2418800"/>
              <a:ext cx="955425" cy="952300"/>
            </a:xfrm>
            <a:custGeom>
              <a:rect b="b" l="l" r="r" t="t"/>
              <a:pathLst>
                <a:path extrusionOk="0" h="38092" w="38217">
                  <a:moveTo>
                    <a:pt x="20607" y="2998"/>
                  </a:moveTo>
                  <a:lnTo>
                    <a:pt x="22106" y="3248"/>
                  </a:lnTo>
                  <a:lnTo>
                    <a:pt x="23480" y="3497"/>
                  </a:lnTo>
                  <a:lnTo>
                    <a:pt x="24729" y="3997"/>
                  </a:lnTo>
                  <a:lnTo>
                    <a:pt x="26103" y="4497"/>
                  </a:lnTo>
                  <a:lnTo>
                    <a:pt x="27352" y="5121"/>
                  </a:lnTo>
                  <a:lnTo>
                    <a:pt x="28476" y="5870"/>
                  </a:lnTo>
                  <a:lnTo>
                    <a:pt x="29600" y="6745"/>
                  </a:lnTo>
                  <a:lnTo>
                    <a:pt x="30599" y="7744"/>
                  </a:lnTo>
                  <a:lnTo>
                    <a:pt x="31473" y="8743"/>
                  </a:lnTo>
                  <a:lnTo>
                    <a:pt x="32347" y="9867"/>
                  </a:lnTo>
                  <a:lnTo>
                    <a:pt x="33096" y="10991"/>
                  </a:lnTo>
                  <a:lnTo>
                    <a:pt x="33721" y="12240"/>
                  </a:lnTo>
                  <a:lnTo>
                    <a:pt x="34345" y="13489"/>
                  </a:lnTo>
                  <a:lnTo>
                    <a:pt x="34720" y="14862"/>
                  </a:lnTo>
                  <a:lnTo>
                    <a:pt x="35095" y="16236"/>
                  </a:lnTo>
                  <a:lnTo>
                    <a:pt x="3248" y="16236"/>
                  </a:lnTo>
                  <a:lnTo>
                    <a:pt x="3622" y="14862"/>
                  </a:lnTo>
                  <a:lnTo>
                    <a:pt x="3997" y="13489"/>
                  </a:lnTo>
                  <a:lnTo>
                    <a:pt x="4621" y="12240"/>
                  </a:lnTo>
                  <a:lnTo>
                    <a:pt x="5246" y="10991"/>
                  </a:lnTo>
                  <a:lnTo>
                    <a:pt x="5995" y="9867"/>
                  </a:lnTo>
                  <a:lnTo>
                    <a:pt x="6869" y="8743"/>
                  </a:lnTo>
                  <a:lnTo>
                    <a:pt x="7744" y="7744"/>
                  </a:lnTo>
                  <a:lnTo>
                    <a:pt x="8743" y="6745"/>
                  </a:lnTo>
                  <a:lnTo>
                    <a:pt x="9867" y="5870"/>
                  </a:lnTo>
                  <a:lnTo>
                    <a:pt x="10991" y="5121"/>
                  </a:lnTo>
                  <a:lnTo>
                    <a:pt x="12240" y="4497"/>
                  </a:lnTo>
                  <a:lnTo>
                    <a:pt x="13489" y="3997"/>
                  </a:lnTo>
                  <a:lnTo>
                    <a:pt x="14862" y="3497"/>
                  </a:lnTo>
                  <a:lnTo>
                    <a:pt x="16236" y="3248"/>
                  </a:lnTo>
                  <a:lnTo>
                    <a:pt x="17735" y="2998"/>
                  </a:lnTo>
                  <a:close/>
                  <a:moveTo>
                    <a:pt x="5246" y="24978"/>
                  </a:moveTo>
                  <a:lnTo>
                    <a:pt x="6245" y="25103"/>
                  </a:lnTo>
                  <a:lnTo>
                    <a:pt x="7119" y="25228"/>
                  </a:lnTo>
                  <a:lnTo>
                    <a:pt x="8118" y="25478"/>
                  </a:lnTo>
                  <a:lnTo>
                    <a:pt x="8993" y="25728"/>
                  </a:lnTo>
                  <a:lnTo>
                    <a:pt x="9742" y="26227"/>
                  </a:lnTo>
                  <a:lnTo>
                    <a:pt x="10616" y="26602"/>
                  </a:lnTo>
                  <a:lnTo>
                    <a:pt x="11241" y="27226"/>
                  </a:lnTo>
                  <a:lnTo>
                    <a:pt x="11990" y="27851"/>
                  </a:lnTo>
                  <a:lnTo>
                    <a:pt x="12614" y="28475"/>
                  </a:lnTo>
                  <a:lnTo>
                    <a:pt x="13114" y="29225"/>
                  </a:lnTo>
                  <a:lnTo>
                    <a:pt x="13614" y="29974"/>
                  </a:lnTo>
                  <a:lnTo>
                    <a:pt x="13988" y="30848"/>
                  </a:lnTo>
                  <a:lnTo>
                    <a:pt x="14363" y="31722"/>
                  </a:lnTo>
                  <a:lnTo>
                    <a:pt x="14613" y="32597"/>
                  </a:lnTo>
                  <a:lnTo>
                    <a:pt x="14738" y="33596"/>
                  </a:lnTo>
                  <a:lnTo>
                    <a:pt x="14738" y="34470"/>
                  </a:lnTo>
                  <a:lnTo>
                    <a:pt x="14738" y="34720"/>
                  </a:lnTo>
                  <a:lnTo>
                    <a:pt x="12989" y="34095"/>
                  </a:lnTo>
                  <a:lnTo>
                    <a:pt x="11241" y="33221"/>
                  </a:lnTo>
                  <a:lnTo>
                    <a:pt x="9742" y="32222"/>
                  </a:lnTo>
                  <a:lnTo>
                    <a:pt x="8243" y="31098"/>
                  </a:lnTo>
                  <a:lnTo>
                    <a:pt x="6994" y="29724"/>
                  </a:lnTo>
                  <a:lnTo>
                    <a:pt x="5870" y="28350"/>
                  </a:lnTo>
                  <a:lnTo>
                    <a:pt x="4871" y="26727"/>
                  </a:lnTo>
                  <a:lnTo>
                    <a:pt x="4122" y="24978"/>
                  </a:lnTo>
                  <a:close/>
                  <a:moveTo>
                    <a:pt x="34221" y="24978"/>
                  </a:moveTo>
                  <a:lnTo>
                    <a:pt x="33471" y="26727"/>
                  </a:lnTo>
                  <a:lnTo>
                    <a:pt x="32472" y="28350"/>
                  </a:lnTo>
                  <a:lnTo>
                    <a:pt x="31348" y="29724"/>
                  </a:lnTo>
                  <a:lnTo>
                    <a:pt x="29974" y="31098"/>
                  </a:lnTo>
                  <a:lnTo>
                    <a:pt x="28600" y="32222"/>
                  </a:lnTo>
                  <a:lnTo>
                    <a:pt x="26977" y="33221"/>
                  </a:lnTo>
                  <a:lnTo>
                    <a:pt x="25353" y="34095"/>
                  </a:lnTo>
                  <a:lnTo>
                    <a:pt x="23605" y="34720"/>
                  </a:lnTo>
                  <a:lnTo>
                    <a:pt x="23605" y="34470"/>
                  </a:lnTo>
                  <a:lnTo>
                    <a:pt x="23605" y="33596"/>
                  </a:lnTo>
                  <a:lnTo>
                    <a:pt x="23730" y="32597"/>
                  </a:lnTo>
                  <a:lnTo>
                    <a:pt x="23979" y="31722"/>
                  </a:lnTo>
                  <a:lnTo>
                    <a:pt x="24354" y="30848"/>
                  </a:lnTo>
                  <a:lnTo>
                    <a:pt x="24729" y="29974"/>
                  </a:lnTo>
                  <a:lnTo>
                    <a:pt x="25228" y="29225"/>
                  </a:lnTo>
                  <a:lnTo>
                    <a:pt x="25728" y="28475"/>
                  </a:lnTo>
                  <a:lnTo>
                    <a:pt x="26352" y="27851"/>
                  </a:lnTo>
                  <a:lnTo>
                    <a:pt x="26977" y="27226"/>
                  </a:lnTo>
                  <a:lnTo>
                    <a:pt x="27726" y="26602"/>
                  </a:lnTo>
                  <a:lnTo>
                    <a:pt x="28600" y="26227"/>
                  </a:lnTo>
                  <a:lnTo>
                    <a:pt x="29350" y="25728"/>
                  </a:lnTo>
                  <a:lnTo>
                    <a:pt x="30224" y="25478"/>
                  </a:lnTo>
                  <a:lnTo>
                    <a:pt x="31098" y="25228"/>
                  </a:lnTo>
                  <a:lnTo>
                    <a:pt x="32097" y="25103"/>
                  </a:lnTo>
                  <a:lnTo>
                    <a:pt x="33096" y="24978"/>
                  </a:lnTo>
                  <a:close/>
                  <a:moveTo>
                    <a:pt x="35345" y="19109"/>
                  </a:moveTo>
                  <a:lnTo>
                    <a:pt x="35220" y="20607"/>
                  </a:lnTo>
                  <a:lnTo>
                    <a:pt x="35095" y="22106"/>
                  </a:lnTo>
                  <a:lnTo>
                    <a:pt x="31848" y="22106"/>
                  </a:lnTo>
                  <a:lnTo>
                    <a:pt x="30599" y="22356"/>
                  </a:lnTo>
                  <a:lnTo>
                    <a:pt x="29350" y="22606"/>
                  </a:lnTo>
                  <a:lnTo>
                    <a:pt x="28226" y="23105"/>
                  </a:lnTo>
                  <a:lnTo>
                    <a:pt x="27102" y="23605"/>
                  </a:lnTo>
                  <a:lnTo>
                    <a:pt x="26103" y="24229"/>
                  </a:lnTo>
                  <a:lnTo>
                    <a:pt x="25103" y="24978"/>
                  </a:lnTo>
                  <a:lnTo>
                    <a:pt x="24229" y="25728"/>
                  </a:lnTo>
                  <a:lnTo>
                    <a:pt x="23480" y="26602"/>
                  </a:lnTo>
                  <a:lnTo>
                    <a:pt x="22731" y="27601"/>
                  </a:lnTo>
                  <a:lnTo>
                    <a:pt x="22106" y="28600"/>
                  </a:lnTo>
                  <a:lnTo>
                    <a:pt x="21607" y="29724"/>
                  </a:lnTo>
                  <a:lnTo>
                    <a:pt x="21232" y="30848"/>
                  </a:lnTo>
                  <a:lnTo>
                    <a:pt x="20857" y="31972"/>
                  </a:lnTo>
                  <a:lnTo>
                    <a:pt x="20732" y="33221"/>
                  </a:lnTo>
                  <a:lnTo>
                    <a:pt x="20607" y="34470"/>
                  </a:lnTo>
                  <a:lnTo>
                    <a:pt x="20607" y="35219"/>
                  </a:lnTo>
                  <a:lnTo>
                    <a:pt x="19109" y="35344"/>
                  </a:lnTo>
                  <a:lnTo>
                    <a:pt x="17735" y="35219"/>
                  </a:lnTo>
                  <a:lnTo>
                    <a:pt x="17735" y="34470"/>
                  </a:lnTo>
                  <a:lnTo>
                    <a:pt x="17610" y="33221"/>
                  </a:lnTo>
                  <a:lnTo>
                    <a:pt x="17485" y="31972"/>
                  </a:lnTo>
                  <a:lnTo>
                    <a:pt x="17110" y="30848"/>
                  </a:lnTo>
                  <a:lnTo>
                    <a:pt x="16736" y="29724"/>
                  </a:lnTo>
                  <a:lnTo>
                    <a:pt x="16236" y="28600"/>
                  </a:lnTo>
                  <a:lnTo>
                    <a:pt x="15612" y="27601"/>
                  </a:lnTo>
                  <a:lnTo>
                    <a:pt x="14862" y="26602"/>
                  </a:lnTo>
                  <a:lnTo>
                    <a:pt x="13988" y="25728"/>
                  </a:lnTo>
                  <a:lnTo>
                    <a:pt x="13114" y="24978"/>
                  </a:lnTo>
                  <a:lnTo>
                    <a:pt x="12240" y="24229"/>
                  </a:lnTo>
                  <a:lnTo>
                    <a:pt x="11116" y="23605"/>
                  </a:lnTo>
                  <a:lnTo>
                    <a:pt x="10117" y="23105"/>
                  </a:lnTo>
                  <a:lnTo>
                    <a:pt x="8993" y="22606"/>
                  </a:lnTo>
                  <a:lnTo>
                    <a:pt x="7744" y="22356"/>
                  </a:lnTo>
                  <a:lnTo>
                    <a:pt x="6495" y="22106"/>
                  </a:lnTo>
                  <a:lnTo>
                    <a:pt x="3248" y="22106"/>
                  </a:lnTo>
                  <a:lnTo>
                    <a:pt x="3123" y="20607"/>
                  </a:lnTo>
                  <a:lnTo>
                    <a:pt x="2998" y="19109"/>
                  </a:lnTo>
                  <a:close/>
                  <a:moveTo>
                    <a:pt x="19109" y="1"/>
                  </a:moveTo>
                  <a:lnTo>
                    <a:pt x="17235" y="125"/>
                  </a:lnTo>
                  <a:lnTo>
                    <a:pt x="15362" y="375"/>
                  </a:lnTo>
                  <a:lnTo>
                    <a:pt x="13489" y="875"/>
                  </a:lnTo>
                  <a:lnTo>
                    <a:pt x="11740" y="1499"/>
                  </a:lnTo>
                  <a:lnTo>
                    <a:pt x="10117" y="2373"/>
                  </a:lnTo>
                  <a:lnTo>
                    <a:pt x="8493" y="3248"/>
                  </a:lnTo>
                  <a:lnTo>
                    <a:pt x="6994" y="4372"/>
                  </a:lnTo>
                  <a:lnTo>
                    <a:pt x="5621" y="5621"/>
                  </a:lnTo>
                  <a:lnTo>
                    <a:pt x="4372" y="6994"/>
                  </a:lnTo>
                  <a:lnTo>
                    <a:pt x="3372" y="8493"/>
                  </a:lnTo>
                  <a:lnTo>
                    <a:pt x="2373" y="9992"/>
                  </a:lnTo>
                  <a:lnTo>
                    <a:pt x="1624" y="11740"/>
                  </a:lnTo>
                  <a:lnTo>
                    <a:pt x="875" y="13489"/>
                  </a:lnTo>
                  <a:lnTo>
                    <a:pt x="500" y="15237"/>
                  </a:lnTo>
                  <a:lnTo>
                    <a:pt x="125" y="17235"/>
                  </a:lnTo>
                  <a:lnTo>
                    <a:pt x="0" y="19109"/>
                  </a:lnTo>
                  <a:lnTo>
                    <a:pt x="250" y="21482"/>
                  </a:lnTo>
                  <a:lnTo>
                    <a:pt x="625" y="23605"/>
                  </a:lnTo>
                  <a:lnTo>
                    <a:pt x="1249" y="25603"/>
                  </a:lnTo>
                  <a:lnTo>
                    <a:pt x="1999" y="27476"/>
                  </a:lnTo>
                  <a:lnTo>
                    <a:pt x="2873" y="29225"/>
                  </a:lnTo>
                  <a:lnTo>
                    <a:pt x="3872" y="30723"/>
                  </a:lnTo>
                  <a:lnTo>
                    <a:pt x="4996" y="32097"/>
                  </a:lnTo>
                  <a:lnTo>
                    <a:pt x="6370" y="33346"/>
                  </a:lnTo>
                  <a:lnTo>
                    <a:pt x="7744" y="34470"/>
                  </a:lnTo>
                  <a:lnTo>
                    <a:pt x="9117" y="35469"/>
                  </a:lnTo>
                  <a:lnTo>
                    <a:pt x="10741" y="36343"/>
                  </a:lnTo>
                  <a:lnTo>
                    <a:pt x="12365" y="36968"/>
                  </a:lnTo>
                  <a:lnTo>
                    <a:pt x="13988" y="37467"/>
                  </a:lnTo>
                  <a:lnTo>
                    <a:pt x="15737" y="37842"/>
                  </a:lnTo>
                  <a:lnTo>
                    <a:pt x="17485" y="38092"/>
                  </a:lnTo>
                  <a:lnTo>
                    <a:pt x="20857" y="38092"/>
                  </a:lnTo>
                  <a:lnTo>
                    <a:pt x="22606" y="37842"/>
                  </a:lnTo>
                  <a:lnTo>
                    <a:pt x="24354" y="37467"/>
                  </a:lnTo>
                  <a:lnTo>
                    <a:pt x="25978" y="36968"/>
                  </a:lnTo>
                  <a:lnTo>
                    <a:pt x="27601" y="36343"/>
                  </a:lnTo>
                  <a:lnTo>
                    <a:pt x="29100" y="35469"/>
                  </a:lnTo>
                  <a:lnTo>
                    <a:pt x="30599" y="34470"/>
                  </a:lnTo>
                  <a:lnTo>
                    <a:pt x="31972" y="33346"/>
                  </a:lnTo>
                  <a:lnTo>
                    <a:pt x="33221" y="32097"/>
                  </a:lnTo>
                  <a:lnTo>
                    <a:pt x="34470" y="30723"/>
                  </a:lnTo>
                  <a:lnTo>
                    <a:pt x="35469" y="29100"/>
                  </a:lnTo>
                  <a:lnTo>
                    <a:pt x="36344" y="27476"/>
                  </a:lnTo>
                  <a:lnTo>
                    <a:pt x="37093" y="25603"/>
                  </a:lnTo>
                  <a:lnTo>
                    <a:pt x="37717" y="23605"/>
                  </a:lnTo>
                  <a:lnTo>
                    <a:pt x="38092" y="21482"/>
                  </a:lnTo>
                  <a:lnTo>
                    <a:pt x="38217" y="19109"/>
                  </a:lnTo>
                  <a:lnTo>
                    <a:pt x="38217" y="17235"/>
                  </a:lnTo>
                  <a:lnTo>
                    <a:pt x="37842" y="15237"/>
                  </a:lnTo>
                  <a:lnTo>
                    <a:pt x="37343" y="13489"/>
                  </a:lnTo>
                  <a:lnTo>
                    <a:pt x="36718" y="11740"/>
                  </a:lnTo>
                  <a:lnTo>
                    <a:pt x="35969" y="9992"/>
                  </a:lnTo>
                  <a:lnTo>
                    <a:pt x="34970" y="8493"/>
                  </a:lnTo>
                  <a:lnTo>
                    <a:pt x="33846" y="6994"/>
                  </a:lnTo>
                  <a:lnTo>
                    <a:pt x="32722" y="5621"/>
                  </a:lnTo>
                  <a:lnTo>
                    <a:pt x="31348" y="4372"/>
                  </a:lnTo>
                  <a:lnTo>
                    <a:pt x="29849" y="3248"/>
                  </a:lnTo>
                  <a:lnTo>
                    <a:pt x="28226" y="2373"/>
                  </a:lnTo>
                  <a:lnTo>
                    <a:pt x="26602" y="1499"/>
                  </a:lnTo>
                  <a:lnTo>
                    <a:pt x="24854" y="875"/>
                  </a:lnTo>
                  <a:lnTo>
                    <a:pt x="22980" y="375"/>
                  </a:lnTo>
                  <a:lnTo>
                    <a:pt x="21107" y="125"/>
                  </a:lnTo>
                  <a:lnTo>
                    <a:pt x="1910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4"/>
            <p:cNvSpPr/>
            <p:nvPr/>
          </p:nvSpPr>
          <p:spPr>
            <a:xfrm>
              <a:off x="4368875" y="2418800"/>
              <a:ext cx="955425" cy="952300"/>
            </a:xfrm>
            <a:custGeom>
              <a:rect b="b" l="l" r="r" t="t"/>
              <a:pathLst>
                <a:path extrusionOk="0" fill="none" h="38092" w="38217">
                  <a:moveTo>
                    <a:pt x="19109" y="1"/>
                  </a:moveTo>
                  <a:lnTo>
                    <a:pt x="19109" y="1"/>
                  </a:lnTo>
                  <a:lnTo>
                    <a:pt x="17235" y="125"/>
                  </a:lnTo>
                  <a:lnTo>
                    <a:pt x="15362" y="375"/>
                  </a:lnTo>
                  <a:lnTo>
                    <a:pt x="13489" y="875"/>
                  </a:lnTo>
                  <a:lnTo>
                    <a:pt x="11740" y="1499"/>
                  </a:lnTo>
                  <a:lnTo>
                    <a:pt x="10117" y="2373"/>
                  </a:lnTo>
                  <a:lnTo>
                    <a:pt x="8493" y="3248"/>
                  </a:lnTo>
                  <a:lnTo>
                    <a:pt x="6994" y="4372"/>
                  </a:lnTo>
                  <a:lnTo>
                    <a:pt x="5621" y="5621"/>
                  </a:lnTo>
                  <a:lnTo>
                    <a:pt x="4372" y="6994"/>
                  </a:lnTo>
                  <a:lnTo>
                    <a:pt x="3372" y="8493"/>
                  </a:lnTo>
                  <a:lnTo>
                    <a:pt x="2373" y="9992"/>
                  </a:lnTo>
                  <a:lnTo>
                    <a:pt x="1624" y="11740"/>
                  </a:lnTo>
                  <a:lnTo>
                    <a:pt x="875" y="13489"/>
                  </a:lnTo>
                  <a:lnTo>
                    <a:pt x="500" y="15237"/>
                  </a:lnTo>
                  <a:lnTo>
                    <a:pt x="125" y="17235"/>
                  </a:lnTo>
                  <a:lnTo>
                    <a:pt x="0" y="19109"/>
                  </a:lnTo>
                  <a:lnTo>
                    <a:pt x="0" y="19109"/>
                  </a:lnTo>
                  <a:lnTo>
                    <a:pt x="250" y="21482"/>
                  </a:lnTo>
                  <a:lnTo>
                    <a:pt x="625" y="23605"/>
                  </a:lnTo>
                  <a:lnTo>
                    <a:pt x="1249" y="25603"/>
                  </a:lnTo>
                  <a:lnTo>
                    <a:pt x="1999" y="27476"/>
                  </a:lnTo>
                  <a:lnTo>
                    <a:pt x="2873" y="29225"/>
                  </a:lnTo>
                  <a:lnTo>
                    <a:pt x="3872" y="30723"/>
                  </a:lnTo>
                  <a:lnTo>
                    <a:pt x="4996" y="32097"/>
                  </a:lnTo>
                  <a:lnTo>
                    <a:pt x="6370" y="33346"/>
                  </a:lnTo>
                  <a:lnTo>
                    <a:pt x="7744" y="34470"/>
                  </a:lnTo>
                  <a:lnTo>
                    <a:pt x="9117" y="35469"/>
                  </a:lnTo>
                  <a:lnTo>
                    <a:pt x="10741" y="36343"/>
                  </a:lnTo>
                  <a:lnTo>
                    <a:pt x="12365" y="36968"/>
                  </a:lnTo>
                  <a:lnTo>
                    <a:pt x="13988" y="37467"/>
                  </a:lnTo>
                  <a:lnTo>
                    <a:pt x="15737" y="37842"/>
                  </a:lnTo>
                  <a:lnTo>
                    <a:pt x="17485" y="38092"/>
                  </a:lnTo>
                  <a:lnTo>
                    <a:pt x="19109" y="38092"/>
                  </a:lnTo>
                  <a:lnTo>
                    <a:pt x="20857" y="38092"/>
                  </a:lnTo>
                  <a:lnTo>
                    <a:pt x="22606" y="37842"/>
                  </a:lnTo>
                  <a:lnTo>
                    <a:pt x="24354" y="37467"/>
                  </a:lnTo>
                  <a:lnTo>
                    <a:pt x="25978" y="36968"/>
                  </a:lnTo>
                  <a:lnTo>
                    <a:pt x="27601" y="36343"/>
                  </a:lnTo>
                  <a:lnTo>
                    <a:pt x="29100" y="35469"/>
                  </a:lnTo>
                  <a:lnTo>
                    <a:pt x="30599" y="34470"/>
                  </a:lnTo>
                  <a:lnTo>
                    <a:pt x="31972" y="33346"/>
                  </a:lnTo>
                  <a:lnTo>
                    <a:pt x="33221" y="32097"/>
                  </a:lnTo>
                  <a:lnTo>
                    <a:pt x="34470" y="30723"/>
                  </a:lnTo>
                  <a:lnTo>
                    <a:pt x="35469" y="29100"/>
                  </a:lnTo>
                  <a:lnTo>
                    <a:pt x="36344" y="27476"/>
                  </a:lnTo>
                  <a:lnTo>
                    <a:pt x="37093" y="25603"/>
                  </a:lnTo>
                  <a:lnTo>
                    <a:pt x="37717" y="23605"/>
                  </a:lnTo>
                  <a:lnTo>
                    <a:pt x="38092" y="21482"/>
                  </a:lnTo>
                  <a:lnTo>
                    <a:pt x="38217" y="19109"/>
                  </a:lnTo>
                  <a:lnTo>
                    <a:pt x="38217" y="19109"/>
                  </a:lnTo>
                  <a:lnTo>
                    <a:pt x="38217" y="17235"/>
                  </a:lnTo>
                  <a:lnTo>
                    <a:pt x="37842" y="15237"/>
                  </a:lnTo>
                  <a:lnTo>
                    <a:pt x="37343" y="13489"/>
                  </a:lnTo>
                  <a:lnTo>
                    <a:pt x="36718" y="11740"/>
                  </a:lnTo>
                  <a:lnTo>
                    <a:pt x="35969" y="9992"/>
                  </a:lnTo>
                  <a:lnTo>
                    <a:pt x="34970" y="8493"/>
                  </a:lnTo>
                  <a:lnTo>
                    <a:pt x="33846" y="6994"/>
                  </a:lnTo>
                  <a:lnTo>
                    <a:pt x="32722" y="5621"/>
                  </a:lnTo>
                  <a:lnTo>
                    <a:pt x="31348" y="4372"/>
                  </a:lnTo>
                  <a:lnTo>
                    <a:pt x="29849" y="3248"/>
                  </a:lnTo>
                  <a:lnTo>
                    <a:pt x="28226" y="2373"/>
                  </a:lnTo>
                  <a:lnTo>
                    <a:pt x="26602" y="1499"/>
                  </a:lnTo>
                  <a:lnTo>
                    <a:pt x="24854" y="875"/>
                  </a:lnTo>
                  <a:lnTo>
                    <a:pt x="22980" y="375"/>
                  </a:lnTo>
                  <a:lnTo>
                    <a:pt x="21107" y="125"/>
                  </a:lnTo>
                  <a:lnTo>
                    <a:pt x="19109" y="1"/>
                  </a:lnTo>
                  <a:lnTo>
                    <a:pt x="1910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4"/>
            <p:cNvSpPr/>
            <p:nvPr/>
          </p:nvSpPr>
          <p:spPr>
            <a:xfrm>
              <a:off x="4450050" y="2493725"/>
              <a:ext cx="796200" cy="331000"/>
            </a:xfrm>
            <a:custGeom>
              <a:rect b="b" l="l" r="r" t="t"/>
              <a:pathLst>
                <a:path extrusionOk="0" fill="none" h="13240" w="31848">
                  <a:moveTo>
                    <a:pt x="15862" y="1"/>
                  </a:moveTo>
                  <a:lnTo>
                    <a:pt x="15862" y="1"/>
                  </a:lnTo>
                  <a:lnTo>
                    <a:pt x="17360" y="1"/>
                  </a:lnTo>
                  <a:lnTo>
                    <a:pt x="18859" y="251"/>
                  </a:lnTo>
                  <a:lnTo>
                    <a:pt x="20233" y="500"/>
                  </a:lnTo>
                  <a:lnTo>
                    <a:pt x="21482" y="1000"/>
                  </a:lnTo>
                  <a:lnTo>
                    <a:pt x="22856" y="1500"/>
                  </a:lnTo>
                  <a:lnTo>
                    <a:pt x="24105" y="2124"/>
                  </a:lnTo>
                  <a:lnTo>
                    <a:pt x="25229" y="2873"/>
                  </a:lnTo>
                  <a:lnTo>
                    <a:pt x="26353" y="3748"/>
                  </a:lnTo>
                  <a:lnTo>
                    <a:pt x="27352" y="4747"/>
                  </a:lnTo>
                  <a:lnTo>
                    <a:pt x="28226" y="5746"/>
                  </a:lnTo>
                  <a:lnTo>
                    <a:pt x="29100" y="6870"/>
                  </a:lnTo>
                  <a:lnTo>
                    <a:pt x="29849" y="7994"/>
                  </a:lnTo>
                  <a:lnTo>
                    <a:pt x="30474" y="9243"/>
                  </a:lnTo>
                  <a:lnTo>
                    <a:pt x="31098" y="10492"/>
                  </a:lnTo>
                  <a:lnTo>
                    <a:pt x="31473" y="11865"/>
                  </a:lnTo>
                  <a:lnTo>
                    <a:pt x="31848" y="13239"/>
                  </a:lnTo>
                  <a:lnTo>
                    <a:pt x="1" y="13239"/>
                  </a:lnTo>
                  <a:lnTo>
                    <a:pt x="1" y="13239"/>
                  </a:lnTo>
                  <a:lnTo>
                    <a:pt x="375" y="11865"/>
                  </a:lnTo>
                  <a:lnTo>
                    <a:pt x="750" y="10492"/>
                  </a:lnTo>
                  <a:lnTo>
                    <a:pt x="1374" y="9243"/>
                  </a:lnTo>
                  <a:lnTo>
                    <a:pt x="1999" y="7994"/>
                  </a:lnTo>
                  <a:lnTo>
                    <a:pt x="2748" y="6870"/>
                  </a:lnTo>
                  <a:lnTo>
                    <a:pt x="3622" y="5746"/>
                  </a:lnTo>
                  <a:lnTo>
                    <a:pt x="4497" y="4747"/>
                  </a:lnTo>
                  <a:lnTo>
                    <a:pt x="5496" y="3748"/>
                  </a:lnTo>
                  <a:lnTo>
                    <a:pt x="6620" y="2873"/>
                  </a:lnTo>
                  <a:lnTo>
                    <a:pt x="7744" y="2124"/>
                  </a:lnTo>
                  <a:lnTo>
                    <a:pt x="8993" y="1500"/>
                  </a:lnTo>
                  <a:lnTo>
                    <a:pt x="10242" y="1000"/>
                  </a:lnTo>
                  <a:lnTo>
                    <a:pt x="11615" y="500"/>
                  </a:lnTo>
                  <a:lnTo>
                    <a:pt x="12989" y="251"/>
                  </a:lnTo>
                  <a:lnTo>
                    <a:pt x="14488" y="1"/>
                  </a:lnTo>
                  <a:lnTo>
                    <a:pt x="15862" y="1"/>
                  </a:lnTo>
                  <a:lnTo>
                    <a:pt x="15862"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4"/>
            <p:cNvSpPr/>
            <p:nvPr/>
          </p:nvSpPr>
          <p:spPr>
            <a:xfrm>
              <a:off x="4471900" y="3043250"/>
              <a:ext cx="265425" cy="243550"/>
            </a:xfrm>
            <a:custGeom>
              <a:rect b="b" l="l" r="r" t="t"/>
              <a:pathLst>
                <a:path extrusionOk="0" fill="none" h="9742" w="10617">
                  <a:moveTo>
                    <a:pt x="1" y="0"/>
                  </a:moveTo>
                  <a:lnTo>
                    <a:pt x="1125" y="0"/>
                  </a:lnTo>
                  <a:lnTo>
                    <a:pt x="1125" y="0"/>
                  </a:lnTo>
                  <a:lnTo>
                    <a:pt x="2124" y="125"/>
                  </a:lnTo>
                  <a:lnTo>
                    <a:pt x="2998" y="250"/>
                  </a:lnTo>
                  <a:lnTo>
                    <a:pt x="3997" y="500"/>
                  </a:lnTo>
                  <a:lnTo>
                    <a:pt x="4872" y="750"/>
                  </a:lnTo>
                  <a:lnTo>
                    <a:pt x="5621" y="1249"/>
                  </a:lnTo>
                  <a:lnTo>
                    <a:pt x="6495" y="1624"/>
                  </a:lnTo>
                  <a:lnTo>
                    <a:pt x="7120" y="2248"/>
                  </a:lnTo>
                  <a:lnTo>
                    <a:pt x="7869" y="2873"/>
                  </a:lnTo>
                  <a:lnTo>
                    <a:pt x="8493" y="3497"/>
                  </a:lnTo>
                  <a:lnTo>
                    <a:pt x="8993" y="4247"/>
                  </a:lnTo>
                  <a:lnTo>
                    <a:pt x="9493" y="4996"/>
                  </a:lnTo>
                  <a:lnTo>
                    <a:pt x="9867" y="5870"/>
                  </a:lnTo>
                  <a:lnTo>
                    <a:pt x="10242" y="6744"/>
                  </a:lnTo>
                  <a:lnTo>
                    <a:pt x="10492" y="7619"/>
                  </a:lnTo>
                  <a:lnTo>
                    <a:pt x="10617" y="8618"/>
                  </a:lnTo>
                  <a:lnTo>
                    <a:pt x="10617" y="9492"/>
                  </a:lnTo>
                  <a:lnTo>
                    <a:pt x="10617" y="9742"/>
                  </a:lnTo>
                  <a:lnTo>
                    <a:pt x="10617" y="9742"/>
                  </a:lnTo>
                  <a:lnTo>
                    <a:pt x="8868" y="9117"/>
                  </a:lnTo>
                  <a:lnTo>
                    <a:pt x="7120" y="8243"/>
                  </a:lnTo>
                  <a:lnTo>
                    <a:pt x="5621" y="7244"/>
                  </a:lnTo>
                  <a:lnTo>
                    <a:pt x="4122" y="6120"/>
                  </a:lnTo>
                  <a:lnTo>
                    <a:pt x="2873" y="4746"/>
                  </a:lnTo>
                  <a:lnTo>
                    <a:pt x="1749" y="3372"/>
                  </a:lnTo>
                  <a:lnTo>
                    <a:pt x="750" y="1749"/>
                  </a:lnTo>
                  <a:lnTo>
                    <a:pt x="1" y="0"/>
                  </a:lnTo>
                  <a:lnTo>
                    <a:pt x="1"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a:off x="4958975" y="3043250"/>
              <a:ext cx="265425" cy="243550"/>
            </a:xfrm>
            <a:custGeom>
              <a:rect b="b" l="l" r="r" t="t"/>
              <a:pathLst>
                <a:path extrusionOk="0" fill="none" h="9742" w="10617">
                  <a:moveTo>
                    <a:pt x="1" y="9742"/>
                  </a:moveTo>
                  <a:lnTo>
                    <a:pt x="1" y="9492"/>
                  </a:lnTo>
                  <a:lnTo>
                    <a:pt x="1" y="9492"/>
                  </a:lnTo>
                  <a:lnTo>
                    <a:pt x="1" y="8618"/>
                  </a:lnTo>
                  <a:lnTo>
                    <a:pt x="126" y="7619"/>
                  </a:lnTo>
                  <a:lnTo>
                    <a:pt x="375" y="6744"/>
                  </a:lnTo>
                  <a:lnTo>
                    <a:pt x="750" y="5870"/>
                  </a:lnTo>
                  <a:lnTo>
                    <a:pt x="1125" y="4996"/>
                  </a:lnTo>
                  <a:lnTo>
                    <a:pt x="1624" y="4247"/>
                  </a:lnTo>
                  <a:lnTo>
                    <a:pt x="2124" y="3497"/>
                  </a:lnTo>
                  <a:lnTo>
                    <a:pt x="2748" y="2873"/>
                  </a:lnTo>
                  <a:lnTo>
                    <a:pt x="3373" y="2248"/>
                  </a:lnTo>
                  <a:lnTo>
                    <a:pt x="4122" y="1624"/>
                  </a:lnTo>
                  <a:lnTo>
                    <a:pt x="4996" y="1249"/>
                  </a:lnTo>
                  <a:lnTo>
                    <a:pt x="5746" y="750"/>
                  </a:lnTo>
                  <a:lnTo>
                    <a:pt x="6620" y="500"/>
                  </a:lnTo>
                  <a:lnTo>
                    <a:pt x="7494" y="250"/>
                  </a:lnTo>
                  <a:lnTo>
                    <a:pt x="8493" y="125"/>
                  </a:lnTo>
                  <a:lnTo>
                    <a:pt x="9492" y="0"/>
                  </a:lnTo>
                  <a:lnTo>
                    <a:pt x="10617" y="0"/>
                  </a:lnTo>
                  <a:lnTo>
                    <a:pt x="10617" y="0"/>
                  </a:lnTo>
                  <a:lnTo>
                    <a:pt x="9867" y="1749"/>
                  </a:lnTo>
                  <a:lnTo>
                    <a:pt x="8868" y="3372"/>
                  </a:lnTo>
                  <a:lnTo>
                    <a:pt x="7744" y="4746"/>
                  </a:lnTo>
                  <a:lnTo>
                    <a:pt x="6370" y="6120"/>
                  </a:lnTo>
                  <a:lnTo>
                    <a:pt x="4996" y="7244"/>
                  </a:lnTo>
                  <a:lnTo>
                    <a:pt x="3373" y="8243"/>
                  </a:lnTo>
                  <a:lnTo>
                    <a:pt x="1749" y="9117"/>
                  </a:lnTo>
                  <a:lnTo>
                    <a:pt x="1" y="9742"/>
                  </a:lnTo>
                  <a:lnTo>
                    <a:pt x="1" y="9742"/>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4"/>
            <p:cNvSpPr/>
            <p:nvPr/>
          </p:nvSpPr>
          <p:spPr>
            <a:xfrm>
              <a:off x="4443800" y="2896500"/>
              <a:ext cx="808700" cy="405925"/>
            </a:xfrm>
            <a:custGeom>
              <a:rect b="b" l="l" r="r" t="t"/>
              <a:pathLst>
                <a:path extrusionOk="0" fill="none" h="16237" w="32348">
                  <a:moveTo>
                    <a:pt x="32098" y="2998"/>
                  </a:moveTo>
                  <a:lnTo>
                    <a:pt x="30099" y="2998"/>
                  </a:lnTo>
                  <a:lnTo>
                    <a:pt x="30099" y="2998"/>
                  </a:lnTo>
                  <a:lnTo>
                    <a:pt x="28851" y="2998"/>
                  </a:lnTo>
                  <a:lnTo>
                    <a:pt x="27602" y="3248"/>
                  </a:lnTo>
                  <a:lnTo>
                    <a:pt x="26353" y="3498"/>
                  </a:lnTo>
                  <a:lnTo>
                    <a:pt x="25229" y="3997"/>
                  </a:lnTo>
                  <a:lnTo>
                    <a:pt x="24105" y="4497"/>
                  </a:lnTo>
                  <a:lnTo>
                    <a:pt x="23106" y="5121"/>
                  </a:lnTo>
                  <a:lnTo>
                    <a:pt x="22106" y="5870"/>
                  </a:lnTo>
                  <a:lnTo>
                    <a:pt x="21232" y="6620"/>
                  </a:lnTo>
                  <a:lnTo>
                    <a:pt x="20483" y="7494"/>
                  </a:lnTo>
                  <a:lnTo>
                    <a:pt x="19734" y="8493"/>
                  </a:lnTo>
                  <a:lnTo>
                    <a:pt x="19109" y="9492"/>
                  </a:lnTo>
                  <a:lnTo>
                    <a:pt x="18610" y="10616"/>
                  </a:lnTo>
                  <a:lnTo>
                    <a:pt x="18235" y="11740"/>
                  </a:lnTo>
                  <a:lnTo>
                    <a:pt x="17860" y="12864"/>
                  </a:lnTo>
                  <a:lnTo>
                    <a:pt x="17735" y="14113"/>
                  </a:lnTo>
                  <a:lnTo>
                    <a:pt x="17610" y="15362"/>
                  </a:lnTo>
                  <a:lnTo>
                    <a:pt x="17610" y="16111"/>
                  </a:lnTo>
                  <a:lnTo>
                    <a:pt x="17610" y="16111"/>
                  </a:lnTo>
                  <a:lnTo>
                    <a:pt x="16112" y="16236"/>
                  </a:lnTo>
                  <a:lnTo>
                    <a:pt x="14738" y="16111"/>
                  </a:lnTo>
                  <a:lnTo>
                    <a:pt x="14738" y="15362"/>
                  </a:lnTo>
                  <a:lnTo>
                    <a:pt x="14738" y="15362"/>
                  </a:lnTo>
                  <a:lnTo>
                    <a:pt x="14613" y="14113"/>
                  </a:lnTo>
                  <a:lnTo>
                    <a:pt x="14488" y="12864"/>
                  </a:lnTo>
                  <a:lnTo>
                    <a:pt x="14113" y="11740"/>
                  </a:lnTo>
                  <a:lnTo>
                    <a:pt x="13739" y="10616"/>
                  </a:lnTo>
                  <a:lnTo>
                    <a:pt x="13239" y="9492"/>
                  </a:lnTo>
                  <a:lnTo>
                    <a:pt x="12615" y="8493"/>
                  </a:lnTo>
                  <a:lnTo>
                    <a:pt x="11865" y="7494"/>
                  </a:lnTo>
                  <a:lnTo>
                    <a:pt x="10991" y="6620"/>
                  </a:lnTo>
                  <a:lnTo>
                    <a:pt x="10117" y="5870"/>
                  </a:lnTo>
                  <a:lnTo>
                    <a:pt x="9243" y="5121"/>
                  </a:lnTo>
                  <a:lnTo>
                    <a:pt x="8119" y="4497"/>
                  </a:lnTo>
                  <a:lnTo>
                    <a:pt x="7120" y="3997"/>
                  </a:lnTo>
                  <a:lnTo>
                    <a:pt x="5996" y="3498"/>
                  </a:lnTo>
                  <a:lnTo>
                    <a:pt x="4747" y="3248"/>
                  </a:lnTo>
                  <a:lnTo>
                    <a:pt x="3498" y="2998"/>
                  </a:lnTo>
                  <a:lnTo>
                    <a:pt x="2249" y="2998"/>
                  </a:lnTo>
                  <a:lnTo>
                    <a:pt x="251" y="2998"/>
                  </a:lnTo>
                  <a:lnTo>
                    <a:pt x="251" y="2998"/>
                  </a:lnTo>
                  <a:lnTo>
                    <a:pt x="126" y="1499"/>
                  </a:lnTo>
                  <a:lnTo>
                    <a:pt x="1" y="1"/>
                  </a:lnTo>
                  <a:lnTo>
                    <a:pt x="32348" y="1"/>
                  </a:lnTo>
                  <a:lnTo>
                    <a:pt x="32348" y="1"/>
                  </a:lnTo>
                  <a:lnTo>
                    <a:pt x="32223" y="1499"/>
                  </a:lnTo>
                  <a:lnTo>
                    <a:pt x="32098" y="2998"/>
                  </a:lnTo>
                  <a:lnTo>
                    <a:pt x="32098" y="2998"/>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4"/>
            <p:cNvSpPr/>
            <p:nvPr/>
          </p:nvSpPr>
          <p:spPr>
            <a:xfrm>
              <a:off x="5246225" y="29714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4"/>
            <p:cNvSpPr/>
            <p:nvPr/>
          </p:nvSpPr>
          <p:spPr>
            <a:xfrm>
              <a:off x="4812225" y="2971425"/>
              <a:ext cx="71850" cy="71850"/>
            </a:xfrm>
            <a:custGeom>
              <a:rect b="b" l="l" r="r" t="t"/>
              <a:pathLst>
                <a:path extrusionOk="0" h="2874" w="2874">
                  <a:moveTo>
                    <a:pt x="1" y="1"/>
                  </a:moveTo>
                  <a:lnTo>
                    <a:pt x="1" y="2873"/>
                  </a:lnTo>
                  <a:lnTo>
                    <a:pt x="2873" y="2873"/>
                  </a:lnTo>
                  <a:lnTo>
                    <a:pt x="287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4" name="Google Shape;184;p14"/>
          <p:cNvSpPr/>
          <p:nvPr/>
        </p:nvSpPr>
        <p:spPr>
          <a:xfrm rot="-5400000">
            <a:off x="-1503825" y="1159125"/>
            <a:ext cx="2993100" cy="29931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5" name="Google Shape;185;p14"/>
          <p:cNvGrpSpPr/>
          <p:nvPr/>
        </p:nvGrpSpPr>
        <p:grpSpPr>
          <a:xfrm rot="-5400000">
            <a:off x="-1114538" y="1551211"/>
            <a:ext cx="2214469" cy="2208928"/>
            <a:chOff x="4222125" y="2272050"/>
            <a:chExt cx="1248925" cy="1245800"/>
          </a:xfrm>
        </p:grpSpPr>
        <p:sp>
          <p:nvSpPr>
            <p:cNvPr id="186" name="Google Shape;186;p14"/>
            <p:cNvSpPr/>
            <p:nvPr/>
          </p:nvSpPr>
          <p:spPr>
            <a:xfrm>
              <a:off x="4222125" y="2272050"/>
              <a:ext cx="1248925" cy="1245800"/>
            </a:xfrm>
            <a:custGeom>
              <a:rect b="b" l="l" r="r" t="t"/>
              <a:pathLst>
                <a:path extrusionOk="0" h="49832" w="49957">
                  <a:moveTo>
                    <a:pt x="27102" y="3123"/>
                  </a:moveTo>
                  <a:lnTo>
                    <a:pt x="28975" y="3373"/>
                  </a:lnTo>
                  <a:lnTo>
                    <a:pt x="30973" y="3872"/>
                  </a:lnTo>
                  <a:lnTo>
                    <a:pt x="32972" y="4497"/>
                  </a:lnTo>
                  <a:lnTo>
                    <a:pt x="34720" y="5246"/>
                  </a:lnTo>
                  <a:lnTo>
                    <a:pt x="36594" y="6120"/>
                  </a:lnTo>
                  <a:lnTo>
                    <a:pt x="38217" y="7244"/>
                  </a:lnTo>
                  <a:lnTo>
                    <a:pt x="39841" y="8618"/>
                  </a:lnTo>
                  <a:lnTo>
                    <a:pt x="41339" y="9992"/>
                  </a:lnTo>
                  <a:lnTo>
                    <a:pt x="42713" y="11615"/>
                  </a:lnTo>
                  <a:lnTo>
                    <a:pt x="43837" y="13489"/>
                  </a:lnTo>
                  <a:lnTo>
                    <a:pt x="44836" y="15362"/>
                  </a:lnTo>
                  <a:lnTo>
                    <a:pt x="45711" y="17610"/>
                  </a:lnTo>
                  <a:lnTo>
                    <a:pt x="46335" y="19858"/>
                  </a:lnTo>
                  <a:lnTo>
                    <a:pt x="46835" y="22356"/>
                  </a:lnTo>
                  <a:lnTo>
                    <a:pt x="47084" y="24979"/>
                  </a:lnTo>
                  <a:lnTo>
                    <a:pt x="46960" y="27227"/>
                  </a:lnTo>
                  <a:lnTo>
                    <a:pt x="46585" y="29475"/>
                  </a:lnTo>
                  <a:lnTo>
                    <a:pt x="46085" y="31598"/>
                  </a:lnTo>
                  <a:lnTo>
                    <a:pt x="45336" y="33596"/>
                  </a:lnTo>
                  <a:lnTo>
                    <a:pt x="44462" y="35469"/>
                  </a:lnTo>
                  <a:lnTo>
                    <a:pt x="43338" y="37343"/>
                  </a:lnTo>
                  <a:lnTo>
                    <a:pt x="42089" y="38966"/>
                  </a:lnTo>
                  <a:lnTo>
                    <a:pt x="40590" y="40590"/>
                  </a:lnTo>
                  <a:lnTo>
                    <a:pt x="39091" y="41964"/>
                  </a:lnTo>
                  <a:lnTo>
                    <a:pt x="37343" y="43337"/>
                  </a:lnTo>
                  <a:lnTo>
                    <a:pt x="35470" y="44336"/>
                  </a:lnTo>
                  <a:lnTo>
                    <a:pt x="33596" y="45336"/>
                  </a:lnTo>
                  <a:lnTo>
                    <a:pt x="31598" y="46085"/>
                  </a:lnTo>
                  <a:lnTo>
                    <a:pt x="29475" y="46584"/>
                  </a:lnTo>
                  <a:lnTo>
                    <a:pt x="27227" y="46959"/>
                  </a:lnTo>
                  <a:lnTo>
                    <a:pt x="24979" y="47084"/>
                  </a:lnTo>
                  <a:lnTo>
                    <a:pt x="22731" y="46959"/>
                  </a:lnTo>
                  <a:lnTo>
                    <a:pt x="20608" y="46584"/>
                  </a:lnTo>
                  <a:lnTo>
                    <a:pt x="18484" y="46085"/>
                  </a:lnTo>
                  <a:lnTo>
                    <a:pt x="16486" y="45336"/>
                  </a:lnTo>
                  <a:lnTo>
                    <a:pt x="14488" y="44336"/>
                  </a:lnTo>
                  <a:lnTo>
                    <a:pt x="12739" y="43337"/>
                  </a:lnTo>
                  <a:lnTo>
                    <a:pt x="10991" y="41964"/>
                  </a:lnTo>
                  <a:lnTo>
                    <a:pt x="9492" y="40590"/>
                  </a:lnTo>
                  <a:lnTo>
                    <a:pt x="7994" y="38966"/>
                  </a:lnTo>
                  <a:lnTo>
                    <a:pt x="6745" y="37343"/>
                  </a:lnTo>
                  <a:lnTo>
                    <a:pt x="5621" y="35469"/>
                  </a:lnTo>
                  <a:lnTo>
                    <a:pt x="4746" y="33596"/>
                  </a:lnTo>
                  <a:lnTo>
                    <a:pt x="3997" y="31598"/>
                  </a:lnTo>
                  <a:lnTo>
                    <a:pt x="3498" y="29475"/>
                  </a:lnTo>
                  <a:lnTo>
                    <a:pt x="3123" y="27227"/>
                  </a:lnTo>
                  <a:lnTo>
                    <a:pt x="2998" y="24979"/>
                  </a:lnTo>
                  <a:lnTo>
                    <a:pt x="3248" y="22356"/>
                  </a:lnTo>
                  <a:lnTo>
                    <a:pt x="3622" y="19858"/>
                  </a:lnTo>
                  <a:lnTo>
                    <a:pt x="4372" y="17610"/>
                  </a:lnTo>
                  <a:lnTo>
                    <a:pt x="5246" y="15362"/>
                  </a:lnTo>
                  <a:lnTo>
                    <a:pt x="6245" y="13489"/>
                  </a:lnTo>
                  <a:lnTo>
                    <a:pt x="7369" y="11615"/>
                  </a:lnTo>
                  <a:lnTo>
                    <a:pt x="8743" y="9992"/>
                  </a:lnTo>
                  <a:lnTo>
                    <a:pt x="10242" y="8618"/>
                  </a:lnTo>
                  <a:lnTo>
                    <a:pt x="11865" y="7244"/>
                  </a:lnTo>
                  <a:lnTo>
                    <a:pt x="13489" y="6120"/>
                  </a:lnTo>
                  <a:lnTo>
                    <a:pt x="15237" y="5246"/>
                  </a:lnTo>
                  <a:lnTo>
                    <a:pt x="17111" y="4497"/>
                  </a:lnTo>
                  <a:lnTo>
                    <a:pt x="19109" y="3872"/>
                  </a:lnTo>
                  <a:lnTo>
                    <a:pt x="20982" y="3373"/>
                  </a:lnTo>
                  <a:lnTo>
                    <a:pt x="22980" y="3123"/>
                  </a:lnTo>
                  <a:close/>
                  <a:moveTo>
                    <a:pt x="24979" y="1"/>
                  </a:moveTo>
                  <a:lnTo>
                    <a:pt x="22481" y="126"/>
                  </a:lnTo>
                  <a:lnTo>
                    <a:pt x="19983" y="500"/>
                  </a:lnTo>
                  <a:lnTo>
                    <a:pt x="17610" y="1125"/>
                  </a:lnTo>
                  <a:lnTo>
                    <a:pt x="15362" y="1999"/>
                  </a:lnTo>
                  <a:lnTo>
                    <a:pt x="13114" y="2998"/>
                  </a:lnTo>
                  <a:lnTo>
                    <a:pt x="11116" y="4247"/>
                  </a:lnTo>
                  <a:lnTo>
                    <a:pt x="9118" y="5746"/>
                  </a:lnTo>
                  <a:lnTo>
                    <a:pt x="7369" y="7369"/>
                  </a:lnTo>
                  <a:lnTo>
                    <a:pt x="5746" y="9118"/>
                  </a:lnTo>
                  <a:lnTo>
                    <a:pt x="4372" y="10991"/>
                  </a:lnTo>
                  <a:lnTo>
                    <a:pt x="3123" y="13114"/>
                  </a:lnTo>
                  <a:lnTo>
                    <a:pt x="1999" y="15237"/>
                  </a:lnTo>
                  <a:lnTo>
                    <a:pt x="1125" y="17610"/>
                  </a:lnTo>
                  <a:lnTo>
                    <a:pt x="500" y="19983"/>
                  </a:lnTo>
                  <a:lnTo>
                    <a:pt x="125" y="22481"/>
                  </a:lnTo>
                  <a:lnTo>
                    <a:pt x="1" y="24979"/>
                  </a:lnTo>
                  <a:lnTo>
                    <a:pt x="250" y="27976"/>
                  </a:lnTo>
                  <a:lnTo>
                    <a:pt x="875" y="30848"/>
                  </a:lnTo>
                  <a:lnTo>
                    <a:pt x="1499" y="33471"/>
                  </a:lnTo>
                  <a:lnTo>
                    <a:pt x="2498" y="35844"/>
                  </a:lnTo>
                  <a:lnTo>
                    <a:pt x="3622" y="38092"/>
                  </a:lnTo>
                  <a:lnTo>
                    <a:pt x="4996" y="40215"/>
                  </a:lnTo>
                  <a:lnTo>
                    <a:pt x="6495" y="41964"/>
                  </a:lnTo>
                  <a:lnTo>
                    <a:pt x="8243" y="43587"/>
                  </a:lnTo>
                  <a:lnTo>
                    <a:pt x="9992" y="45086"/>
                  </a:lnTo>
                  <a:lnTo>
                    <a:pt x="11990" y="46335"/>
                  </a:lnTo>
                  <a:lnTo>
                    <a:pt x="13988" y="47459"/>
                  </a:lnTo>
                  <a:lnTo>
                    <a:pt x="16111" y="48333"/>
                  </a:lnTo>
                  <a:lnTo>
                    <a:pt x="18235" y="48957"/>
                  </a:lnTo>
                  <a:lnTo>
                    <a:pt x="20483" y="49457"/>
                  </a:lnTo>
                  <a:lnTo>
                    <a:pt x="22731" y="49707"/>
                  </a:lnTo>
                  <a:lnTo>
                    <a:pt x="24979" y="49832"/>
                  </a:lnTo>
                  <a:lnTo>
                    <a:pt x="27352" y="49707"/>
                  </a:lnTo>
                  <a:lnTo>
                    <a:pt x="29600" y="49457"/>
                  </a:lnTo>
                  <a:lnTo>
                    <a:pt x="31848" y="48957"/>
                  </a:lnTo>
                  <a:lnTo>
                    <a:pt x="33971" y="48333"/>
                  </a:lnTo>
                  <a:lnTo>
                    <a:pt x="36094" y="47459"/>
                  </a:lnTo>
                  <a:lnTo>
                    <a:pt x="38092" y="46335"/>
                  </a:lnTo>
                  <a:lnTo>
                    <a:pt x="40091" y="45086"/>
                  </a:lnTo>
                  <a:lnTo>
                    <a:pt x="41839" y="43587"/>
                  </a:lnTo>
                  <a:lnTo>
                    <a:pt x="43463" y="41964"/>
                  </a:lnTo>
                  <a:lnTo>
                    <a:pt x="45086" y="40090"/>
                  </a:lnTo>
                  <a:lnTo>
                    <a:pt x="46335" y="38092"/>
                  </a:lnTo>
                  <a:lnTo>
                    <a:pt x="47584" y="35844"/>
                  </a:lnTo>
                  <a:lnTo>
                    <a:pt x="48458" y="33471"/>
                  </a:lnTo>
                  <a:lnTo>
                    <a:pt x="49208" y="30848"/>
                  </a:lnTo>
                  <a:lnTo>
                    <a:pt x="49707" y="27976"/>
                  </a:lnTo>
                  <a:lnTo>
                    <a:pt x="49957" y="24979"/>
                  </a:lnTo>
                  <a:lnTo>
                    <a:pt x="49832" y="22481"/>
                  </a:lnTo>
                  <a:lnTo>
                    <a:pt x="49457" y="19983"/>
                  </a:lnTo>
                  <a:lnTo>
                    <a:pt x="48833" y="17610"/>
                  </a:lnTo>
                  <a:lnTo>
                    <a:pt x="48084" y="15237"/>
                  </a:lnTo>
                  <a:lnTo>
                    <a:pt x="46960" y="13114"/>
                  </a:lnTo>
                  <a:lnTo>
                    <a:pt x="45711" y="10991"/>
                  </a:lnTo>
                  <a:lnTo>
                    <a:pt x="44337" y="9118"/>
                  </a:lnTo>
                  <a:lnTo>
                    <a:pt x="42713" y="7369"/>
                  </a:lnTo>
                  <a:lnTo>
                    <a:pt x="40965" y="5746"/>
                  </a:lnTo>
                  <a:lnTo>
                    <a:pt x="38966" y="4247"/>
                  </a:lnTo>
                  <a:lnTo>
                    <a:pt x="36968" y="2998"/>
                  </a:lnTo>
                  <a:lnTo>
                    <a:pt x="34720" y="1999"/>
                  </a:lnTo>
                  <a:lnTo>
                    <a:pt x="32472" y="1125"/>
                  </a:lnTo>
                  <a:lnTo>
                    <a:pt x="30099" y="500"/>
                  </a:lnTo>
                  <a:lnTo>
                    <a:pt x="27601" y="126"/>
                  </a:lnTo>
                  <a:lnTo>
                    <a:pt x="2497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4"/>
            <p:cNvSpPr/>
            <p:nvPr/>
          </p:nvSpPr>
          <p:spPr>
            <a:xfrm>
              <a:off x="4222125" y="2272050"/>
              <a:ext cx="1248925" cy="1245800"/>
            </a:xfrm>
            <a:custGeom>
              <a:rect b="b" l="l" r="r" t="t"/>
              <a:pathLst>
                <a:path extrusionOk="0" fill="none" h="49832" w="49957">
                  <a:moveTo>
                    <a:pt x="24979" y="1"/>
                  </a:moveTo>
                  <a:lnTo>
                    <a:pt x="24979" y="1"/>
                  </a:lnTo>
                  <a:lnTo>
                    <a:pt x="22481" y="126"/>
                  </a:lnTo>
                  <a:lnTo>
                    <a:pt x="19983" y="500"/>
                  </a:lnTo>
                  <a:lnTo>
                    <a:pt x="17610" y="1125"/>
                  </a:lnTo>
                  <a:lnTo>
                    <a:pt x="15362" y="1999"/>
                  </a:lnTo>
                  <a:lnTo>
                    <a:pt x="13114" y="2998"/>
                  </a:lnTo>
                  <a:lnTo>
                    <a:pt x="11116" y="4247"/>
                  </a:lnTo>
                  <a:lnTo>
                    <a:pt x="9118" y="5746"/>
                  </a:lnTo>
                  <a:lnTo>
                    <a:pt x="7369" y="7369"/>
                  </a:lnTo>
                  <a:lnTo>
                    <a:pt x="5746" y="9118"/>
                  </a:lnTo>
                  <a:lnTo>
                    <a:pt x="4372" y="10991"/>
                  </a:lnTo>
                  <a:lnTo>
                    <a:pt x="3123" y="13114"/>
                  </a:lnTo>
                  <a:lnTo>
                    <a:pt x="1999" y="15237"/>
                  </a:lnTo>
                  <a:lnTo>
                    <a:pt x="1125" y="17610"/>
                  </a:lnTo>
                  <a:lnTo>
                    <a:pt x="500" y="19983"/>
                  </a:lnTo>
                  <a:lnTo>
                    <a:pt x="125" y="22481"/>
                  </a:lnTo>
                  <a:lnTo>
                    <a:pt x="1" y="24979"/>
                  </a:lnTo>
                  <a:lnTo>
                    <a:pt x="1" y="24979"/>
                  </a:lnTo>
                  <a:lnTo>
                    <a:pt x="250" y="27976"/>
                  </a:lnTo>
                  <a:lnTo>
                    <a:pt x="875" y="30848"/>
                  </a:lnTo>
                  <a:lnTo>
                    <a:pt x="1499" y="33471"/>
                  </a:lnTo>
                  <a:lnTo>
                    <a:pt x="2498" y="35844"/>
                  </a:lnTo>
                  <a:lnTo>
                    <a:pt x="3622" y="38092"/>
                  </a:lnTo>
                  <a:lnTo>
                    <a:pt x="4996" y="40215"/>
                  </a:lnTo>
                  <a:lnTo>
                    <a:pt x="6495" y="41964"/>
                  </a:lnTo>
                  <a:lnTo>
                    <a:pt x="8243" y="43587"/>
                  </a:lnTo>
                  <a:lnTo>
                    <a:pt x="9992" y="45086"/>
                  </a:lnTo>
                  <a:lnTo>
                    <a:pt x="11990" y="46335"/>
                  </a:lnTo>
                  <a:lnTo>
                    <a:pt x="13988" y="47459"/>
                  </a:lnTo>
                  <a:lnTo>
                    <a:pt x="16111" y="48333"/>
                  </a:lnTo>
                  <a:lnTo>
                    <a:pt x="18235" y="48957"/>
                  </a:lnTo>
                  <a:lnTo>
                    <a:pt x="20483" y="49457"/>
                  </a:lnTo>
                  <a:lnTo>
                    <a:pt x="22731" y="49707"/>
                  </a:lnTo>
                  <a:lnTo>
                    <a:pt x="24979" y="49832"/>
                  </a:lnTo>
                  <a:lnTo>
                    <a:pt x="27352" y="49707"/>
                  </a:lnTo>
                  <a:lnTo>
                    <a:pt x="29600" y="49457"/>
                  </a:lnTo>
                  <a:lnTo>
                    <a:pt x="31848" y="48957"/>
                  </a:lnTo>
                  <a:lnTo>
                    <a:pt x="33971" y="48333"/>
                  </a:lnTo>
                  <a:lnTo>
                    <a:pt x="36094" y="47459"/>
                  </a:lnTo>
                  <a:lnTo>
                    <a:pt x="38092" y="46335"/>
                  </a:lnTo>
                  <a:lnTo>
                    <a:pt x="40091" y="45086"/>
                  </a:lnTo>
                  <a:lnTo>
                    <a:pt x="41839" y="43587"/>
                  </a:lnTo>
                  <a:lnTo>
                    <a:pt x="43463" y="41964"/>
                  </a:lnTo>
                  <a:lnTo>
                    <a:pt x="45086" y="40090"/>
                  </a:lnTo>
                  <a:lnTo>
                    <a:pt x="46335" y="38092"/>
                  </a:lnTo>
                  <a:lnTo>
                    <a:pt x="47584" y="35844"/>
                  </a:lnTo>
                  <a:lnTo>
                    <a:pt x="48458" y="33471"/>
                  </a:lnTo>
                  <a:lnTo>
                    <a:pt x="49208" y="30848"/>
                  </a:lnTo>
                  <a:lnTo>
                    <a:pt x="49707" y="27976"/>
                  </a:lnTo>
                  <a:lnTo>
                    <a:pt x="49957" y="24979"/>
                  </a:lnTo>
                  <a:lnTo>
                    <a:pt x="49957" y="24979"/>
                  </a:lnTo>
                  <a:lnTo>
                    <a:pt x="49832" y="22481"/>
                  </a:lnTo>
                  <a:lnTo>
                    <a:pt x="49457" y="19983"/>
                  </a:lnTo>
                  <a:lnTo>
                    <a:pt x="48833" y="17610"/>
                  </a:lnTo>
                  <a:lnTo>
                    <a:pt x="48084" y="15237"/>
                  </a:lnTo>
                  <a:lnTo>
                    <a:pt x="46960" y="13114"/>
                  </a:lnTo>
                  <a:lnTo>
                    <a:pt x="45711" y="10991"/>
                  </a:lnTo>
                  <a:lnTo>
                    <a:pt x="44337" y="9118"/>
                  </a:lnTo>
                  <a:lnTo>
                    <a:pt x="42713" y="7369"/>
                  </a:lnTo>
                  <a:lnTo>
                    <a:pt x="40965" y="5746"/>
                  </a:lnTo>
                  <a:lnTo>
                    <a:pt x="38966" y="4247"/>
                  </a:lnTo>
                  <a:lnTo>
                    <a:pt x="36968" y="2998"/>
                  </a:lnTo>
                  <a:lnTo>
                    <a:pt x="34720" y="1999"/>
                  </a:lnTo>
                  <a:lnTo>
                    <a:pt x="32472" y="1125"/>
                  </a:lnTo>
                  <a:lnTo>
                    <a:pt x="30099" y="500"/>
                  </a:lnTo>
                  <a:lnTo>
                    <a:pt x="27601" y="126"/>
                  </a:lnTo>
                  <a:lnTo>
                    <a:pt x="24979" y="1"/>
                  </a:lnTo>
                  <a:lnTo>
                    <a:pt x="2497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4"/>
            <p:cNvSpPr/>
            <p:nvPr/>
          </p:nvSpPr>
          <p:spPr>
            <a:xfrm>
              <a:off x="4297050" y="2350125"/>
              <a:ext cx="1102200" cy="1099025"/>
            </a:xfrm>
            <a:custGeom>
              <a:rect b="b" l="l" r="r" t="t"/>
              <a:pathLst>
                <a:path extrusionOk="0" fill="none" h="43961" w="44088">
                  <a:moveTo>
                    <a:pt x="21982" y="43961"/>
                  </a:moveTo>
                  <a:lnTo>
                    <a:pt x="21982" y="43961"/>
                  </a:lnTo>
                  <a:lnTo>
                    <a:pt x="19734" y="43836"/>
                  </a:lnTo>
                  <a:lnTo>
                    <a:pt x="17611" y="43461"/>
                  </a:lnTo>
                  <a:lnTo>
                    <a:pt x="15487" y="42962"/>
                  </a:lnTo>
                  <a:lnTo>
                    <a:pt x="13489" y="42213"/>
                  </a:lnTo>
                  <a:lnTo>
                    <a:pt x="11491" y="41213"/>
                  </a:lnTo>
                  <a:lnTo>
                    <a:pt x="9742" y="40214"/>
                  </a:lnTo>
                  <a:lnTo>
                    <a:pt x="7994" y="38841"/>
                  </a:lnTo>
                  <a:lnTo>
                    <a:pt x="6495" y="37467"/>
                  </a:lnTo>
                  <a:lnTo>
                    <a:pt x="4997" y="35843"/>
                  </a:lnTo>
                  <a:lnTo>
                    <a:pt x="3748" y="34220"/>
                  </a:lnTo>
                  <a:lnTo>
                    <a:pt x="2624" y="32346"/>
                  </a:lnTo>
                  <a:lnTo>
                    <a:pt x="1749" y="30473"/>
                  </a:lnTo>
                  <a:lnTo>
                    <a:pt x="1000" y="28475"/>
                  </a:lnTo>
                  <a:lnTo>
                    <a:pt x="501" y="26352"/>
                  </a:lnTo>
                  <a:lnTo>
                    <a:pt x="126" y="24104"/>
                  </a:lnTo>
                  <a:lnTo>
                    <a:pt x="1" y="21856"/>
                  </a:lnTo>
                  <a:lnTo>
                    <a:pt x="1" y="21856"/>
                  </a:lnTo>
                  <a:lnTo>
                    <a:pt x="251" y="19233"/>
                  </a:lnTo>
                  <a:lnTo>
                    <a:pt x="625" y="16735"/>
                  </a:lnTo>
                  <a:lnTo>
                    <a:pt x="1375" y="14487"/>
                  </a:lnTo>
                  <a:lnTo>
                    <a:pt x="2249" y="12239"/>
                  </a:lnTo>
                  <a:lnTo>
                    <a:pt x="3248" y="10366"/>
                  </a:lnTo>
                  <a:lnTo>
                    <a:pt x="4372" y="8492"/>
                  </a:lnTo>
                  <a:lnTo>
                    <a:pt x="5746" y="6869"/>
                  </a:lnTo>
                  <a:lnTo>
                    <a:pt x="7245" y="5495"/>
                  </a:lnTo>
                  <a:lnTo>
                    <a:pt x="8868" y="4121"/>
                  </a:lnTo>
                  <a:lnTo>
                    <a:pt x="10492" y="2997"/>
                  </a:lnTo>
                  <a:lnTo>
                    <a:pt x="12240" y="2123"/>
                  </a:lnTo>
                  <a:lnTo>
                    <a:pt x="14114" y="1374"/>
                  </a:lnTo>
                  <a:lnTo>
                    <a:pt x="16112" y="749"/>
                  </a:lnTo>
                  <a:lnTo>
                    <a:pt x="17985" y="250"/>
                  </a:lnTo>
                  <a:lnTo>
                    <a:pt x="19983" y="0"/>
                  </a:lnTo>
                  <a:lnTo>
                    <a:pt x="21982" y="0"/>
                  </a:lnTo>
                  <a:lnTo>
                    <a:pt x="24105" y="0"/>
                  </a:lnTo>
                  <a:lnTo>
                    <a:pt x="25978" y="250"/>
                  </a:lnTo>
                  <a:lnTo>
                    <a:pt x="27976" y="749"/>
                  </a:lnTo>
                  <a:lnTo>
                    <a:pt x="29975" y="1374"/>
                  </a:lnTo>
                  <a:lnTo>
                    <a:pt x="31723" y="2123"/>
                  </a:lnTo>
                  <a:lnTo>
                    <a:pt x="33597" y="2997"/>
                  </a:lnTo>
                  <a:lnTo>
                    <a:pt x="35220" y="4121"/>
                  </a:lnTo>
                  <a:lnTo>
                    <a:pt x="36844" y="5495"/>
                  </a:lnTo>
                  <a:lnTo>
                    <a:pt x="38342" y="6869"/>
                  </a:lnTo>
                  <a:lnTo>
                    <a:pt x="39716" y="8492"/>
                  </a:lnTo>
                  <a:lnTo>
                    <a:pt x="40840" y="10366"/>
                  </a:lnTo>
                  <a:lnTo>
                    <a:pt x="41839" y="12239"/>
                  </a:lnTo>
                  <a:lnTo>
                    <a:pt x="42714" y="14487"/>
                  </a:lnTo>
                  <a:lnTo>
                    <a:pt x="43338" y="16735"/>
                  </a:lnTo>
                  <a:lnTo>
                    <a:pt x="43838" y="19233"/>
                  </a:lnTo>
                  <a:lnTo>
                    <a:pt x="44087" y="21856"/>
                  </a:lnTo>
                  <a:lnTo>
                    <a:pt x="44087" y="21856"/>
                  </a:lnTo>
                  <a:lnTo>
                    <a:pt x="43963" y="24104"/>
                  </a:lnTo>
                  <a:lnTo>
                    <a:pt x="43588" y="26352"/>
                  </a:lnTo>
                  <a:lnTo>
                    <a:pt x="43088" y="28475"/>
                  </a:lnTo>
                  <a:lnTo>
                    <a:pt x="42339" y="30473"/>
                  </a:lnTo>
                  <a:lnTo>
                    <a:pt x="41465" y="32346"/>
                  </a:lnTo>
                  <a:lnTo>
                    <a:pt x="40341" y="34220"/>
                  </a:lnTo>
                  <a:lnTo>
                    <a:pt x="39092" y="35843"/>
                  </a:lnTo>
                  <a:lnTo>
                    <a:pt x="37593" y="37467"/>
                  </a:lnTo>
                  <a:lnTo>
                    <a:pt x="36094" y="38841"/>
                  </a:lnTo>
                  <a:lnTo>
                    <a:pt x="34346" y="40214"/>
                  </a:lnTo>
                  <a:lnTo>
                    <a:pt x="32473" y="41213"/>
                  </a:lnTo>
                  <a:lnTo>
                    <a:pt x="30599" y="42213"/>
                  </a:lnTo>
                  <a:lnTo>
                    <a:pt x="28601" y="42962"/>
                  </a:lnTo>
                  <a:lnTo>
                    <a:pt x="26478" y="43461"/>
                  </a:lnTo>
                  <a:lnTo>
                    <a:pt x="24230" y="43836"/>
                  </a:lnTo>
                  <a:lnTo>
                    <a:pt x="21982" y="43961"/>
                  </a:lnTo>
                  <a:lnTo>
                    <a:pt x="21982" y="4396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4"/>
            <p:cNvSpPr/>
            <p:nvPr/>
          </p:nvSpPr>
          <p:spPr>
            <a:xfrm>
              <a:off x="4846575" y="34491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4"/>
            <p:cNvSpPr/>
            <p:nvPr/>
          </p:nvSpPr>
          <p:spPr>
            <a:xfrm>
              <a:off x="4368875" y="2418800"/>
              <a:ext cx="955425" cy="952300"/>
            </a:xfrm>
            <a:custGeom>
              <a:rect b="b" l="l" r="r" t="t"/>
              <a:pathLst>
                <a:path extrusionOk="0" h="38092" w="38217">
                  <a:moveTo>
                    <a:pt x="20607" y="2998"/>
                  </a:moveTo>
                  <a:lnTo>
                    <a:pt x="22106" y="3248"/>
                  </a:lnTo>
                  <a:lnTo>
                    <a:pt x="23480" y="3497"/>
                  </a:lnTo>
                  <a:lnTo>
                    <a:pt x="24729" y="3997"/>
                  </a:lnTo>
                  <a:lnTo>
                    <a:pt x="26103" y="4497"/>
                  </a:lnTo>
                  <a:lnTo>
                    <a:pt x="27352" y="5121"/>
                  </a:lnTo>
                  <a:lnTo>
                    <a:pt x="28476" y="5870"/>
                  </a:lnTo>
                  <a:lnTo>
                    <a:pt x="29600" y="6745"/>
                  </a:lnTo>
                  <a:lnTo>
                    <a:pt x="30599" y="7744"/>
                  </a:lnTo>
                  <a:lnTo>
                    <a:pt x="31473" y="8743"/>
                  </a:lnTo>
                  <a:lnTo>
                    <a:pt x="32347" y="9867"/>
                  </a:lnTo>
                  <a:lnTo>
                    <a:pt x="33096" y="10991"/>
                  </a:lnTo>
                  <a:lnTo>
                    <a:pt x="33721" y="12240"/>
                  </a:lnTo>
                  <a:lnTo>
                    <a:pt x="34345" y="13489"/>
                  </a:lnTo>
                  <a:lnTo>
                    <a:pt x="34720" y="14862"/>
                  </a:lnTo>
                  <a:lnTo>
                    <a:pt x="35095" y="16236"/>
                  </a:lnTo>
                  <a:lnTo>
                    <a:pt x="3248" y="16236"/>
                  </a:lnTo>
                  <a:lnTo>
                    <a:pt x="3622" y="14862"/>
                  </a:lnTo>
                  <a:lnTo>
                    <a:pt x="3997" y="13489"/>
                  </a:lnTo>
                  <a:lnTo>
                    <a:pt x="4621" y="12240"/>
                  </a:lnTo>
                  <a:lnTo>
                    <a:pt x="5246" y="10991"/>
                  </a:lnTo>
                  <a:lnTo>
                    <a:pt x="5995" y="9867"/>
                  </a:lnTo>
                  <a:lnTo>
                    <a:pt x="6869" y="8743"/>
                  </a:lnTo>
                  <a:lnTo>
                    <a:pt x="7744" y="7744"/>
                  </a:lnTo>
                  <a:lnTo>
                    <a:pt x="8743" y="6745"/>
                  </a:lnTo>
                  <a:lnTo>
                    <a:pt x="9867" y="5870"/>
                  </a:lnTo>
                  <a:lnTo>
                    <a:pt x="10991" y="5121"/>
                  </a:lnTo>
                  <a:lnTo>
                    <a:pt x="12240" y="4497"/>
                  </a:lnTo>
                  <a:lnTo>
                    <a:pt x="13489" y="3997"/>
                  </a:lnTo>
                  <a:lnTo>
                    <a:pt x="14862" y="3497"/>
                  </a:lnTo>
                  <a:lnTo>
                    <a:pt x="16236" y="3248"/>
                  </a:lnTo>
                  <a:lnTo>
                    <a:pt x="17735" y="2998"/>
                  </a:lnTo>
                  <a:close/>
                  <a:moveTo>
                    <a:pt x="5246" y="24978"/>
                  </a:moveTo>
                  <a:lnTo>
                    <a:pt x="6245" y="25103"/>
                  </a:lnTo>
                  <a:lnTo>
                    <a:pt x="7119" y="25228"/>
                  </a:lnTo>
                  <a:lnTo>
                    <a:pt x="8118" y="25478"/>
                  </a:lnTo>
                  <a:lnTo>
                    <a:pt x="8993" y="25728"/>
                  </a:lnTo>
                  <a:lnTo>
                    <a:pt x="9742" y="26227"/>
                  </a:lnTo>
                  <a:lnTo>
                    <a:pt x="10616" y="26602"/>
                  </a:lnTo>
                  <a:lnTo>
                    <a:pt x="11241" y="27226"/>
                  </a:lnTo>
                  <a:lnTo>
                    <a:pt x="11990" y="27851"/>
                  </a:lnTo>
                  <a:lnTo>
                    <a:pt x="12614" y="28475"/>
                  </a:lnTo>
                  <a:lnTo>
                    <a:pt x="13114" y="29225"/>
                  </a:lnTo>
                  <a:lnTo>
                    <a:pt x="13614" y="29974"/>
                  </a:lnTo>
                  <a:lnTo>
                    <a:pt x="13988" y="30848"/>
                  </a:lnTo>
                  <a:lnTo>
                    <a:pt x="14363" y="31722"/>
                  </a:lnTo>
                  <a:lnTo>
                    <a:pt x="14613" y="32597"/>
                  </a:lnTo>
                  <a:lnTo>
                    <a:pt x="14738" y="33596"/>
                  </a:lnTo>
                  <a:lnTo>
                    <a:pt x="14738" y="34470"/>
                  </a:lnTo>
                  <a:lnTo>
                    <a:pt x="14738" y="34720"/>
                  </a:lnTo>
                  <a:lnTo>
                    <a:pt x="12989" y="34095"/>
                  </a:lnTo>
                  <a:lnTo>
                    <a:pt x="11241" y="33221"/>
                  </a:lnTo>
                  <a:lnTo>
                    <a:pt x="9742" y="32222"/>
                  </a:lnTo>
                  <a:lnTo>
                    <a:pt x="8243" y="31098"/>
                  </a:lnTo>
                  <a:lnTo>
                    <a:pt x="6994" y="29724"/>
                  </a:lnTo>
                  <a:lnTo>
                    <a:pt x="5870" y="28350"/>
                  </a:lnTo>
                  <a:lnTo>
                    <a:pt x="4871" y="26727"/>
                  </a:lnTo>
                  <a:lnTo>
                    <a:pt x="4122" y="24978"/>
                  </a:lnTo>
                  <a:close/>
                  <a:moveTo>
                    <a:pt x="34221" y="24978"/>
                  </a:moveTo>
                  <a:lnTo>
                    <a:pt x="33471" y="26727"/>
                  </a:lnTo>
                  <a:lnTo>
                    <a:pt x="32472" y="28350"/>
                  </a:lnTo>
                  <a:lnTo>
                    <a:pt x="31348" y="29724"/>
                  </a:lnTo>
                  <a:lnTo>
                    <a:pt x="29974" y="31098"/>
                  </a:lnTo>
                  <a:lnTo>
                    <a:pt x="28600" y="32222"/>
                  </a:lnTo>
                  <a:lnTo>
                    <a:pt x="26977" y="33221"/>
                  </a:lnTo>
                  <a:lnTo>
                    <a:pt x="25353" y="34095"/>
                  </a:lnTo>
                  <a:lnTo>
                    <a:pt x="23605" y="34720"/>
                  </a:lnTo>
                  <a:lnTo>
                    <a:pt x="23605" y="34470"/>
                  </a:lnTo>
                  <a:lnTo>
                    <a:pt x="23605" y="33596"/>
                  </a:lnTo>
                  <a:lnTo>
                    <a:pt x="23730" y="32597"/>
                  </a:lnTo>
                  <a:lnTo>
                    <a:pt x="23979" y="31722"/>
                  </a:lnTo>
                  <a:lnTo>
                    <a:pt x="24354" y="30848"/>
                  </a:lnTo>
                  <a:lnTo>
                    <a:pt x="24729" y="29974"/>
                  </a:lnTo>
                  <a:lnTo>
                    <a:pt x="25228" y="29225"/>
                  </a:lnTo>
                  <a:lnTo>
                    <a:pt x="25728" y="28475"/>
                  </a:lnTo>
                  <a:lnTo>
                    <a:pt x="26352" y="27851"/>
                  </a:lnTo>
                  <a:lnTo>
                    <a:pt x="26977" y="27226"/>
                  </a:lnTo>
                  <a:lnTo>
                    <a:pt x="27726" y="26602"/>
                  </a:lnTo>
                  <a:lnTo>
                    <a:pt x="28600" y="26227"/>
                  </a:lnTo>
                  <a:lnTo>
                    <a:pt x="29350" y="25728"/>
                  </a:lnTo>
                  <a:lnTo>
                    <a:pt x="30224" y="25478"/>
                  </a:lnTo>
                  <a:lnTo>
                    <a:pt x="31098" y="25228"/>
                  </a:lnTo>
                  <a:lnTo>
                    <a:pt x="32097" y="25103"/>
                  </a:lnTo>
                  <a:lnTo>
                    <a:pt x="33096" y="24978"/>
                  </a:lnTo>
                  <a:close/>
                  <a:moveTo>
                    <a:pt x="35345" y="19109"/>
                  </a:moveTo>
                  <a:lnTo>
                    <a:pt x="35220" y="20607"/>
                  </a:lnTo>
                  <a:lnTo>
                    <a:pt x="35095" y="22106"/>
                  </a:lnTo>
                  <a:lnTo>
                    <a:pt x="31848" y="22106"/>
                  </a:lnTo>
                  <a:lnTo>
                    <a:pt x="30599" y="22356"/>
                  </a:lnTo>
                  <a:lnTo>
                    <a:pt x="29350" y="22606"/>
                  </a:lnTo>
                  <a:lnTo>
                    <a:pt x="28226" y="23105"/>
                  </a:lnTo>
                  <a:lnTo>
                    <a:pt x="27102" y="23605"/>
                  </a:lnTo>
                  <a:lnTo>
                    <a:pt x="26103" y="24229"/>
                  </a:lnTo>
                  <a:lnTo>
                    <a:pt x="25103" y="24978"/>
                  </a:lnTo>
                  <a:lnTo>
                    <a:pt x="24229" y="25728"/>
                  </a:lnTo>
                  <a:lnTo>
                    <a:pt x="23480" y="26602"/>
                  </a:lnTo>
                  <a:lnTo>
                    <a:pt x="22731" y="27601"/>
                  </a:lnTo>
                  <a:lnTo>
                    <a:pt x="22106" y="28600"/>
                  </a:lnTo>
                  <a:lnTo>
                    <a:pt x="21607" y="29724"/>
                  </a:lnTo>
                  <a:lnTo>
                    <a:pt x="21232" y="30848"/>
                  </a:lnTo>
                  <a:lnTo>
                    <a:pt x="20857" y="31972"/>
                  </a:lnTo>
                  <a:lnTo>
                    <a:pt x="20732" y="33221"/>
                  </a:lnTo>
                  <a:lnTo>
                    <a:pt x="20607" y="34470"/>
                  </a:lnTo>
                  <a:lnTo>
                    <a:pt x="20607" y="35219"/>
                  </a:lnTo>
                  <a:lnTo>
                    <a:pt x="19109" y="35344"/>
                  </a:lnTo>
                  <a:lnTo>
                    <a:pt x="17735" y="35219"/>
                  </a:lnTo>
                  <a:lnTo>
                    <a:pt x="17735" y="34470"/>
                  </a:lnTo>
                  <a:lnTo>
                    <a:pt x="17610" y="33221"/>
                  </a:lnTo>
                  <a:lnTo>
                    <a:pt x="17485" y="31972"/>
                  </a:lnTo>
                  <a:lnTo>
                    <a:pt x="17110" y="30848"/>
                  </a:lnTo>
                  <a:lnTo>
                    <a:pt x="16736" y="29724"/>
                  </a:lnTo>
                  <a:lnTo>
                    <a:pt x="16236" y="28600"/>
                  </a:lnTo>
                  <a:lnTo>
                    <a:pt x="15612" y="27601"/>
                  </a:lnTo>
                  <a:lnTo>
                    <a:pt x="14862" y="26602"/>
                  </a:lnTo>
                  <a:lnTo>
                    <a:pt x="13988" y="25728"/>
                  </a:lnTo>
                  <a:lnTo>
                    <a:pt x="13114" y="24978"/>
                  </a:lnTo>
                  <a:lnTo>
                    <a:pt x="12240" y="24229"/>
                  </a:lnTo>
                  <a:lnTo>
                    <a:pt x="11116" y="23605"/>
                  </a:lnTo>
                  <a:lnTo>
                    <a:pt x="10117" y="23105"/>
                  </a:lnTo>
                  <a:lnTo>
                    <a:pt x="8993" y="22606"/>
                  </a:lnTo>
                  <a:lnTo>
                    <a:pt x="7744" y="22356"/>
                  </a:lnTo>
                  <a:lnTo>
                    <a:pt x="6495" y="22106"/>
                  </a:lnTo>
                  <a:lnTo>
                    <a:pt x="3248" y="22106"/>
                  </a:lnTo>
                  <a:lnTo>
                    <a:pt x="3123" y="20607"/>
                  </a:lnTo>
                  <a:lnTo>
                    <a:pt x="2998" y="19109"/>
                  </a:lnTo>
                  <a:close/>
                  <a:moveTo>
                    <a:pt x="19109" y="1"/>
                  </a:moveTo>
                  <a:lnTo>
                    <a:pt x="17235" y="125"/>
                  </a:lnTo>
                  <a:lnTo>
                    <a:pt x="15362" y="375"/>
                  </a:lnTo>
                  <a:lnTo>
                    <a:pt x="13489" y="875"/>
                  </a:lnTo>
                  <a:lnTo>
                    <a:pt x="11740" y="1499"/>
                  </a:lnTo>
                  <a:lnTo>
                    <a:pt x="10117" y="2373"/>
                  </a:lnTo>
                  <a:lnTo>
                    <a:pt x="8493" y="3248"/>
                  </a:lnTo>
                  <a:lnTo>
                    <a:pt x="6994" y="4372"/>
                  </a:lnTo>
                  <a:lnTo>
                    <a:pt x="5621" y="5621"/>
                  </a:lnTo>
                  <a:lnTo>
                    <a:pt x="4372" y="6994"/>
                  </a:lnTo>
                  <a:lnTo>
                    <a:pt x="3372" y="8493"/>
                  </a:lnTo>
                  <a:lnTo>
                    <a:pt x="2373" y="9992"/>
                  </a:lnTo>
                  <a:lnTo>
                    <a:pt x="1624" y="11740"/>
                  </a:lnTo>
                  <a:lnTo>
                    <a:pt x="875" y="13489"/>
                  </a:lnTo>
                  <a:lnTo>
                    <a:pt x="500" y="15237"/>
                  </a:lnTo>
                  <a:lnTo>
                    <a:pt x="125" y="17235"/>
                  </a:lnTo>
                  <a:lnTo>
                    <a:pt x="0" y="19109"/>
                  </a:lnTo>
                  <a:lnTo>
                    <a:pt x="250" y="21482"/>
                  </a:lnTo>
                  <a:lnTo>
                    <a:pt x="625" y="23605"/>
                  </a:lnTo>
                  <a:lnTo>
                    <a:pt x="1249" y="25603"/>
                  </a:lnTo>
                  <a:lnTo>
                    <a:pt x="1999" y="27476"/>
                  </a:lnTo>
                  <a:lnTo>
                    <a:pt x="2873" y="29225"/>
                  </a:lnTo>
                  <a:lnTo>
                    <a:pt x="3872" y="30723"/>
                  </a:lnTo>
                  <a:lnTo>
                    <a:pt x="4996" y="32097"/>
                  </a:lnTo>
                  <a:lnTo>
                    <a:pt x="6370" y="33346"/>
                  </a:lnTo>
                  <a:lnTo>
                    <a:pt x="7744" y="34470"/>
                  </a:lnTo>
                  <a:lnTo>
                    <a:pt x="9117" y="35469"/>
                  </a:lnTo>
                  <a:lnTo>
                    <a:pt x="10741" y="36343"/>
                  </a:lnTo>
                  <a:lnTo>
                    <a:pt x="12365" y="36968"/>
                  </a:lnTo>
                  <a:lnTo>
                    <a:pt x="13988" y="37467"/>
                  </a:lnTo>
                  <a:lnTo>
                    <a:pt x="15737" y="37842"/>
                  </a:lnTo>
                  <a:lnTo>
                    <a:pt x="17485" y="38092"/>
                  </a:lnTo>
                  <a:lnTo>
                    <a:pt x="20857" y="38092"/>
                  </a:lnTo>
                  <a:lnTo>
                    <a:pt x="22606" y="37842"/>
                  </a:lnTo>
                  <a:lnTo>
                    <a:pt x="24354" y="37467"/>
                  </a:lnTo>
                  <a:lnTo>
                    <a:pt x="25978" y="36968"/>
                  </a:lnTo>
                  <a:lnTo>
                    <a:pt x="27601" y="36343"/>
                  </a:lnTo>
                  <a:lnTo>
                    <a:pt x="29100" y="35469"/>
                  </a:lnTo>
                  <a:lnTo>
                    <a:pt x="30599" y="34470"/>
                  </a:lnTo>
                  <a:lnTo>
                    <a:pt x="31972" y="33346"/>
                  </a:lnTo>
                  <a:lnTo>
                    <a:pt x="33221" y="32097"/>
                  </a:lnTo>
                  <a:lnTo>
                    <a:pt x="34470" y="30723"/>
                  </a:lnTo>
                  <a:lnTo>
                    <a:pt x="35469" y="29100"/>
                  </a:lnTo>
                  <a:lnTo>
                    <a:pt x="36344" y="27476"/>
                  </a:lnTo>
                  <a:lnTo>
                    <a:pt x="37093" y="25603"/>
                  </a:lnTo>
                  <a:lnTo>
                    <a:pt x="37717" y="23605"/>
                  </a:lnTo>
                  <a:lnTo>
                    <a:pt x="38092" y="21482"/>
                  </a:lnTo>
                  <a:lnTo>
                    <a:pt x="38217" y="19109"/>
                  </a:lnTo>
                  <a:lnTo>
                    <a:pt x="38217" y="17235"/>
                  </a:lnTo>
                  <a:lnTo>
                    <a:pt x="37842" y="15237"/>
                  </a:lnTo>
                  <a:lnTo>
                    <a:pt x="37343" y="13489"/>
                  </a:lnTo>
                  <a:lnTo>
                    <a:pt x="36718" y="11740"/>
                  </a:lnTo>
                  <a:lnTo>
                    <a:pt x="35969" y="9992"/>
                  </a:lnTo>
                  <a:lnTo>
                    <a:pt x="34970" y="8493"/>
                  </a:lnTo>
                  <a:lnTo>
                    <a:pt x="33846" y="6994"/>
                  </a:lnTo>
                  <a:lnTo>
                    <a:pt x="32722" y="5621"/>
                  </a:lnTo>
                  <a:lnTo>
                    <a:pt x="31348" y="4372"/>
                  </a:lnTo>
                  <a:lnTo>
                    <a:pt x="29849" y="3248"/>
                  </a:lnTo>
                  <a:lnTo>
                    <a:pt x="28226" y="2373"/>
                  </a:lnTo>
                  <a:lnTo>
                    <a:pt x="26602" y="1499"/>
                  </a:lnTo>
                  <a:lnTo>
                    <a:pt x="24854" y="875"/>
                  </a:lnTo>
                  <a:lnTo>
                    <a:pt x="22980" y="375"/>
                  </a:lnTo>
                  <a:lnTo>
                    <a:pt x="21107" y="125"/>
                  </a:lnTo>
                  <a:lnTo>
                    <a:pt x="1910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4"/>
            <p:cNvSpPr/>
            <p:nvPr/>
          </p:nvSpPr>
          <p:spPr>
            <a:xfrm>
              <a:off x="4368875" y="2418800"/>
              <a:ext cx="955425" cy="952300"/>
            </a:xfrm>
            <a:custGeom>
              <a:rect b="b" l="l" r="r" t="t"/>
              <a:pathLst>
                <a:path extrusionOk="0" fill="none" h="38092" w="38217">
                  <a:moveTo>
                    <a:pt x="19109" y="1"/>
                  </a:moveTo>
                  <a:lnTo>
                    <a:pt x="19109" y="1"/>
                  </a:lnTo>
                  <a:lnTo>
                    <a:pt x="17235" y="125"/>
                  </a:lnTo>
                  <a:lnTo>
                    <a:pt x="15362" y="375"/>
                  </a:lnTo>
                  <a:lnTo>
                    <a:pt x="13489" y="875"/>
                  </a:lnTo>
                  <a:lnTo>
                    <a:pt x="11740" y="1499"/>
                  </a:lnTo>
                  <a:lnTo>
                    <a:pt x="10117" y="2373"/>
                  </a:lnTo>
                  <a:lnTo>
                    <a:pt x="8493" y="3248"/>
                  </a:lnTo>
                  <a:lnTo>
                    <a:pt x="6994" y="4372"/>
                  </a:lnTo>
                  <a:lnTo>
                    <a:pt x="5621" y="5621"/>
                  </a:lnTo>
                  <a:lnTo>
                    <a:pt x="4372" y="6994"/>
                  </a:lnTo>
                  <a:lnTo>
                    <a:pt x="3372" y="8493"/>
                  </a:lnTo>
                  <a:lnTo>
                    <a:pt x="2373" y="9992"/>
                  </a:lnTo>
                  <a:lnTo>
                    <a:pt x="1624" y="11740"/>
                  </a:lnTo>
                  <a:lnTo>
                    <a:pt x="875" y="13489"/>
                  </a:lnTo>
                  <a:lnTo>
                    <a:pt x="500" y="15237"/>
                  </a:lnTo>
                  <a:lnTo>
                    <a:pt x="125" y="17235"/>
                  </a:lnTo>
                  <a:lnTo>
                    <a:pt x="0" y="19109"/>
                  </a:lnTo>
                  <a:lnTo>
                    <a:pt x="0" y="19109"/>
                  </a:lnTo>
                  <a:lnTo>
                    <a:pt x="250" y="21482"/>
                  </a:lnTo>
                  <a:lnTo>
                    <a:pt x="625" y="23605"/>
                  </a:lnTo>
                  <a:lnTo>
                    <a:pt x="1249" y="25603"/>
                  </a:lnTo>
                  <a:lnTo>
                    <a:pt x="1999" y="27476"/>
                  </a:lnTo>
                  <a:lnTo>
                    <a:pt x="2873" y="29225"/>
                  </a:lnTo>
                  <a:lnTo>
                    <a:pt x="3872" y="30723"/>
                  </a:lnTo>
                  <a:lnTo>
                    <a:pt x="4996" y="32097"/>
                  </a:lnTo>
                  <a:lnTo>
                    <a:pt x="6370" y="33346"/>
                  </a:lnTo>
                  <a:lnTo>
                    <a:pt x="7744" y="34470"/>
                  </a:lnTo>
                  <a:lnTo>
                    <a:pt x="9117" y="35469"/>
                  </a:lnTo>
                  <a:lnTo>
                    <a:pt x="10741" y="36343"/>
                  </a:lnTo>
                  <a:lnTo>
                    <a:pt x="12365" y="36968"/>
                  </a:lnTo>
                  <a:lnTo>
                    <a:pt x="13988" y="37467"/>
                  </a:lnTo>
                  <a:lnTo>
                    <a:pt x="15737" y="37842"/>
                  </a:lnTo>
                  <a:lnTo>
                    <a:pt x="17485" y="38092"/>
                  </a:lnTo>
                  <a:lnTo>
                    <a:pt x="19109" y="38092"/>
                  </a:lnTo>
                  <a:lnTo>
                    <a:pt x="20857" y="38092"/>
                  </a:lnTo>
                  <a:lnTo>
                    <a:pt x="22606" y="37842"/>
                  </a:lnTo>
                  <a:lnTo>
                    <a:pt x="24354" y="37467"/>
                  </a:lnTo>
                  <a:lnTo>
                    <a:pt x="25978" y="36968"/>
                  </a:lnTo>
                  <a:lnTo>
                    <a:pt x="27601" y="36343"/>
                  </a:lnTo>
                  <a:lnTo>
                    <a:pt x="29100" y="35469"/>
                  </a:lnTo>
                  <a:lnTo>
                    <a:pt x="30599" y="34470"/>
                  </a:lnTo>
                  <a:lnTo>
                    <a:pt x="31972" y="33346"/>
                  </a:lnTo>
                  <a:lnTo>
                    <a:pt x="33221" y="32097"/>
                  </a:lnTo>
                  <a:lnTo>
                    <a:pt x="34470" y="30723"/>
                  </a:lnTo>
                  <a:lnTo>
                    <a:pt x="35469" y="29100"/>
                  </a:lnTo>
                  <a:lnTo>
                    <a:pt x="36344" y="27476"/>
                  </a:lnTo>
                  <a:lnTo>
                    <a:pt x="37093" y="25603"/>
                  </a:lnTo>
                  <a:lnTo>
                    <a:pt x="37717" y="23605"/>
                  </a:lnTo>
                  <a:lnTo>
                    <a:pt x="38092" y="21482"/>
                  </a:lnTo>
                  <a:lnTo>
                    <a:pt x="38217" y="19109"/>
                  </a:lnTo>
                  <a:lnTo>
                    <a:pt x="38217" y="19109"/>
                  </a:lnTo>
                  <a:lnTo>
                    <a:pt x="38217" y="17235"/>
                  </a:lnTo>
                  <a:lnTo>
                    <a:pt x="37842" y="15237"/>
                  </a:lnTo>
                  <a:lnTo>
                    <a:pt x="37343" y="13489"/>
                  </a:lnTo>
                  <a:lnTo>
                    <a:pt x="36718" y="11740"/>
                  </a:lnTo>
                  <a:lnTo>
                    <a:pt x="35969" y="9992"/>
                  </a:lnTo>
                  <a:lnTo>
                    <a:pt x="34970" y="8493"/>
                  </a:lnTo>
                  <a:lnTo>
                    <a:pt x="33846" y="6994"/>
                  </a:lnTo>
                  <a:lnTo>
                    <a:pt x="32722" y="5621"/>
                  </a:lnTo>
                  <a:lnTo>
                    <a:pt x="31348" y="4372"/>
                  </a:lnTo>
                  <a:lnTo>
                    <a:pt x="29849" y="3248"/>
                  </a:lnTo>
                  <a:lnTo>
                    <a:pt x="28226" y="2373"/>
                  </a:lnTo>
                  <a:lnTo>
                    <a:pt x="26602" y="1499"/>
                  </a:lnTo>
                  <a:lnTo>
                    <a:pt x="24854" y="875"/>
                  </a:lnTo>
                  <a:lnTo>
                    <a:pt x="22980" y="375"/>
                  </a:lnTo>
                  <a:lnTo>
                    <a:pt x="21107" y="125"/>
                  </a:lnTo>
                  <a:lnTo>
                    <a:pt x="19109" y="1"/>
                  </a:lnTo>
                  <a:lnTo>
                    <a:pt x="1910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4"/>
            <p:cNvSpPr/>
            <p:nvPr/>
          </p:nvSpPr>
          <p:spPr>
            <a:xfrm>
              <a:off x="4450050" y="2493725"/>
              <a:ext cx="796200" cy="331000"/>
            </a:xfrm>
            <a:custGeom>
              <a:rect b="b" l="l" r="r" t="t"/>
              <a:pathLst>
                <a:path extrusionOk="0" fill="none" h="13240" w="31848">
                  <a:moveTo>
                    <a:pt x="15862" y="1"/>
                  </a:moveTo>
                  <a:lnTo>
                    <a:pt x="15862" y="1"/>
                  </a:lnTo>
                  <a:lnTo>
                    <a:pt x="17360" y="1"/>
                  </a:lnTo>
                  <a:lnTo>
                    <a:pt x="18859" y="251"/>
                  </a:lnTo>
                  <a:lnTo>
                    <a:pt x="20233" y="500"/>
                  </a:lnTo>
                  <a:lnTo>
                    <a:pt x="21482" y="1000"/>
                  </a:lnTo>
                  <a:lnTo>
                    <a:pt x="22856" y="1500"/>
                  </a:lnTo>
                  <a:lnTo>
                    <a:pt x="24105" y="2124"/>
                  </a:lnTo>
                  <a:lnTo>
                    <a:pt x="25229" y="2873"/>
                  </a:lnTo>
                  <a:lnTo>
                    <a:pt x="26353" y="3748"/>
                  </a:lnTo>
                  <a:lnTo>
                    <a:pt x="27352" y="4747"/>
                  </a:lnTo>
                  <a:lnTo>
                    <a:pt x="28226" y="5746"/>
                  </a:lnTo>
                  <a:lnTo>
                    <a:pt x="29100" y="6870"/>
                  </a:lnTo>
                  <a:lnTo>
                    <a:pt x="29849" y="7994"/>
                  </a:lnTo>
                  <a:lnTo>
                    <a:pt x="30474" y="9243"/>
                  </a:lnTo>
                  <a:lnTo>
                    <a:pt x="31098" y="10492"/>
                  </a:lnTo>
                  <a:lnTo>
                    <a:pt x="31473" y="11865"/>
                  </a:lnTo>
                  <a:lnTo>
                    <a:pt x="31848" y="13239"/>
                  </a:lnTo>
                  <a:lnTo>
                    <a:pt x="1" y="13239"/>
                  </a:lnTo>
                  <a:lnTo>
                    <a:pt x="1" y="13239"/>
                  </a:lnTo>
                  <a:lnTo>
                    <a:pt x="375" y="11865"/>
                  </a:lnTo>
                  <a:lnTo>
                    <a:pt x="750" y="10492"/>
                  </a:lnTo>
                  <a:lnTo>
                    <a:pt x="1374" y="9243"/>
                  </a:lnTo>
                  <a:lnTo>
                    <a:pt x="1999" y="7994"/>
                  </a:lnTo>
                  <a:lnTo>
                    <a:pt x="2748" y="6870"/>
                  </a:lnTo>
                  <a:lnTo>
                    <a:pt x="3622" y="5746"/>
                  </a:lnTo>
                  <a:lnTo>
                    <a:pt x="4497" y="4747"/>
                  </a:lnTo>
                  <a:lnTo>
                    <a:pt x="5496" y="3748"/>
                  </a:lnTo>
                  <a:lnTo>
                    <a:pt x="6620" y="2873"/>
                  </a:lnTo>
                  <a:lnTo>
                    <a:pt x="7744" y="2124"/>
                  </a:lnTo>
                  <a:lnTo>
                    <a:pt x="8993" y="1500"/>
                  </a:lnTo>
                  <a:lnTo>
                    <a:pt x="10242" y="1000"/>
                  </a:lnTo>
                  <a:lnTo>
                    <a:pt x="11615" y="500"/>
                  </a:lnTo>
                  <a:lnTo>
                    <a:pt x="12989" y="251"/>
                  </a:lnTo>
                  <a:lnTo>
                    <a:pt x="14488" y="1"/>
                  </a:lnTo>
                  <a:lnTo>
                    <a:pt x="15862" y="1"/>
                  </a:lnTo>
                  <a:lnTo>
                    <a:pt x="15862"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4"/>
            <p:cNvSpPr/>
            <p:nvPr/>
          </p:nvSpPr>
          <p:spPr>
            <a:xfrm>
              <a:off x="4471900" y="3043250"/>
              <a:ext cx="265425" cy="243550"/>
            </a:xfrm>
            <a:custGeom>
              <a:rect b="b" l="l" r="r" t="t"/>
              <a:pathLst>
                <a:path extrusionOk="0" fill="none" h="9742" w="10617">
                  <a:moveTo>
                    <a:pt x="1" y="0"/>
                  </a:moveTo>
                  <a:lnTo>
                    <a:pt x="1125" y="0"/>
                  </a:lnTo>
                  <a:lnTo>
                    <a:pt x="1125" y="0"/>
                  </a:lnTo>
                  <a:lnTo>
                    <a:pt x="2124" y="125"/>
                  </a:lnTo>
                  <a:lnTo>
                    <a:pt x="2998" y="250"/>
                  </a:lnTo>
                  <a:lnTo>
                    <a:pt x="3997" y="500"/>
                  </a:lnTo>
                  <a:lnTo>
                    <a:pt x="4872" y="750"/>
                  </a:lnTo>
                  <a:lnTo>
                    <a:pt x="5621" y="1249"/>
                  </a:lnTo>
                  <a:lnTo>
                    <a:pt x="6495" y="1624"/>
                  </a:lnTo>
                  <a:lnTo>
                    <a:pt x="7120" y="2248"/>
                  </a:lnTo>
                  <a:lnTo>
                    <a:pt x="7869" y="2873"/>
                  </a:lnTo>
                  <a:lnTo>
                    <a:pt x="8493" y="3497"/>
                  </a:lnTo>
                  <a:lnTo>
                    <a:pt x="8993" y="4247"/>
                  </a:lnTo>
                  <a:lnTo>
                    <a:pt x="9493" y="4996"/>
                  </a:lnTo>
                  <a:lnTo>
                    <a:pt x="9867" y="5870"/>
                  </a:lnTo>
                  <a:lnTo>
                    <a:pt x="10242" y="6744"/>
                  </a:lnTo>
                  <a:lnTo>
                    <a:pt x="10492" y="7619"/>
                  </a:lnTo>
                  <a:lnTo>
                    <a:pt x="10617" y="8618"/>
                  </a:lnTo>
                  <a:lnTo>
                    <a:pt x="10617" y="9492"/>
                  </a:lnTo>
                  <a:lnTo>
                    <a:pt x="10617" y="9742"/>
                  </a:lnTo>
                  <a:lnTo>
                    <a:pt x="10617" y="9742"/>
                  </a:lnTo>
                  <a:lnTo>
                    <a:pt x="8868" y="9117"/>
                  </a:lnTo>
                  <a:lnTo>
                    <a:pt x="7120" y="8243"/>
                  </a:lnTo>
                  <a:lnTo>
                    <a:pt x="5621" y="7244"/>
                  </a:lnTo>
                  <a:lnTo>
                    <a:pt x="4122" y="6120"/>
                  </a:lnTo>
                  <a:lnTo>
                    <a:pt x="2873" y="4746"/>
                  </a:lnTo>
                  <a:lnTo>
                    <a:pt x="1749" y="3372"/>
                  </a:lnTo>
                  <a:lnTo>
                    <a:pt x="750" y="1749"/>
                  </a:lnTo>
                  <a:lnTo>
                    <a:pt x="1" y="0"/>
                  </a:lnTo>
                  <a:lnTo>
                    <a:pt x="1"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4"/>
            <p:cNvSpPr/>
            <p:nvPr/>
          </p:nvSpPr>
          <p:spPr>
            <a:xfrm>
              <a:off x="4958975" y="3043250"/>
              <a:ext cx="265425" cy="243550"/>
            </a:xfrm>
            <a:custGeom>
              <a:rect b="b" l="l" r="r" t="t"/>
              <a:pathLst>
                <a:path extrusionOk="0" fill="none" h="9742" w="10617">
                  <a:moveTo>
                    <a:pt x="1" y="9742"/>
                  </a:moveTo>
                  <a:lnTo>
                    <a:pt x="1" y="9492"/>
                  </a:lnTo>
                  <a:lnTo>
                    <a:pt x="1" y="9492"/>
                  </a:lnTo>
                  <a:lnTo>
                    <a:pt x="1" y="8618"/>
                  </a:lnTo>
                  <a:lnTo>
                    <a:pt x="126" y="7619"/>
                  </a:lnTo>
                  <a:lnTo>
                    <a:pt x="375" y="6744"/>
                  </a:lnTo>
                  <a:lnTo>
                    <a:pt x="750" y="5870"/>
                  </a:lnTo>
                  <a:lnTo>
                    <a:pt x="1125" y="4996"/>
                  </a:lnTo>
                  <a:lnTo>
                    <a:pt x="1624" y="4247"/>
                  </a:lnTo>
                  <a:lnTo>
                    <a:pt x="2124" y="3497"/>
                  </a:lnTo>
                  <a:lnTo>
                    <a:pt x="2748" y="2873"/>
                  </a:lnTo>
                  <a:lnTo>
                    <a:pt x="3373" y="2248"/>
                  </a:lnTo>
                  <a:lnTo>
                    <a:pt x="4122" y="1624"/>
                  </a:lnTo>
                  <a:lnTo>
                    <a:pt x="4996" y="1249"/>
                  </a:lnTo>
                  <a:lnTo>
                    <a:pt x="5746" y="750"/>
                  </a:lnTo>
                  <a:lnTo>
                    <a:pt x="6620" y="500"/>
                  </a:lnTo>
                  <a:lnTo>
                    <a:pt x="7494" y="250"/>
                  </a:lnTo>
                  <a:lnTo>
                    <a:pt x="8493" y="125"/>
                  </a:lnTo>
                  <a:lnTo>
                    <a:pt x="9492" y="0"/>
                  </a:lnTo>
                  <a:lnTo>
                    <a:pt x="10617" y="0"/>
                  </a:lnTo>
                  <a:lnTo>
                    <a:pt x="10617" y="0"/>
                  </a:lnTo>
                  <a:lnTo>
                    <a:pt x="9867" y="1749"/>
                  </a:lnTo>
                  <a:lnTo>
                    <a:pt x="8868" y="3372"/>
                  </a:lnTo>
                  <a:lnTo>
                    <a:pt x="7744" y="4746"/>
                  </a:lnTo>
                  <a:lnTo>
                    <a:pt x="6370" y="6120"/>
                  </a:lnTo>
                  <a:lnTo>
                    <a:pt x="4996" y="7244"/>
                  </a:lnTo>
                  <a:lnTo>
                    <a:pt x="3373" y="8243"/>
                  </a:lnTo>
                  <a:lnTo>
                    <a:pt x="1749" y="9117"/>
                  </a:lnTo>
                  <a:lnTo>
                    <a:pt x="1" y="9742"/>
                  </a:lnTo>
                  <a:lnTo>
                    <a:pt x="1" y="9742"/>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4"/>
            <p:cNvSpPr/>
            <p:nvPr/>
          </p:nvSpPr>
          <p:spPr>
            <a:xfrm>
              <a:off x="4443800" y="2896500"/>
              <a:ext cx="808700" cy="405925"/>
            </a:xfrm>
            <a:custGeom>
              <a:rect b="b" l="l" r="r" t="t"/>
              <a:pathLst>
                <a:path extrusionOk="0" fill="none" h="16237" w="32348">
                  <a:moveTo>
                    <a:pt x="32098" y="2998"/>
                  </a:moveTo>
                  <a:lnTo>
                    <a:pt x="30099" y="2998"/>
                  </a:lnTo>
                  <a:lnTo>
                    <a:pt x="30099" y="2998"/>
                  </a:lnTo>
                  <a:lnTo>
                    <a:pt x="28851" y="2998"/>
                  </a:lnTo>
                  <a:lnTo>
                    <a:pt x="27602" y="3248"/>
                  </a:lnTo>
                  <a:lnTo>
                    <a:pt x="26353" y="3498"/>
                  </a:lnTo>
                  <a:lnTo>
                    <a:pt x="25229" y="3997"/>
                  </a:lnTo>
                  <a:lnTo>
                    <a:pt x="24105" y="4497"/>
                  </a:lnTo>
                  <a:lnTo>
                    <a:pt x="23106" y="5121"/>
                  </a:lnTo>
                  <a:lnTo>
                    <a:pt x="22106" y="5870"/>
                  </a:lnTo>
                  <a:lnTo>
                    <a:pt x="21232" y="6620"/>
                  </a:lnTo>
                  <a:lnTo>
                    <a:pt x="20483" y="7494"/>
                  </a:lnTo>
                  <a:lnTo>
                    <a:pt x="19734" y="8493"/>
                  </a:lnTo>
                  <a:lnTo>
                    <a:pt x="19109" y="9492"/>
                  </a:lnTo>
                  <a:lnTo>
                    <a:pt x="18610" y="10616"/>
                  </a:lnTo>
                  <a:lnTo>
                    <a:pt x="18235" y="11740"/>
                  </a:lnTo>
                  <a:lnTo>
                    <a:pt x="17860" y="12864"/>
                  </a:lnTo>
                  <a:lnTo>
                    <a:pt x="17735" y="14113"/>
                  </a:lnTo>
                  <a:lnTo>
                    <a:pt x="17610" y="15362"/>
                  </a:lnTo>
                  <a:lnTo>
                    <a:pt x="17610" y="16111"/>
                  </a:lnTo>
                  <a:lnTo>
                    <a:pt x="17610" y="16111"/>
                  </a:lnTo>
                  <a:lnTo>
                    <a:pt x="16112" y="16236"/>
                  </a:lnTo>
                  <a:lnTo>
                    <a:pt x="14738" y="16111"/>
                  </a:lnTo>
                  <a:lnTo>
                    <a:pt x="14738" y="15362"/>
                  </a:lnTo>
                  <a:lnTo>
                    <a:pt x="14738" y="15362"/>
                  </a:lnTo>
                  <a:lnTo>
                    <a:pt x="14613" y="14113"/>
                  </a:lnTo>
                  <a:lnTo>
                    <a:pt x="14488" y="12864"/>
                  </a:lnTo>
                  <a:lnTo>
                    <a:pt x="14113" y="11740"/>
                  </a:lnTo>
                  <a:lnTo>
                    <a:pt x="13739" y="10616"/>
                  </a:lnTo>
                  <a:lnTo>
                    <a:pt x="13239" y="9492"/>
                  </a:lnTo>
                  <a:lnTo>
                    <a:pt x="12615" y="8493"/>
                  </a:lnTo>
                  <a:lnTo>
                    <a:pt x="11865" y="7494"/>
                  </a:lnTo>
                  <a:lnTo>
                    <a:pt x="10991" y="6620"/>
                  </a:lnTo>
                  <a:lnTo>
                    <a:pt x="10117" y="5870"/>
                  </a:lnTo>
                  <a:lnTo>
                    <a:pt x="9243" y="5121"/>
                  </a:lnTo>
                  <a:lnTo>
                    <a:pt x="8119" y="4497"/>
                  </a:lnTo>
                  <a:lnTo>
                    <a:pt x="7120" y="3997"/>
                  </a:lnTo>
                  <a:lnTo>
                    <a:pt x="5996" y="3498"/>
                  </a:lnTo>
                  <a:lnTo>
                    <a:pt x="4747" y="3248"/>
                  </a:lnTo>
                  <a:lnTo>
                    <a:pt x="3498" y="2998"/>
                  </a:lnTo>
                  <a:lnTo>
                    <a:pt x="2249" y="2998"/>
                  </a:lnTo>
                  <a:lnTo>
                    <a:pt x="251" y="2998"/>
                  </a:lnTo>
                  <a:lnTo>
                    <a:pt x="251" y="2998"/>
                  </a:lnTo>
                  <a:lnTo>
                    <a:pt x="126" y="1499"/>
                  </a:lnTo>
                  <a:lnTo>
                    <a:pt x="1" y="1"/>
                  </a:lnTo>
                  <a:lnTo>
                    <a:pt x="32348" y="1"/>
                  </a:lnTo>
                  <a:lnTo>
                    <a:pt x="32348" y="1"/>
                  </a:lnTo>
                  <a:lnTo>
                    <a:pt x="32223" y="1499"/>
                  </a:lnTo>
                  <a:lnTo>
                    <a:pt x="32098" y="2998"/>
                  </a:lnTo>
                  <a:lnTo>
                    <a:pt x="32098" y="2998"/>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4"/>
            <p:cNvSpPr/>
            <p:nvPr/>
          </p:nvSpPr>
          <p:spPr>
            <a:xfrm>
              <a:off x="5246225" y="29714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4"/>
            <p:cNvSpPr/>
            <p:nvPr/>
          </p:nvSpPr>
          <p:spPr>
            <a:xfrm>
              <a:off x="4812225" y="2971425"/>
              <a:ext cx="71850" cy="71850"/>
            </a:xfrm>
            <a:custGeom>
              <a:rect b="b" l="l" r="r" t="t"/>
              <a:pathLst>
                <a:path extrusionOk="0" h="2874" w="2874">
                  <a:moveTo>
                    <a:pt x="1" y="1"/>
                  </a:moveTo>
                  <a:lnTo>
                    <a:pt x="1" y="2873"/>
                  </a:lnTo>
                  <a:lnTo>
                    <a:pt x="2873" y="2873"/>
                  </a:lnTo>
                  <a:lnTo>
                    <a:pt x="287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8" name="Shape 198"/>
        <p:cNvGrpSpPr/>
        <p:nvPr/>
      </p:nvGrpSpPr>
      <p:grpSpPr>
        <a:xfrm>
          <a:off x="0" y="0"/>
          <a:ext cx="0" cy="0"/>
          <a:chOff x="0" y="0"/>
          <a:chExt cx="0" cy="0"/>
        </a:xfrm>
      </p:grpSpPr>
      <p:sp>
        <p:nvSpPr>
          <p:cNvPr id="199" name="Google Shape;199;p15"/>
          <p:cNvSpPr/>
          <p:nvPr/>
        </p:nvSpPr>
        <p:spPr>
          <a:xfrm>
            <a:off x="0" y="0"/>
            <a:ext cx="1691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5"/>
          <p:cNvSpPr txBox="1"/>
          <p:nvPr>
            <p:ph type="title"/>
          </p:nvPr>
        </p:nvSpPr>
        <p:spPr>
          <a:xfrm>
            <a:off x="2311325" y="2711125"/>
            <a:ext cx="4755600" cy="983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1" name="Google Shape;201;p15"/>
          <p:cNvSpPr txBox="1"/>
          <p:nvPr>
            <p:ph idx="1" type="subTitle"/>
          </p:nvPr>
        </p:nvSpPr>
        <p:spPr>
          <a:xfrm>
            <a:off x="2311325" y="3850375"/>
            <a:ext cx="3560100" cy="98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202" name="Google Shape;202;p15"/>
          <p:cNvGrpSpPr/>
          <p:nvPr/>
        </p:nvGrpSpPr>
        <p:grpSpPr>
          <a:xfrm>
            <a:off x="-937287" y="2039386"/>
            <a:ext cx="2187867" cy="2182473"/>
            <a:chOff x="238125" y="2234600"/>
            <a:chExt cx="1248925" cy="1245775"/>
          </a:xfrm>
        </p:grpSpPr>
        <p:sp>
          <p:nvSpPr>
            <p:cNvPr id="203" name="Google Shape;203;p15"/>
            <p:cNvSpPr/>
            <p:nvPr/>
          </p:nvSpPr>
          <p:spPr>
            <a:xfrm>
              <a:off x="238125" y="2234600"/>
              <a:ext cx="1248925" cy="1245775"/>
            </a:xfrm>
            <a:custGeom>
              <a:rect b="b" l="l" r="r" t="t"/>
              <a:pathLst>
                <a:path extrusionOk="0" h="49831" w="49957">
                  <a:moveTo>
                    <a:pt x="27101" y="3122"/>
                  </a:moveTo>
                  <a:lnTo>
                    <a:pt x="28975" y="3372"/>
                  </a:lnTo>
                  <a:lnTo>
                    <a:pt x="30973" y="3872"/>
                  </a:lnTo>
                  <a:lnTo>
                    <a:pt x="32971" y="4496"/>
                  </a:lnTo>
                  <a:lnTo>
                    <a:pt x="34720" y="5245"/>
                  </a:lnTo>
                  <a:lnTo>
                    <a:pt x="36593" y="6120"/>
                  </a:lnTo>
                  <a:lnTo>
                    <a:pt x="38217" y="7244"/>
                  </a:lnTo>
                  <a:lnTo>
                    <a:pt x="39840" y="8617"/>
                  </a:lnTo>
                  <a:lnTo>
                    <a:pt x="41339" y="9991"/>
                  </a:lnTo>
                  <a:lnTo>
                    <a:pt x="42713" y="11615"/>
                  </a:lnTo>
                  <a:lnTo>
                    <a:pt x="43837" y="13488"/>
                  </a:lnTo>
                  <a:lnTo>
                    <a:pt x="44836" y="15361"/>
                  </a:lnTo>
                  <a:lnTo>
                    <a:pt x="45710" y="17609"/>
                  </a:lnTo>
                  <a:lnTo>
                    <a:pt x="46334" y="19857"/>
                  </a:lnTo>
                  <a:lnTo>
                    <a:pt x="46834" y="22355"/>
                  </a:lnTo>
                  <a:lnTo>
                    <a:pt x="47084" y="24978"/>
                  </a:lnTo>
                  <a:lnTo>
                    <a:pt x="46959" y="27226"/>
                  </a:lnTo>
                  <a:lnTo>
                    <a:pt x="46584" y="29474"/>
                  </a:lnTo>
                  <a:lnTo>
                    <a:pt x="46085" y="31597"/>
                  </a:lnTo>
                  <a:lnTo>
                    <a:pt x="45335" y="33595"/>
                  </a:lnTo>
                  <a:lnTo>
                    <a:pt x="44461" y="35469"/>
                  </a:lnTo>
                  <a:lnTo>
                    <a:pt x="43337" y="37342"/>
                  </a:lnTo>
                  <a:lnTo>
                    <a:pt x="42088" y="38966"/>
                  </a:lnTo>
                  <a:lnTo>
                    <a:pt x="40589" y="40589"/>
                  </a:lnTo>
                  <a:lnTo>
                    <a:pt x="39091" y="41963"/>
                  </a:lnTo>
                  <a:lnTo>
                    <a:pt x="37342" y="43337"/>
                  </a:lnTo>
                  <a:lnTo>
                    <a:pt x="35469" y="44336"/>
                  </a:lnTo>
                  <a:lnTo>
                    <a:pt x="33596" y="45335"/>
                  </a:lnTo>
                  <a:lnTo>
                    <a:pt x="31597" y="46084"/>
                  </a:lnTo>
                  <a:lnTo>
                    <a:pt x="29474" y="46584"/>
                  </a:lnTo>
                  <a:lnTo>
                    <a:pt x="27226" y="46958"/>
                  </a:lnTo>
                  <a:lnTo>
                    <a:pt x="24978" y="47083"/>
                  </a:lnTo>
                  <a:lnTo>
                    <a:pt x="22730" y="46958"/>
                  </a:lnTo>
                  <a:lnTo>
                    <a:pt x="20607" y="46584"/>
                  </a:lnTo>
                  <a:lnTo>
                    <a:pt x="18484" y="46084"/>
                  </a:lnTo>
                  <a:lnTo>
                    <a:pt x="16486" y="45335"/>
                  </a:lnTo>
                  <a:lnTo>
                    <a:pt x="14487" y="44336"/>
                  </a:lnTo>
                  <a:lnTo>
                    <a:pt x="12739" y="43337"/>
                  </a:lnTo>
                  <a:lnTo>
                    <a:pt x="10990" y="41963"/>
                  </a:lnTo>
                  <a:lnTo>
                    <a:pt x="9492" y="40589"/>
                  </a:lnTo>
                  <a:lnTo>
                    <a:pt x="7993" y="38966"/>
                  </a:lnTo>
                  <a:lnTo>
                    <a:pt x="6744" y="37342"/>
                  </a:lnTo>
                  <a:lnTo>
                    <a:pt x="5620" y="35469"/>
                  </a:lnTo>
                  <a:lnTo>
                    <a:pt x="4746" y="33595"/>
                  </a:lnTo>
                  <a:lnTo>
                    <a:pt x="3997" y="31597"/>
                  </a:lnTo>
                  <a:lnTo>
                    <a:pt x="3497" y="29474"/>
                  </a:lnTo>
                  <a:lnTo>
                    <a:pt x="3122" y="27226"/>
                  </a:lnTo>
                  <a:lnTo>
                    <a:pt x="2997" y="24978"/>
                  </a:lnTo>
                  <a:lnTo>
                    <a:pt x="3247" y="22355"/>
                  </a:lnTo>
                  <a:lnTo>
                    <a:pt x="3622" y="19857"/>
                  </a:lnTo>
                  <a:lnTo>
                    <a:pt x="4371" y="17609"/>
                  </a:lnTo>
                  <a:lnTo>
                    <a:pt x="5245" y="15361"/>
                  </a:lnTo>
                  <a:lnTo>
                    <a:pt x="6245" y="13488"/>
                  </a:lnTo>
                  <a:lnTo>
                    <a:pt x="7369" y="11615"/>
                  </a:lnTo>
                  <a:lnTo>
                    <a:pt x="8742" y="9991"/>
                  </a:lnTo>
                  <a:lnTo>
                    <a:pt x="10241" y="8617"/>
                  </a:lnTo>
                  <a:lnTo>
                    <a:pt x="11865" y="7244"/>
                  </a:lnTo>
                  <a:lnTo>
                    <a:pt x="13488" y="6120"/>
                  </a:lnTo>
                  <a:lnTo>
                    <a:pt x="15237" y="5245"/>
                  </a:lnTo>
                  <a:lnTo>
                    <a:pt x="17110" y="4496"/>
                  </a:lnTo>
                  <a:lnTo>
                    <a:pt x="19108" y="3872"/>
                  </a:lnTo>
                  <a:lnTo>
                    <a:pt x="20982" y="3372"/>
                  </a:lnTo>
                  <a:lnTo>
                    <a:pt x="22980" y="3122"/>
                  </a:lnTo>
                  <a:close/>
                  <a:moveTo>
                    <a:pt x="24978" y="0"/>
                  </a:moveTo>
                  <a:lnTo>
                    <a:pt x="22480" y="125"/>
                  </a:lnTo>
                  <a:lnTo>
                    <a:pt x="19983" y="500"/>
                  </a:lnTo>
                  <a:lnTo>
                    <a:pt x="17610" y="1124"/>
                  </a:lnTo>
                  <a:lnTo>
                    <a:pt x="15362" y="1998"/>
                  </a:lnTo>
                  <a:lnTo>
                    <a:pt x="13114" y="2997"/>
                  </a:lnTo>
                  <a:lnTo>
                    <a:pt x="11115" y="4246"/>
                  </a:lnTo>
                  <a:lnTo>
                    <a:pt x="9117" y="5745"/>
                  </a:lnTo>
                  <a:lnTo>
                    <a:pt x="7369" y="7369"/>
                  </a:lnTo>
                  <a:lnTo>
                    <a:pt x="5745" y="9117"/>
                  </a:lnTo>
                  <a:lnTo>
                    <a:pt x="4371" y="10990"/>
                  </a:lnTo>
                  <a:lnTo>
                    <a:pt x="3122" y="13113"/>
                  </a:lnTo>
                  <a:lnTo>
                    <a:pt x="1998" y="15237"/>
                  </a:lnTo>
                  <a:lnTo>
                    <a:pt x="1124" y="17609"/>
                  </a:lnTo>
                  <a:lnTo>
                    <a:pt x="500" y="19982"/>
                  </a:lnTo>
                  <a:lnTo>
                    <a:pt x="125" y="22480"/>
                  </a:lnTo>
                  <a:lnTo>
                    <a:pt x="0" y="24978"/>
                  </a:lnTo>
                  <a:lnTo>
                    <a:pt x="250" y="27975"/>
                  </a:lnTo>
                  <a:lnTo>
                    <a:pt x="874" y="30848"/>
                  </a:lnTo>
                  <a:lnTo>
                    <a:pt x="1499" y="33470"/>
                  </a:lnTo>
                  <a:lnTo>
                    <a:pt x="2498" y="35843"/>
                  </a:lnTo>
                  <a:lnTo>
                    <a:pt x="3622" y="38091"/>
                  </a:lnTo>
                  <a:lnTo>
                    <a:pt x="4996" y="40214"/>
                  </a:lnTo>
                  <a:lnTo>
                    <a:pt x="6494" y="41963"/>
                  </a:lnTo>
                  <a:lnTo>
                    <a:pt x="8243" y="43586"/>
                  </a:lnTo>
                  <a:lnTo>
                    <a:pt x="9991" y="45085"/>
                  </a:lnTo>
                  <a:lnTo>
                    <a:pt x="11990" y="46334"/>
                  </a:lnTo>
                  <a:lnTo>
                    <a:pt x="13988" y="47458"/>
                  </a:lnTo>
                  <a:lnTo>
                    <a:pt x="16111" y="48332"/>
                  </a:lnTo>
                  <a:lnTo>
                    <a:pt x="18234" y="48957"/>
                  </a:lnTo>
                  <a:lnTo>
                    <a:pt x="20482" y="49456"/>
                  </a:lnTo>
                  <a:lnTo>
                    <a:pt x="22730" y="49706"/>
                  </a:lnTo>
                  <a:lnTo>
                    <a:pt x="24978" y="49831"/>
                  </a:lnTo>
                  <a:lnTo>
                    <a:pt x="27351" y="49706"/>
                  </a:lnTo>
                  <a:lnTo>
                    <a:pt x="29599" y="49456"/>
                  </a:lnTo>
                  <a:lnTo>
                    <a:pt x="31847" y="48957"/>
                  </a:lnTo>
                  <a:lnTo>
                    <a:pt x="33970" y="48332"/>
                  </a:lnTo>
                  <a:lnTo>
                    <a:pt x="36093" y="47458"/>
                  </a:lnTo>
                  <a:lnTo>
                    <a:pt x="38092" y="46334"/>
                  </a:lnTo>
                  <a:lnTo>
                    <a:pt x="40090" y="45085"/>
                  </a:lnTo>
                  <a:lnTo>
                    <a:pt x="41838" y="43586"/>
                  </a:lnTo>
                  <a:lnTo>
                    <a:pt x="43462" y="41963"/>
                  </a:lnTo>
                  <a:lnTo>
                    <a:pt x="45086" y="40090"/>
                  </a:lnTo>
                  <a:lnTo>
                    <a:pt x="46334" y="38091"/>
                  </a:lnTo>
                  <a:lnTo>
                    <a:pt x="47583" y="35843"/>
                  </a:lnTo>
                  <a:lnTo>
                    <a:pt x="48458" y="33470"/>
                  </a:lnTo>
                  <a:lnTo>
                    <a:pt x="49207" y="30848"/>
                  </a:lnTo>
                  <a:lnTo>
                    <a:pt x="49707" y="27975"/>
                  </a:lnTo>
                  <a:lnTo>
                    <a:pt x="49956" y="24978"/>
                  </a:lnTo>
                  <a:lnTo>
                    <a:pt x="49831" y="22480"/>
                  </a:lnTo>
                  <a:lnTo>
                    <a:pt x="49457" y="19982"/>
                  </a:lnTo>
                  <a:lnTo>
                    <a:pt x="48832" y="17609"/>
                  </a:lnTo>
                  <a:lnTo>
                    <a:pt x="48083" y="15237"/>
                  </a:lnTo>
                  <a:lnTo>
                    <a:pt x="46959" y="13113"/>
                  </a:lnTo>
                  <a:lnTo>
                    <a:pt x="45710" y="10990"/>
                  </a:lnTo>
                  <a:lnTo>
                    <a:pt x="44336" y="9117"/>
                  </a:lnTo>
                  <a:lnTo>
                    <a:pt x="42713" y="7369"/>
                  </a:lnTo>
                  <a:lnTo>
                    <a:pt x="40964" y="5745"/>
                  </a:lnTo>
                  <a:lnTo>
                    <a:pt x="38966" y="4246"/>
                  </a:lnTo>
                  <a:lnTo>
                    <a:pt x="36968" y="2997"/>
                  </a:lnTo>
                  <a:lnTo>
                    <a:pt x="34720" y="1998"/>
                  </a:lnTo>
                  <a:lnTo>
                    <a:pt x="32472" y="1124"/>
                  </a:lnTo>
                  <a:lnTo>
                    <a:pt x="30099" y="500"/>
                  </a:lnTo>
                  <a:lnTo>
                    <a:pt x="27601" y="125"/>
                  </a:lnTo>
                  <a:lnTo>
                    <a:pt x="2497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5"/>
            <p:cNvSpPr/>
            <p:nvPr/>
          </p:nvSpPr>
          <p:spPr>
            <a:xfrm>
              <a:off x="238125" y="2234600"/>
              <a:ext cx="1248925" cy="1245775"/>
            </a:xfrm>
            <a:custGeom>
              <a:rect b="b" l="l" r="r" t="t"/>
              <a:pathLst>
                <a:path extrusionOk="0" fill="none" h="49831" w="49957">
                  <a:moveTo>
                    <a:pt x="24978" y="0"/>
                  </a:moveTo>
                  <a:lnTo>
                    <a:pt x="24978" y="0"/>
                  </a:lnTo>
                  <a:lnTo>
                    <a:pt x="22480" y="125"/>
                  </a:lnTo>
                  <a:lnTo>
                    <a:pt x="19983" y="500"/>
                  </a:lnTo>
                  <a:lnTo>
                    <a:pt x="17610" y="1124"/>
                  </a:lnTo>
                  <a:lnTo>
                    <a:pt x="15362" y="1998"/>
                  </a:lnTo>
                  <a:lnTo>
                    <a:pt x="13114" y="2997"/>
                  </a:lnTo>
                  <a:lnTo>
                    <a:pt x="11115" y="4246"/>
                  </a:lnTo>
                  <a:lnTo>
                    <a:pt x="9117" y="5745"/>
                  </a:lnTo>
                  <a:lnTo>
                    <a:pt x="7369" y="7369"/>
                  </a:lnTo>
                  <a:lnTo>
                    <a:pt x="5745" y="9117"/>
                  </a:lnTo>
                  <a:lnTo>
                    <a:pt x="4371" y="10990"/>
                  </a:lnTo>
                  <a:lnTo>
                    <a:pt x="3122" y="13113"/>
                  </a:lnTo>
                  <a:lnTo>
                    <a:pt x="1998" y="15237"/>
                  </a:lnTo>
                  <a:lnTo>
                    <a:pt x="1124" y="17609"/>
                  </a:lnTo>
                  <a:lnTo>
                    <a:pt x="500" y="19982"/>
                  </a:lnTo>
                  <a:lnTo>
                    <a:pt x="125" y="22480"/>
                  </a:lnTo>
                  <a:lnTo>
                    <a:pt x="0" y="24978"/>
                  </a:lnTo>
                  <a:lnTo>
                    <a:pt x="0" y="24978"/>
                  </a:lnTo>
                  <a:lnTo>
                    <a:pt x="250" y="27975"/>
                  </a:lnTo>
                  <a:lnTo>
                    <a:pt x="874" y="30848"/>
                  </a:lnTo>
                  <a:lnTo>
                    <a:pt x="1499" y="33470"/>
                  </a:lnTo>
                  <a:lnTo>
                    <a:pt x="2498" y="35843"/>
                  </a:lnTo>
                  <a:lnTo>
                    <a:pt x="3622" y="38091"/>
                  </a:lnTo>
                  <a:lnTo>
                    <a:pt x="4996" y="40214"/>
                  </a:lnTo>
                  <a:lnTo>
                    <a:pt x="6494" y="41963"/>
                  </a:lnTo>
                  <a:lnTo>
                    <a:pt x="8243" y="43586"/>
                  </a:lnTo>
                  <a:lnTo>
                    <a:pt x="9991" y="45085"/>
                  </a:lnTo>
                  <a:lnTo>
                    <a:pt x="11990" y="46334"/>
                  </a:lnTo>
                  <a:lnTo>
                    <a:pt x="13988" y="47458"/>
                  </a:lnTo>
                  <a:lnTo>
                    <a:pt x="16111" y="48332"/>
                  </a:lnTo>
                  <a:lnTo>
                    <a:pt x="18234" y="48957"/>
                  </a:lnTo>
                  <a:lnTo>
                    <a:pt x="20482" y="49456"/>
                  </a:lnTo>
                  <a:lnTo>
                    <a:pt x="22730" y="49706"/>
                  </a:lnTo>
                  <a:lnTo>
                    <a:pt x="24978" y="49831"/>
                  </a:lnTo>
                  <a:lnTo>
                    <a:pt x="27351" y="49706"/>
                  </a:lnTo>
                  <a:lnTo>
                    <a:pt x="29599" y="49456"/>
                  </a:lnTo>
                  <a:lnTo>
                    <a:pt x="31847" y="48957"/>
                  </a:lnTo>
                  <a:lnTo>
                    <a:pt x="33970" y="48332"/>
                  </a:lnTo>
                  <a:lnTo>
                    <a:pt x="36093" y="47458"/>
                  </a:lnTo>
                  <a:lnTo>
                    <a:pt x="38092" y="46334"/>
                  </a:lnTo>
                  <a:lnTo>
                    <a:pt x="40090" y="45085"/>
                  </a:lnTo>
                  <a:lnTo>
                    <a:pt x="41838" y="43586"/>
                  </a:lnTo>
                  <a:lnTo>
                    <a:pt x="43462" y="41963"/>
                  </a:lnTo>
                  <a:lnTo>
                    <a:pt x="45086" y="40090"/>
                  </a:lnTo>
                  <a:lnTo>
                    <a:pt x="46334" y="38091"/>
                  </a:lnTo>
                  <a:lnTo>
                    <a:pt x="47583" y="35843"/>
                  </a:lnTo>
                  <a:lnTo>
                    <a:pt x="48458" y="33470"/>
                  </a:lnTo>
                  <a:lnTo>
                    <a:pt x="49207" y="30848"/>
                  </a:lnTo>
                  <a:lnTo>
                    <a:pt x="49707" y="27975"/>
                  </a:lnTo>
                  <a:lnTo>
                    <a:pt x="49956" y="24978"/>
                  </a:lnTo>
                  <a:lnTo>
                    <a:pt x="49956" y="24978"/>
                  </a:lnTo>
                  <a:lnTo>
                    <a:pt x="49831" y="22480"/>
                  </a:lnTo>
                  <a:lnTo>
                    <a:pt x="49457" y="19982"/>
                  </a:lnTo>
                  <a:lnTo>
                    <a:pt x="48832" y="17609"/>
                  </a:lnTo>
                  <a:lnTo>
                    <a:pt x="48083" y="15237"/>
                  </a:lnTo>
                  <a:lnTo>
                    <a:pt x="46959" y="13113"/>
                  </a:lnTo>
                  <a:lnTo>
                    <a:pt x="45710" y="10990"/>
                  </a:lnTo>
                  <a:lnTo>
                    <a:pt x="44336" y="9117"/>
                  </a:lnTo>
                  <a:lnTo>
                    <a:pt x="42713" y="7369"/>
                  </a:lnTo>
                  <a:lnTo>
                    <a:pt x="40964" y="5745"/>
                  </a:lnTo>
                  <a:lnTo>
                    <a:pt x="38966" y="4246"/>
                  </a:lnTo>
                  <a:lnTo>
                    <a:pt x="36968" y="2997"/>
                  </a:lnTo>
                  <a:lnTo>
                    <a:pt x="34720" y="1998"/>
                  </a:lnTo>
                  <a:lnTo>
                    <a:pt x="32472" y="1124"/>
                  </a:lnTo>
                  <a:lnTo>
                    <a:pt x="30099" y="500"/>
                  </a:lnTo>
                  <a:lnTo>
                    <a:pt x="27601" y="125"/>
                  </a:lnTo>
                  <a:lnTo>
                    <a:pt x="24978" y="0"/>
                  </a:lnTo>
                  <a:lnTo>
                    <a:pt x="24978"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5"/>
            <p:cNvSpPr/>
            <p:nvPr/>
          </p:nvSpPr>
          <p:spPr>
            <a:xfrm>
              <a:off x="313050" y="2312650"/>
              <a:ext cx="1102175" cy="1099050"/>
            </a:xfrm>
            <a:custGeom>
              <a:rect b="b" l="l" r="r" t="t"/>
              <a:pathLst>
                <a:path extrusionOk="0" fill="none" h="43962" w="44087">
                  <a:moveTo>
                    <a:pt x="21981" y="43961"/>
                  </a:moveTo>
                  <a:lnTo>
                    <a:pt x="21981" y="43961"/>
                  </a:lnTo>
                  <a:lnTo>
                    <a:pt x="19733" y="43836"/>
                  </a:lnTo>
                  <a:lnTo>
                    <a:pt x="17610" y="43462"/>
                  </a:lnTo>
                  <a:lnTo>
                    <a:pt x="15487" y="42962"/>
                  </a:lnTo>
                  <a:lnTo>
                    <a:pt x="13489" y="42213"/>
                  </a:lnTo>
                  <a:lnTo>
                    <a:pt x="11490" y="41214"/>
                  </a:lnTo>
                  <a:lnTo>
                    <a:pt x="9742" y="40215"/>
                  </a:lnTo>
                  <a:lnTo>
                    <a:pt x="7993" y="38841"/>
                  </a:lnTo>
                  <a:lnTo>
                    <a:pt x="6495" y="37467"/>
                  </a:lnTo>
                  <a:lnTo>
                    <a:pt x="4996" y="35844"/>
                  </a:lnTo>
                  <a:lnTo>
                    <a:pt x="3747" y="34220"/>
                  </a:lnTo>
                  <a:lnTo>
                    <a:pt x="2623" y="32347"/>
                  </a:lnTo>
                  <a:lnTo>
                    <a:pt x="1749" y="30473"/>
                  </a:lnTo>
                  <a:lnTo>
                    <a:pt x="1000" y="28475"/>
                  </a:lnTo>
                  <a:lnTo>
                    <a:pt x="500" y="26352"/>
                  </a:lnTo>
                  <a:lnTo>
                    <a:pt x="125" y="24104"/>
                  </a:lnTo>
                  <a:lnTo>
                    <a:pt x="0" y="21856"/>
                  </a:lnTo>
                  <a:lnTo>
                    <a:pt x="0" y="21856"/>
                  </a:lnTo>
                  <a:lnTo>
                    <a:pt x="250" y="19233"/>
                  </a:lnTo>
                  <a:lnTo>
                    <a:pt x="625" y="16735"/>
                  </a:lnTo>
                  <a:lnTo>
                    <a:pt x="1374" y="14487"/>
                  </a:lnTo>
                  <a:lnTo>
                    <a:pt x="2248" y="12239"/>
                  </a:lnTo>
                  <a:lnTo>
                    <a:pt x="3248" y="10366"/>
                  </a:lnTo>
                  <a:lnTo>
                    <a:pt x="4372" y="8493"/>
                  </a:lnTo>
                  <a:lnTo>
                    <a:pt x="5745" y="6869"/>
                  </a:lnTo>
                  <a:lnTo>
                    <a:pt x="7244" y="5495"/>
                  </a:lnTo>
                  <a:lnTo>
                    <a:pt x="8868" y="4122"/>
                  </a:lnTo>
                  <a:lnTo>
                    <a:pt x="10491" y="2998"/>
                  </a:lnTo>
                  <a:lnTo>
                    <a:pt x="12240" y="2123"/>
                  </a:lnTo>
                  <a:lnTo>
                    <a:pt x="14113" y="1374"/>
                  </a:lnTo>
                  <a:lnTo>
                    <a:pt x="16111" y="750"/>
                  </a:lnTo>
                  <a:lnTo>
                    <a:pt x="17985" y="250"/>
                  </a:lnTo>
                  <a:lnTo>
                    <a:pt x="19983" y="0"/>
                  </a:lnTo>
                  <a:lnTo>
                    <a:pt x="21981" y="0"/>
                  </a:lnTo>
                  <a:lnTo>
                    <a:pt x="24104" y="0"/>
                  </a:lnTo>
                  <a:lnTo>
                    <a:pt x="25978" y="250"/>
                  </a:lnTo>
                  <a:lnTo>
                    <a:pt x="27976" y="750"/>
                  </a:lnTo>
                  <a:lnTo>
                    <a:pt x="29974" y="1374"/>
                  </a:lnTo>
                  <a:lnTo>
                    <a:pt x="31723" y="2123"/>
                  </a:lnTo>
                  <a:lnTo>
                    <a:pt x="33596" y="2998"/>
                  </a:lnTo>
                  <a:lnTo>
                    <a:pt x="35220" y="4122"/>
                  </a:lnTo>
                  <a:lnTo>
                    <a:pt x="36843" y="5495"/>
                  </a:lnTo>
                  <a:lnTo>
                    <a:pt x="38342" y="6869"/>
                  </a:lnTo>
                  <a:lnTo>
                    <a:pt x="39716" y="8493"/>
                  </a:lnTo>
                  <a:lnTo>
                    <a:pt x="40840" y="10366"/>
                  </a:lnTo>
                  <a:lnTo>
                    <a:pt x="41839" y="12239"/>
                  </a:lnTo>
                  <a:lnTo>
                    <a:pt x="42713" y="14487"/>
                  </a:lnTo>
                  <a:lnTo>
                    <a:pt x="43337" y="16735"/>
                  </a:lnTo>
                  <a:lnTo>
                    <a:pt x="43837" y="19233"/>
                  </a:lnTo>
                  <a:lnTo>
                    <a:pt x="44087" y="21856"/>
                  </a:lnTo>
                  <a:lnTo>
                    <a:pt x="44087" y="21856"/>
                  </a:lnTo>
                  <a:lnTo>
                    <a:pt x="43962" y="24104"/>
                  </a:lnTo>
                  <a:lnTo>
                    <a:pt x="43587" y="26352"/>
                  </a:lnTo>
                  <a:lnTo>
                    <a:pt x="43088" y="28475"/>
                  </a:lnTo>
                  <a:lnTo>
                    <a:pt x="42338" y="30473"/>
                  </a:lnTo>
                  <a:lnTo>
                    <a:pt x="41464" y="32347"/>
                  </a:lnTo>
                  <a:lnTo>
                    <a:pt x="40340" y="34220"/>
                  </a:lnTo>
                  <a:lnTo>
                    <a:pt x="39091" y="35844"/>
                  </a:lnTo>
                  <a:lnTo>
                    <a:pt x="37592" y="37467"/>
                  </a:lnTo>
                  <a:lnTo>
                    <a:pt x="36094" y="38841"/>
                  </a:lnTo>
                  <a:lnTo>
                    <a:pt x="34345" y="40215"/>
                  </a:lnTo>
                  <a:lnTo>
                    <a:pt x="32472" y="41214"/>
                  </a:lnTo>
                  <a:lnTo>
                    <a:pt x="30599" y="42213"/>
                  </a:lnTo>
                  <a:lnTo>
                    <a:pt x="28600" y="42962"/>
                  </a:lnTo>
                  <a:lnTo>
                    <a:pt x="26477" y="43462"/>
                  </a:lnTo>
                  <a:lnTo>
                    <a:pt x="24229" y="43836"/>
                  </a:lnTo>
                  <a:lnTo>
                    <a:pt x="21981" y="43961"/>
                  </a:lnTo>
                  <a:lnTo>
                    <a:pt x="21981" y="4396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5"/>
            <p:cNvSpPr/>
            <p:nvPr/>
          </p:nvSpPr>
          <p:spPr>
            <a:xfrm>
              <a:off x="862575" y="3411675"/>
              <a:ext cx="25" cy="25"/>
            </a:xfrm>
            <a:custGeom>
              <a:rect b="b" l="l" r="r" t="t"/>
              <a:pathLst>
                <a:path extrusionOk="0" fill="none" h="1" w="1">
                  <a:moveTo>
                    <a:pt x="0" y="0"/>
                  </a:moveTo>
                  <a:lnTo>
                    <a:pt x="0"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5"/>
            <p:cNvSpPr/>
            <p:nvPr/>
          </p:nvSpPr>
          <p:spPr>
            <a:xfrm>
              <a:off x="384850" y="2381325"/>
              <a:ext cx="955450" cy="699425"/>
            </a:xfrm>
            <a:custGeom>
              <a:rect b="b" l="l" r="r" t="t"/>
              <a:pathLst>
                <a:path extrusionOk="0" h="27977" w="38218">
                  <a:moveTo>
                    <a:pt x="19109" y="20608"/>
                  </a:moveTo>
                  <a:lnTo>
                    <a:pt x="20108" y="20733"/>
                  </a:lnTo>
                  <a:lnTo>
                    <a:pt x="21107" y="20982"/>
                  </a:lnTo>
                  <a:lnTo>
                    <a:pt x="21982" y="21357"/>
                  </a:lnTo>
                  <a:lnTo>
                    <a:pt x="22731" y="21857"/>
                  </a:lnTo>
                  <a:lnTo>
                    <a:pt x="23480" y="22481"/>
                  </a:lnTo>
                  <a:lnTo>
                    <a:pt x="24105" y="23230"/>
                  </a:lnTo>
                  <a:lnTo>
                    <a:pt x="24479" y="24105"/>
                  </a:lnTo>
                  <a:lnTo>
                    <a:pt x="24854" y="24979"/>
                  </a:lnTo>
                  <a:lnTo>
                    <a:pt x="13489" y="24979"/>
                  </a:lnTo>
                  <a:lnTo>
                    <a:pt x="13739" y="24105"/>
                  </a:lnTo>
                  <a:lnTo>
                    <a:pt x="14238" y="23230"/>
                  </a:lnTo>
                  <a:lnTo>
                    <a:pt x="14863" y="22481"/>
                  </a:lnTo>
                  <a:lnTo>
                    <a:pt x="15487" y="21857"/>
                  </a:lnTo>
                  <a:lnTo>
                    <a:pt x="16362" y="21357"/>
                  </a:lnTo>
                  <a:lnTo>
                    <a:pt x="17236" y="20982"/>
                  </a:lnTo>
                  <a:lnTo>
                    <a:pt x="18110" y="20733"/>
                  </a:lnTo>
                  <a:lnTo>
                    <a:pt x="19109" y="20608"/>
                  </a:lnTo>
                  <a:close/>
                  <a:moveTo>
                    <a:pt x="20608" y="2998"/>
                  </a:moveTo>
                  <a:lnTo>
                    <a:pt x="21982" y="3248"/>
                  </a:lnTo>
                  <a:lnTo>
                    <a:pt x="23231" y="3498"/>
                  </a:lnTo>
                  <a:lnTo>
                    <a:pt x="24479" y="3872"/>
                  </a:lnTo>
                  <a:lnTo>
                    <a:pt x="25603" y="4372"/>
                  </a:lnTo>
                  <a:lnTo>
                    <a:pt x="26852" y="4872"/>
                  </a:lnTo>
                  <a:lnTo>
                    <a:pt x="27852" y="5496"/>
                  </a:lnTo>
                  <a:lnTo>
                    <a:pt x="28976" y="6245"/>
                  </a:lnTo>
                  <a:lnTo>
                    <a:pt x="29850" y="7120"/>
                  </a:lnTo>
                  <a:lnTo>
                    <a:pt x="27976" y="8993"/>
                  </a:lnTo>
                  <a:lnTo>
                    <a:pt x="30100" y="10991"/>
                  </a:lnTo>
                  <a:lnTo>
                    <a:pt x="31848" y="9243"/>
                  </a:lnTo>
                  <a:lnTo>
                    <a:pt x="32597" y="10242"/>
                  </a:lnTo>
                  <a:lnTo>
                    <a:pt x="33222" y="11241"/>
                  </a:lnTo>
                  <a:lnTo>
                    <a:pt x="33846" y="12365"/>
                  </a:lnTo>
                  <a:lnTo>
                    <a:pt x="34346" y="13489"/>
                  </a:lnTo>
                  <a:lnTo>
                    <a:pt x="34720" y="14613"/>
                  </a:lnTo>
                  <a:lnTo>
                    <a:pt x="34970" y="15862"/>
                  </a:lnTo>
                  <a:lnTo>
                    <a:pt x="35220" y="17111"/>
                  </a:lnTo>
                  <a:lnTo>
                    <a:pt x="35345" y="18360"/>
                  </a:lnTo>
                  <a:lnTo>
                    <a:pt x="32348" y="18360"/>
                  </a:lnTo>
                  <a:lnTo>
                    <a:pt x="32348" y="21357"/>
                  </a:lnTo>
                  <a:lnTo>
                    <a:pt x="35220" y="21357"/>
                  </a:lnTo>
                  <a:lnTo>
                    <a:pt x="34845" y="23230"/>
                  </a:lnTo>
                  <a:lnTo>
                    <a:pt x="34221" y="24979"/>
                  </a:lnTo>
                  <a:lnTo>
                    <a:pt x="27852" y="24979"/>
                  </a:lnTo>
                  <a:lnTo>
                    <a:pt x="27602" y="23730"/>
                  </a:lnTo>
                  <a:lnTo>
                    <a:pt x="27102" y="22606"/>
                  </a:lnTo>
                  <a:lnTo>
                    <a:pt x="26353" y="21482"/>
                  </a:lnTo>
                  <a:lnTo>
                    <a:pt x="25603" y="20483"/>
                  </a:lnTo>
                  <a:lnTo>
                    <a:pt x="24729" y="19609"/>
                  </a:lnTo>
                  <a:lnTo>
                    <a:pt x="23605" y="18859"/>
                  </a:lnTo>
                  <a:lnTo>
                    <a:pt x="22481" y="18360"/>
                  </a:lnTo>
                  <a:lnTo>
                    <a:pt x="21232" y="17985"/>
                  </a:lnTo>
                  <a:lnTo>
                    <a:pt x="24979" y="9492"/>
                  </a:lnTo>
                  <a:lnTo>
                    <a:pt x="22231" y="8244"/>
                  </a:lnTo>
                  <a:lnTo>
                    <a:pt x="18110" y="17735"/>
                  </a:lnTo>
                  <a:lnTo>
                    <a:pt x="16736" y="17985"/>
                  </a:lnTo>
                  <a:lnTo>
                    <a:pt x="15362" y="18485"/>
                  </a:lnTo>
                  <a:lnTo>
                    <a:pt x="14238" y="19234"/>
                  </a:lnTo>
                  <a:lnTo>
                    <a:pt x="13114" y="20108"/>
                  </a:lnTo>
                  <a:lnTo>
                    <a:pt x="12115" y="21107"/>
                  </a:lnTo>
                  <a:lnTo>
                    <a:pt x="11366" y="22356"/>
                  </a:lnTo>
                  <a:lnTo>
                    <a:pt x="10866" y="23605"/>
                  </a:lnTo>
                  <a:lnTo>
                    <a:pt x="10492" y="24979"/>
                  </a:lnTo>
                  <a:lnTo>
                    <a:pt x="4122" y="24979"/>
                  </a:lnTo>
                  <a:lnTo>
                    <a:pt x="3498" y="23230"/>
                  </a:lnTo>
                  <a:lnTo>
                    <a:pt x="3123" y="21357"/>
                  </a:lnTo>
                  <a:lnTo>
                    <a:pt x="5996" y="21357"/>
                  </a:lnTo>
                  <a:lnTo>
                    <a:pt x="5996" y="18360"/>
                  </a:lnTo>
                  <a:lnTo>
                    <a:pt x="2998" y="18360"/>
                  </a:lnTo>
                  <a:lnTo>
                    <a:pt x="3123" y="17111"/>
                  </a:lnTo>
                  <a:lnTo>
                    <a:pt x="3373" y="15862"/>
                  </a:lnTo>
                  <a:lnTo>
                    <a:pt x="3623" y="14613"/>
                  </a:lnTo>
                  <a:lnTo>
                    <a:pt x="3997" y="13489"/>
                  </a:lnTo>
                  <a:lnTo>
                    <a:pt x="4497" y="12365"/>
                  </a:lnTo>
                  <a:lnTo>
                    <a:pt x="5121" y="11241"/>
                  </a:lnTo>
                  <a:lnTo>
                    <a:pt x="5746" y="10242"/>
                  </a:lnTo>
                  <a:lnTo>
                    <a:pt x="6370" y="9243"/>
                  </a:lnTo>
                  <a:lnTo>
                    <a:pt x="8244" y="10991"/>
                  </a:lnTo>
                  <a:lnTo>
                    <a:pt x="10367" y="8993"/>
                  </a:lnTo>
                  <a:lnTo>
                    <a:pt x="8369" y="7120"/>
                  </a:lnTo>
                  <a:lnTo>
                    <a:pt x="9368" y="6245"/>
                  </a:lnTo>
                  <a:lnTo>
                    <a:pt x="10492" y="5496"/>
                  </a:lnTo>
                  <a:lnTo>
                    <a:pt x="11491" y="4872"/>
                  </a:lnTo>
                  <a:lnTo>
                    <a:pt x="12615" y="4372"/>
                  </a:lnTo>
                  <a:lnTo>
                    <a:pt x="13864" y="3872"/>
                  </a:lnTo>
                  <a:lnTo>
                    <a:pt x="15113" y="3498"/>
                  </a:lnTo>
                  <a:lnTo>
                    <a:pt x="16362" y="3248"/>
                  </a:lnTo>
                  <a:lnTo>
                    <a:pt x="17735" y="2998"/>
                  </a:lnTo>
                  <a:lnTo>
                    <a:pt x="17735" y="5871"/>
                  </a:lnTo>
                  <a:lnTo>
                    <a:pt x="20608" y="5871"/>
                  </a:lnTo>
                  <a:lnTo>
                    <a:pt x="20608" y="2998"/>
                  </a:lnTo>
                  <a:close/>
                  <a:moveTo>
                    <a:pt x="19109" y="1"/>
                  </a:moveTo>
                  <a:lnTo>
                    <a:pt x="17735" y="126"/>
                  </a:lnTo>
                  <a:lnTo>
                    <a:pt x="16486" y="251"/>
                  </a:lnTo>
                  <a:lnTo>
                    <a:pt x="15113" y="500"/>
                  </a:lnTo>
                  <a:lnTo>
                    <a:pt x="13864" y="750"/>
                  </a:lnTo>
                  <a:lnTo>
                    <a:pt x="12615" y="1125"/>
                  </a:lnTo>
                  <a:lnTo>
                    <a:pt x="11491" y="1624"/>
                  </a:lnTo>
                  <a:lnTo>
                    <a:pt x="10367" y="2124"/>
                  </a:lnTo>
                  <a:lnTo>
                    <a:pt x="9243" y="2748"/>
                  </a:lnTo>
                  <a:lnTo>
                    <a:pt x="8244" y="3373"/>
                  </a:lnTo>
                  <a:lnTo>
                    <a:pt x="7369" y="4122"/>
                  </a:lnTo>
                  <a:lnTo>
                    <a:pt x="6370" y="4996"/>
                  </a:lnTo>
                  <a:lnTo>
                    <a:pt x="5496" y="5746"/>
                  </a:lnTo>
                  <a:lnTo>
                    <a:pt x="3997" y="7619"/>
                  </a:lnTo>
                  <a:lnTo>
                    <a:pt x="2748" y="9617"/>
                  </a:lnTo>
                  <a:lnTo>
                    <a:pt x="1624" y="11740"/>
                  </a:lnTo>
                  <a:lnTo>
                    <a:pt x="875" y="13988"/>
                  </a:lnTo>
                  <a:lnTo>
                    <a:pt x="251" y="16236"/>
                  </a:lnTo>
                  <a:lnTo>
                    <a:pt x="126" y="18609"/>
                  </a:lnTo>
                  <a:lnTo>
                    <a:pt x="1" y="19858"/>
                  </a:lnTo>
                  <a:lnTo>
                    <a:pt x="126" y="20982"/>
                  </a:lnTo>
                  <a:lnTo>
                    <a:pt x="251" y="22231"/>
                  </a:lnTo>
                  <a:lnTo>
                    <a:pt x="500" y="23355"/>
                  </a:lnTo>
                  <a:lnTo>
                    <a:pt x="750" y="24479"/>
                  </a:lnTo>
                  <a:lnTo>
                    <a:pt x="1125" y="25728"/>
                  </a:lnTo>
                  <a:lnTo>
                    <a:pt x="1624" y="26852"/>
                  </a:lnTo>
                  <a:lnTo>
                    <a:pt x="2249" y="27976"/>
                  </a:lnTo>
                  <a:lnTo>
                    <a:pt x="36094" y="27976"/>
                  </a:lnTo>
                  <a:lnTo>
                    <a:pt x="36719" y="26852"/>
                  </a:lnTo>
                  <a:lnTo>
                    <a:pt x="37093" y="25728"/>
                  </a:lnTo>
                  <a:lnTo>
                    <a:pt x="37593" y="24479"/>
                  </a:lnTo>
                  <a:lnTo>
                    <a:pt x="37843" y="23355"/>
                  </a:lnTo>
                  <a:lnTo>
                    <a:pt x="38093" y="22231"/>
                  </a:lnTo>
                  <a:lnTo>
                    <a:pt x="38217" y="20982"/>
                  </a:lnTo>
                  <a:lnTo>
                    <a:pt x="38217" y="19858"/>
                  </a:lnTo>
                  <a:lnTo>
                    <a:pt x="38217" y="18609"/>
                  </a:lnTo>
                  <a:lnTo>
                    <a:pt x="37968" y="16236"/>
                  </a:lnTo>
                  <a:lnTo>
                    <a:pt x="37468" y="13988"/>
                  </a:lnTo>
                  <a:lnTo>
                    <a:pt x="36719" y="11740"/>
                  </a:lnTo>
                  <a:lnTo>
                    <a:pt x="35595" y="9617"/>
                  </a:lnTo>
                  <a:lnTo>
                    <a:pt x="34346" y="7619"/>
                  </a:lnTo>
                  <a:lnTo>
                    <a:pt x="32722" y="5746"/>
                  </a:lnTo>
                  <a:lnTo>
                    <a:pt x="31973" y="4872"/>
                  </a:lnTo>
                  <a:lnTo>
                    <a:pt x="30974" y="4122"/>
                  </a:lnTo>
                  <a:lnTo>
                    <a:pt x="29975" y="3373"/>
                  </a:lnTo>
                  <a:lnTo>
                    <a:pt x="28976" y="2748"/>
                  </a:lnTo>
                  <a:lnTo>
                    <a:pt x="27976" y="2124"/>
                  </a:lnTo>
                  <a:lnTo>
                    <a:pt x="26852" y="1624"/>
                  </a:lnTo>
                  <a:lnTo>
                    <a:pt x="25603" y="1125"/>
                  </a:lnTo>
                  <a:lnTo>
                    <a:pt x="24479" y="750"/>
                  </a:lnTo>
                  <a:lnTo>
                    <a:pt x="23231" y="500"/>
                  </a:lnTo>
                  <a:lnTo>
                    <a:pt x="21857" y="251"/>
                  </a:lnTo>
                  <a:lnTo>
                    <a:pt x="20483" y="126"/>
                  </a:lnTo>
                  <a:lnTo>
                    <a:pt x="1910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5"/>
            <p:cNvSpPr/>
            <p:nvPr/>
          </p:nvSpPr>
          <p:spPr>
            <a:xfrm>
              <a:off x="384850" y="2381325"/>
              <a:ext cx="955450" cy="699425"/>
            </a:xfrm>
            <a:custGeom>
              <a:rect b="b" l="l" r="r" t="t"/>
              <a:pathLst>
                <a:path extrusionOk="0" fill="none" h="27977" w="38218">
                  <a:moveTo>
                    <a:pt x="19109" y="1"/>
                  </a:moveTo>
                  <a:lnTo>
                    <a:pt x="19109" y="1"/>
                  </a:lnTo>
                  <a:lnTo>
                    <a:pt x="17735" y="126"/>
                  </a:lnTo>
                  <a:lnTo>
                    <a:pt x="16486" y="251"/>
                  </a:lnTo>
                  <a:lnTo>
                    <a:pt x="15113" y="500"/>
                  </a:lnTo>
                  <a:lnTo>
                    <a:pt x="13864" y="750"/>
                  </a:lnTo>
                  <a:lnTo>
                    <a:pt x="12615" y="1125"/>
                  </a:lnTo>
                  <a:lnTo>
                    <a:pt x="11491" y="1624"/>
                  </a:lnTo>
                  <a:lnTo>
                    <a:pt x="10367" y="2124"/>
                  </a:lnTo>
                  <a:lnTo>
                    <a:pt x="9243" y="2748"/>
                  </a:lnTo>
                  <a:lnTo>
                    <a:pt x="8244" y="3373"/>
                  </a:lnTo>
                  <a:lnTo>
                    <a:pt x="7369" y="4122"/>
                  </a:lnTo>
                  <a:lnTo>
                    <a:pt x="6370" y="4996"/>
                  </a:lnTo>
                  <a:lnTo>
                    <a:pt x="5496" y="5746"/>
                  </a:lnTo>
                  <a:lnTo>
                    <a:pt x="3997" y="7619"/>
                  </a:lnTo>
                  <a:lnTo>
                    <a:pt x="2748" y="9617"/>
                  </a:lnTo>
                  <a:lnTo>
                    <a:pt x="1624" y="11740"/>
                  </a:lnTo>
                  <a:lnTo>
                    <a:pt x="875" y="13988"/>
                  </a:lnTo>
                  <a:lnTo>
                    <a:pt x="251" y="16236"/>
                  </a:lnTo>
                  <a:lnTo>
                    <a:pt x="126" y="18609"/>
                  </a:lnTo>
                  <a:lnTo>
                    <a:pt x="1" y="19858"/>
                  </a:lnTo>
                  <a:lnTo>
                    <a:pt x="126" y="20982"/>
                  </a:lnTo>
                  <a:lnTo>
                    <a:pt x="251" y="22231"/>
                  </a:lnTo>
                  <a:lnTo>
                    <a:pt x="500" y="23355"/>
                  </a:lnTo>
                  <a:lnTo>
                    <a:pt x="750" y="24479"/>
                  </a:lnTo>
                  <a:lnTo>
                    <a:pt x="1125" y="25728"/>
                  </a:lnTo>
                  <a:lnTo>
                    <a:pt x="1624" y="26852"/>
                  </a:lnTo>
                  <a:lnTo>
                    <a:pt x="2249" y="27976"/>
                  </a:lnTo>
                  <a:lnTo>
                    <a:pt x="36094" y="27976"/>
                  </a:lnTo>
                  <a:lnTo>
                    <a:pt x="36094" y="27976"/>
                  </a:lnTo>
                  <a:lnTo>
                    <a:pt x="36719" y="26852"/>
                  </a:lnTo>
                  <a:lnTo>
                    <a:pt x="37093" y="25728"/>
                  </a:lnTo>
                  <a:lnTo>
                    <a:pt x="37593" y="24479"/>
                  </a:lnTo>
                  <a:lnTo>
                    <a:pt x="37843" y="23355"/>
                  </a:lnTo>
                  <a:lnTo>
                    <a:pt x="38093" y="22231"/>
                  </a:lnTo>
                  <a:lnTo>
                    <a:pt x="38217" y="20982"/>
                  </a:lnTo>
                  <a:lnTo>
                    <a:pt x="38217" y="19858"/>
                  </a:lnTo>
                  <a:lnTo>
                    <a:pt x="38217" y="18609"/>
                  </a:lnTo>
                  <a:lnTo>
                    <a:pt x="37968" y="16236"/>
                  </a:lnTo>
                  <a:lnTo>
                    <a:pt x="37468" y="13988"/>
                  </a:lnTo>
                  <a:lnTo>
                    <a:pt x="36719" y="11740"/>
                  </a:lnTo>
                  <a:lnTo>
                    <a:pt x="35595" y="9617"/>
                  </a:lnTo>
                  <a:lnTo>
                    <a:pt x="34346" y="7619"/>
                  </a:lnTo>
                  <a:lnTo>
                    <a:pt x="32722" y="5746"/>
                  </a:lnTo>
                  <a:lnTo>
                    <a:pt x="31973" y="4872"/>
                  </a:lnTo>
                  <a:lnTo>
                    <a:pt x="30974" y="4122"/>
                  </a:lnTo>
                  <a:lnTo>
                    <a:pt x="29975" y="3373"/>
                  </a:lnTo>
                  <a:lnTo>
                    <a:pt x="28976" y="2748"/>
                  </a:lnTo>
                  <a:lnTo>
                    <a:pt x="27976" y="2124"/>
                  </a:lnTo>
                  <a:lnTo>
                    <a:pt x="26852" y="1624"/>
                  </a:lnTo>
                  <a:lnTo>
                    <a:pt x="25603" y="1125"/>
                  </a:lnTo>
                  <a:lnTo>
                    <a:pt x="24479" y="750"/>
                  </a:lnTo>
                  <a:lnTo>
                    <a:pt x="23231" y="500"/>
                  </a:lnTo>
                  <a:lnTo>
                    <a:pt x="21857" y="251"/>
                  </a:lnTo>
                  <a:lnTo>
                    <a:pt x="20483" y="126"/>
                  </a:lnTo>
                  <a:lnTo>
                    <a:pt x="19109" y="1"/>
                  </a:lnTo>
                  <a:lnTo>
                    <a:pt x="1910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5"/>
            <p:cNvSpPr/>
            <p:nvPr/>
          </p:nvSpPr>
          <p:spPr>
            <a:xfrm>
              <a:off x="722075" y="2896500"/>
              <a:ext cx="284150" cy="109300"/>
            </a:xfrm>
            <a:custGeom>
              <a:rect b="b" l="l" r="r" t="t"/>
              <a:pathLst>
                <a:path extrusionOk="0" fill="none" h="4372" w="11366">
                  <a:moveTo>
                    <a:pt x="5620" y="1"/>
                  </a:moveTo>
                  <a:lnTo>
                    <a:pt x="5620" y="1"/>
                  </a:lnTo>
                  <a:lnTo>
                    <a:pt x="6619" y="126"/>
                  </a:lnTo>
                  <a:lnTo>
                    <a:pt x="7618" y="375"/>
                  </a:lnTo>
                  <a:lnTo>
                    <a:pt x="8493" y="750"/>
                  </a:lnTo>
                  <a:lnTo>
                    <a:pt x="9242" y="1250"/>
                  </a:lnTo>
                  <a:lnTo>
                    <a:pt x="9991" y="1874"/>
                  </a:lnTo>
                  <a:lnTo>
                    <a:pt x="10616" y="2623"/>
                  </a:lnTo>
                  <a:lnTo>
                    <a:pt x="10990" y="3498"/>
                  </a:lnTo>
                  <a:lnTo>
                    <a:pt x="11365" y="4372"/>
                  </a:lnTo>
                  <a:lnTo>
                    <a:pt x="0" y="4372"/>
                  </a:lnTo>
                  <a:lnTo>
                    <a:pt x="0" y="4372"/>
                  </a:lnTo>
                  <a:lnTo>
                    <a:pt x="250" y="3498"/>
                  </a:lnTo>
                  <a:lnTo>
                    <a:pt x="749" y="2623"/>
                  </a:lnTo>
                  <a:lnTo>
                    <a:pt x="1374" y="1874"/>
                  </a:lnTo>
                  <a:lnTo>
                    <a:pt x="1998" y="1250"/>
                  </a:lnTo>
                  <a:lnTo>
                    <a:pt x="2873" y="750"/>
                  </a:lnTo>
                  <a:lnTo>
                    <a:pt x="3747" y="375"/>
                  </a:lnTo>
                  <a:lnTo>
                    <a:pt x="4621" y="126"/>
                  </a:lnTo>
                  <a:lnTo>
                    <a:pt x="5620" y="1"/>
                  </a:lnTo>
                  <a:lnTo>
                    <a:pt x="5620"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5"/>
            <p:cNvSpPr/>
            <p:nvPr/>
          </p:nvSpPr>
          <p:spPr>
            <a:xfrm>
              <a:off x="459800" y="2456275"/>
              <a:ext cx="808675" cy="549525"/>
            </a:xfrm>
            <a:custGeom>
              <a:rect b="b" l="l" r="r" t="t"/>
              <a:pathLst>
                <a:path extrusionOk="0" fill="none" h="21981" w="32347">
                  <a:moveTo>
                    <a:pt x="24854" y="21981"/>
                  </a:moveTo>
                  <a:lnTo>
                    <a:pt x="24854" y="21981"/>
                  </a:lnTo>
                  <a:lnTo>
                    <a:pt x="24604" y="20732"/>
                  </a:lnTo>
                  <a:lnTo>
                    <a:pt x="24104" y="19608"/>
                  </a:lnTo>
                  <a:lnTo>
                    <a:pt x="23355" y="18484"/>
                  </a:lnTo>
                  <a:lnTo>
                    <a:pt x="22605" y="17485"/>
                  </a:lnTo>
                  <a:lnTo>
                    <a:pt x="21731" y="16611"/>
                  </a:lnTo>
                  <a:lnTo>
                    <a:pt x="20607" y="15861"/>
                  </a:lnTo>
                  <a:lnTo>
                    <a:pt x="19483" y="15362"/>
                  </a:lnTo>
                  <a:lnTo>
                    <a:pt x="18234" y="14987"/>
                  </a:lnTo>
                  <a:lnTo>
                    <a:pt x="21981" y="6494"/>
                  </a:lnTo>
                  <a:lnTo>
                    <a:pt x="19233" y="5246"/>
                  </a:lnTo>
                  <a:lnTo>
                    <a:pt x="15112" y="14737"/>
                  </a:lnTo>
                  <a:lnTo>
                    <a:pt x="15112" y="14737"/>
                  </a:lnTo>
                  <a:lnTo>
                    <a:pt x="13738" y="14987"/>
                  </a:lnTo>
                  <a:lnTo>
                    <a:pt x="12364" y="15487"/>
                  </a:lnTo>
                  <a:lnTo>
                    <a:pt x="11240" y="16236"/>
                  </a:lnTo>
                  <a:lnTo>
                    <a:pt x="10116" y="17110"/>
                  </a:lnTo>
                  <a:lnTo>
                    <a:pt x="9117" y="18109"/>
                  </a:lnTo>
                  <a:lnTo>
                    <a:pt x="8368" y="19358"/>
                  </a:lnTo>
                  <a:lnTo>
                    <a:pt x="7868" y="20607"/>
                  </a:lnTo>
                  <a:lnTo>
                    <a:pt x="7494" y="21981"/>
                  </a:lnTo>
                  <a:lnTo>
                    <a:pt x="1124" y="21981"/>
                  </a:lnTo>
                  <a:lnTo>
                    <a:pt x="1124" y="21981"/>
                  </a:lnTo>
                  <a:lnTo>
                    <a:pt x="500" y="20232"/>
                  </a:lnTo>
                  <a:lnTo>
                    <a:pt x="125" y="18359"/>
                  </a:lnTo>
                  <a:lnTo>
                    <a:pt x="2998" y="18359"/>
                  </a:lnTo>
                  <a:lnTo>
                    <a:pt x="2998" y="15362"/>
                  </a:lnTo>
                  <a:lnTo>
                    <a:pt x="0" y="15362"/>
                  </a:lnTo>
                  <a:lnTo>
                    <a:pt x="0" y="15362"/>
                  </a:lnTo>
                  <a:lnTo>
                    <a:pt x="125" y="14113"/>
                  </a:lnTo>
                  <a:lnTo>
                    <a:pt x="375" y="12864"/>
                  </a:lnTo>
                  <a:lnTo>
                    <a:pt x="625" y="11615"/>
                  </a:lnTo>
                  <a:lnTo>
                    <a:pt x="999" y="10491"/>
                  </a:lnTo>
                  <a:lnTo>
                    <a:pt x="1499" y="9367"/>
                  </a:lnTo>
                  <a:lnTo>
                    <a:pt x="2123" y="8243"/>
                  </a:lnTo>
                  <a:lnTo>
                    <a:pt x="2748" y="7244"/>
                  </a:lnTo>
                  <a:lnTo>
                    <a:pt x="3372" y="6245"/>
                  </a:lnTo>
                  <a:lnTo>
                    <a:pt x="5246" y="7993"/>
                  </a:lnTo>
                  <a:lnTo>
                    <a:pt x="7369" y="5995"/>
                  </a:lnTo>
                  <a:lnTo>
                    <a:pt x="5371" y="4122"/>
                  </a:lnTo>
                  <a:lnTo>
                    <a:pt x="5371" y="4122"/>
                  </a:lnTo>
                  <a:lnTo>
                    <a:pt x="6370" y="3247"/>
                  </a:lnTo>
                  <a:lnTo>
                    <a:pt x="7494" y="2498"/>
                  </a:lnTo>
                  <a:lnTo>
                    <a:pt x="8493" y="1874"/>
                  </a:lnTo>
                  <a:lnTo>
                    <a:pt x="9617" y="1374"/>
                  </a:lnTo>
                  <a:lnTo>
                    <a:pt x="10866" y="874"/>
                  </a:lnTo>
                  <a:lnTo>
                    <a:pt x="12115" y="500"/>
                  </a:lnTo>
                  <a:lnTo>
                    <a:pt x="13364" y="250"/>
                  </a:lnTo>
                  <a:lnTo>
                    <a:pt x="14737" y="0"/>
                  </a:lnTo>
                  <a:lnTo>
                    <a:pt x="14737" y="2873"/>
                  </a:lnTo>
                  <a:lnTo>
                    <a:pt x="17610" y="2873"/>
                  </a:lnTo>
                  <a:lnTo>
                    <a:pt x="17610" y="0"/>
                  </a:lnTo>
                  <a:lnTo>
                    <a:pt x="17610" y="0"/>
                  </a:lnTo>
                  <a:lnTo>
                    <a:pt x="18984" y="250"/>
                  </a:lnTo>
                  <a:lnTo>
                    <a:pt x="20233" y="500"/>
                  </a:lnTo>
                  <a:lnTo>
                    <a:pt x="21481" y="874"/>
                  </a:lnTo>
                  <a:lnTo>
                    <a:pt x="22605" y="1374"/>
                  </a:lnTo>
                  <a:lnTo>
                    <a:pt x="23854" y="1874"/>
                  </a:lnTo>
                  <a:lnTo>
                    <a:pt x="24854" y="2498"/>
                  </a:lnTo>
                  <a:lnTo>
                    <a:pt x="25978" y="3247"/>
                  </a:lnTo>
                  <a:lnTo>
                    <a:pt x="26852" y="4122"/>
                  </a:lnTo>
                  <a:lnTo>
                    <a:pt x="24978" y="5995"/>
                  </a:lnTo>
                  <a:lnTo>
                    <a:pt x="27102" y="7993"/>
                  </a:lnTo>
                  <a:lnTo>
                    <a:pt x="28850" y="6245"/>
                  </a:lnTo>
                  <a:lnTo>
                    <a:pt x="28850" y="6245"/>
                  </a:lnTo>
                  <a:lnTo>
                    <a:pt x="29599" y="7244"/>
                  </a:lnTo>
                  <a:lnTo>
                    <a:pt x="30224" y="8243"/>
                  </a:lnTo>
                  <a:lnTo>
                    <a:pt x="30848" y="9367"/>
                  </a:lnTo>
                  <a:lnTo>
                    <a:pt x="31348" y="10491"/>
                  </a:lnTo>
                  <a:lnTo>
                    <a:pt x="31722" y="11615"/>
                  </a:lnTo>
                  <a:lnTo>
                    <a:pt x="31972" y="12864"/>
                  </a:lnTo>
                  <a:lnTo>
                    <a:pt x="32222" y="14113"/>
                  </a:lnTo>
                  <a:lnTo>
                    <a:pt x="32347" y="15362"/>
                  </a:lnTo>
                  <a:lnTo>
                    <a:pt x="29350" y="15362"/>
                  </a:lnTo>
                  <a:lnTo>
                    <a:pt x="29350" y="18359"/>
                  </a:lnTo>
                  <a:lnTo>
                    <a:pt x="32222" y="18359"/>
                  </a:lnTo>
                  <a:lnTo>
                    <a:pt x="32222" y="18359"/>
                  </a:lnTo>
                  <a:lnTo>
                    <a:pt x="31847" y="20232"/>
                  </a:lnTo>
                  <a:lnTo>
                    <a:pt x="31223" y="21981"/>
                  </a:lnTo>
                  <a:lnTo>
                    <a:pt x="24854" y="2198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5"/>
            <p:cNvSpPr/>
            <p:nvPr/>
          </p:nvSpPr>
          <p:spPr>
            <a:xfrm>
              <a:off x="1081125" y="300577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5"/>
            <p:cNvSpPr/>
            <p:nvPr/>
          </p:nvSpPr>
          <p:spPr>
            <a:xfrm>
              <a:off x="644000" y="3190000"/>
              <a:ext cx="402800" cy="74950"/>
            </a:xfrm>
            <a:custGeom>
              <a:rect b="b" l="l" r="r" t="t"/>
              <a:pathLst>
                <a:path extrusionOk="0" h="2998" w="16112">
                  <a:moveTo>
                    <a:pt x="1" y="0"/>
                  </a:moveTo>
                  <a:lnTo>
                    <a:pt x="1" y="2998"/>
                  </a:lnTo>
                  <a:lnTo>
                    <a:pt x="16112" y="2998"/>
                  </a:lnTo>
                  <a:lnTo>
                    <a:pt x="1611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3" name="Google Shape;213;p15"/>
          <p:cNvSpPr/>
          <p:nvPr/>
        </p:nvSpPr>
        <p:spPr>
          <a:xfrm>
            <a:off x="6835650" y="3624350"/>
            <a:ext cx="3176700" cy="3176700"/>
          </a:xfrm>
          <a:prstGeom prst="blockArc">
            <a:avLst>
              <a:gd fmla="val 1079972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4" name="Shape 214"/>
        <p:cNvGrpSpPr/>
        <p:nvPr/>
      </p:nvGrpSpPr>
      <p:grpSpPr>
        <a:xfrm>
          <a:off x="0" y="0"/>
          <a:ext cx="0" cy="0"/>
          <a:chOff x="0" y="0"/>
          <a:chExt cx="0" cy="0"/>
        </a:xfrm>
      </p:grpSpPr>
      <p:sp>
        <p:nvSpPr>
          <p:cNvPr id="215" name="Google Shape;215;p16"/>
          <p:cNvSpPr txBox="1"/>
          <p:nvPr>
            <p:ph type="title"/>
          </p:nvPr>
        </p:nvSpPr>
        <p:spPr>
          <a:xfrm>
            <a:off x="2448600" y="3346850"/>
            <a:ext cx="4246800" cy="1229100"/>
          </a:xfrm>
          <a:prstGeom prst="rect">
            <a:avLst/>
          </a:prstGeom>
          <a:solidFill>
            <a:schemeClr val="lt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sz="3000">
                <a:solidFill>
                  <a:schemeClr val="dk2"/>
                </a:solidFill>
              </a:defRPr>
            </a:lvl1pPr>
            <a:lvl2pPr lvl="1" algn="ctr">
              <a:lnSpc>
                <a:spcPct val="100000"/>
              </a:lnSpc>
              <a:spcBef>
                <a:spcPts val="0"/>
              </a:spcBef>
              <a:spcAft>
                <a:spcPts val="0"/>
              </a:spcAft>
              <a:buSzPts val="3400"/>
              <a:buNone/>
              <a:defRPr/>
            </a:lvl2pPr>
            <a:lvl3pPr lvl="2" algn="ctr">
              <a:lnSpc>
                <a:spcPct val="100000"/>
              </a:lnSpc>
              <a:spcBef>
                <a:spcPts val="0"/>
              </a:spcBef>
              <a:spcAft>
                <a:spcPts val="0"/>
              </a:spcAft>
              <a:buSzPts val="3400"/>
              <a:buNone/>
              <a:defRPr/>
            </a:lvl3pPr>
            <a:lvl4pPr lvl="3" algn="ctr">
              <a:lnSpc>
                <a:spcPct val="100000"/>
              </a:lnSpc>
              <a:spcBef>
                <a:spcPts val="0"/>
              </a:spcBef>
              <a:spcAft>
                <a:spcPts val="0"/>
              </a:spcAft>
              <a:buSzPts val="3400"/>
              <a:buNone/>
              <a:defRPr/>
            </a:lvl4pPr>
            <a:lvl5pPr lvl="4" algn="ctr">
              <a:lnSpc>
                <a:spcPct val="100000"/>
              </a:lnSpc>
              <a:spcBef>
                <a:spcPts val="0"/>
              </a:spcBef>
              <a:spcAft>
                <a:spcPts val="0"/>
              </a:spcAft>
              <a:buSzPts val="3400"/>
              <a:buNone/>
              <a:defRPr/>
            </a:lvl5pPr>
            <a:lvl6pPr lvl="5" algn="ctr">
              <a:lnSpc>
                <a:spcPct val="100000"/>
              </a:lnSpc>
              <a:spcBef>
                <a:spcPts val="0"/>
              </a:spcBef>
              <a:spcAft>
                <a:spcPts val="0"/>
              </a:spcAft>
              <a:buSzPts val="3400"/>
              <a:buNone/>
              <a:defRPr/>
            </a:lvl6pPr>
            <a:lvl7pPr lvl="6" algn="ctr">
              <a:lnSpc>
                <a:spcPct val="100000"/>
              </a:lnSpc>
              <a:spcBef>
                <a:spcPts val="0"/>
              </a:spcBef>
              <a:spcAft>
                <a:spcPts val="0"/>
              </a:spcAft>
              <a:buSzPts val="3400"/>
              <a:buNone/>
              <a:defRPr/>
            </a:lvl7pPr>
            <a:lvl8pPr lvl="7" algn="ctr">
              <a:lnSpc>
                <a:spcPct val="100000"/>
              </a:lnSpc>
              <a:spcBef>
                <a:spcPts val="0"/>
              </a:spcBef>
              <a:spcAft>
                <a:spcPts val="0"/>
              </a:spcAft>
              <a:buSzPts val="3400"/>
              <a:buNone/>
              <a:defRPr/>
            </a:lvl8pPr>
            <a:lvl9pPr lvl="8" algn="ctr">
              <a:lnSpc>
                <a:spcPct val="100000"/>
              </a:lnSpc>
              <a:spcBef>
                <a:spcPts val="0"/>
              </a:spcBef>
              <a:spcAft>
                <a:spcPts val="0"/>
              </a:spcAft>
              <a:buSzPts val="3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6" name="Shape 216"/>
        <p:cNvGrpSpPr/>
        <p:nvPr/>
      </p:nvGrpSpPr>
      <p:grpSpPr>
        <a:xfrm>
          <a:off x="0" y="0"/>
          <a:ext cx="0" cy="0"/>
          <a:chOff x="0" y="0"/>
          <a:chExt cx="0" cy="0"/>
        </a:xfrm>
      </p:grpSpPr>
      <p:sp>
        <p:nvSpPr>
          <p:cNvPr id="217" name="Google Shape;217;p17"/>
          <p:cNvSpPr txBox="1"/>
          <p:nvPr>
            <p:ph hasCustomPrompt="1" type="title"/>
          </p:nvPr>
        </p:nvSpPr>
        <p:spPr>
          <a:xfrm>
            <a:off x="1284000" y="1387300"/>
            <a:ext cx="6576000" cy="1871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12000">
                <a:solidFill>
                  <a:srgbClr val="10112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218" name="Google Shape;218;p17"/>
          <p:cNvSpPr txBox="1"/>
          <p:nvPr>
            <p:ph idx="1" type="subTitle"/>
          </p:nvPr>
        </p:nvSpPr>
        <p:spPr>
          <a:xfrm>
            <a:off x="1284000" y="3259075"/>
            <a:ext cx="6576000" cy="497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
        <p:nvSpPr>
          <p:cNvPr id="219" name="Google Shape;219;p17"/>
          <p:cNvSpPr/>
          <p:nvPr/>
        </p:nvSpPr>
        <p:spPr>
          <a:xfrm>
            <a:off x="0" y="4294050"/>
            <a:ext cx="9144000" cy="84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7"/>
          <p:cNvSpPr/>
          <p:nvPr/>
        </p:nvSpPr>
        <p:spPr>
          <a:xfrm rot="10800000">
            <a:off x="6151000" y="2431556"/>
            <a:ext cx="3176700" cy="3176700"/>
          </a:xfrm>
          <a:prstGeom prst="blockArc">
            <a:avLst>
              <a:gd fmla="val 7833780" name="adj1"/>
              <a:gd fmla="val 0" name="adj2"/>
              <a:gd fmla="val 25000" name="adj3"/>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7"/>
          <p:cNvSpPr/>
          <p:nvPr/>
        </p:nvSpPr>
        <p:spPr>
          <a:xfrm>
            <a:off x="259375" y="-745150"/>
            <a:ext cx="3176700" cy="3176700"/>
          </a:xfrm>
          <a:prstGeom prst="blockArc">
            <a:avLst>
              <a:gd fmla="val 8337738" name="adj1"/>
              <a:gd fmla="val 0" name="adj2"/>
              <a:gd fmla="val 25000" name="adj3"/>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bg>
      <p:bgPr>
        <a:solidFill>
          <a:schemeClr val="lt1"/>
        </a:solidFill>
      </p:bgPr>
    </p:bg>
    <p:spTree>
      <p:nvGrpSpPr>
        <p:cNvPr id="222" name="Shape 222"/>
        <p:cNvGrpSpPr/>
        <p:nvPr/>
      </p:nvGrpSpPr>
      <p:grpSpPr>
        <a:xfrm>
          <a:off x="0" y="0"/>
          <a:ext cx="0" cy="0"/>
          <a:chOff x="0" y="0"/>
          <a:chExt cx="0" cy="0"/>
        </a:xfrm>
      </p:grpSpPr>
      <p:sp>
        <p:nvSpPr>
          <p:cNvPr id="223" name="Google Shape;223;p18"/>
          <p:cNvSpPr txBox="1"/>
          <p:nvPr>
            <p:ph type="title"/>
          </p:nvPr>
        </p:nvSpPr>
        <p:spPr>
          <a:xfrm>
            <a:off x="2223600" y="746425"/>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6000"/>
              <a:buNone/>
              <a:defRPr sz="4500">
                <a:solidFill>
                  <a:schemeClr val="dk2"/>
                </a:solidFill>
              </a:defRPr>
            </a:lvl1pPr>
            <a:lvl2pPr lvl="1" algn="ctr">
              <a:lnSpc>
                <a:spcPct val="100000"/>
              </a:lnSpc>
              <a:spcBef>
                <a:spcPts val="0"/>
              </a:spcBef>
              <a:spcAft>
                <a:spcPts val="0"/>
              </a:spcAft>
              <a:buClr>
                <a:schemeClr val="dk2"/>
              </a:buClr>
              <a:buSzPts val="6000"/>
              <a:buNone/>
              <a:defRPr sz="6000">
                <a:solidFill>
                  <a:schemeClr val="dk2"/>
                </a:solidFill>
              </a:defRPr>
            </a:lvl2pPr>
            <a:lvl3pPr lvl="2" algn="ctr">
              <a:lnSpc>
                <a:spcPct val="100000"/>
              </a:lnSpc>
              <a:spcBef>
                <a:spcPts val="0"/>
              </a:spcBef>
              <a:spcAft>
                <a:spcPts val="0"/>
              </a:spcAft>
              <a:buClr>
                <a:schemeClr val="dk2"/>
              </a:buClr>
              <a:buSzPts val="6000"/>
              <a:buNone/>
              <a:defRPr sz="6000">
                <a:solidFill>
                  <a:schemeClr val="dk2"/>
                </a:solidFill>
              </a:defRPr>
            </a:lvl3pPr>
            <a:lvl4pPr lvl="3" algn="ctr">
              <a:lnSpc>
                <a:spcPct val="100000"/>
              </a:lnSpc>
              <a:spcBef>
                <a:spcPts val="0"/>
              </a:spcBef>
              <a:spcAft>
                <a:spcPts val="0"/>
              </a:spcAft>
              <a:buClr>
                <a:schemeClr val="dk2"/>
              </a:buClr>
              <a:buSzPts val="6000"/>
              <a:buNone/>
              <a:defRPr sz="6000">
                <a:solidFill>
                  <a:schemeClr val="dk2"/>
                </a:solidFill>
              </a:defRPr>
            </a:lvl4pPr>
            <a:lvl5pPr lvl="4" algn="ctr">
              <a:lnSpc>
                <a:spcPct val="100000"/>
              </a:lnSpc>
              <a:spcBef>
                <a:spcPts val="0"/>
              </a:spcBef>
              <a:spcAft>
                <a:spcPts val="0"/>
              </a:spcAft>
              <a:buClr>
                <a:schemeClr val="dk2"/>
              </a:buClr>
              <a:buSzPts val="6000"/>
              <a:buNone/>
              <a:defRPr sz="6000">
                <a:solidFill>
                  <a:schemeClr val="dk2"/>
                </a:solidFill>
              </a:defRPr>
            </a:lvl5pPr>
            <a:lvl6pPr lvl="5" algn="ctr">
              <a:lnSpc>
                <a:spcPct val="100000"/>
              </a:lnSpc>
              <a:spcBef>
                <a:spcPts val="0"/>
              </a:spcBef>
              <a:spcAft>
                <a:spcPts val="0"/>
              </a:spcAft>
              <a:buClr>
                <a:schemeClr val="dk2"/>
              </a:buClr>
              <a:buSzPts val="6000"/>
              <a:buNone/>
              <a:defRPr sz="6000">
                <a:solidFill>
                  <a:schemeClr val="dk2"/>
                </a:solidFill>
              </a:defRPr>
            </a:lvl6pPr>
            <a:lvl7pPr lvl="6" algn="ctr">
              <a:lnSpc>
                <a:spcPct val="100000"/>
              </a:lnSpc>
              <a:spcBef>
                <a:spcPts val="0"/>
              </a:spcBef>
              <a:spcAft>
                <a:spcPts val="0"/>
              </a:spcAft>
              <a:buClr>
                <a:schemeClr val="dk2"/>
              </a:buClr>
              <a:buSzPts val="6000"/>
              <a:buNone/>
              <a:defRPr sz="6000">
                <a:solidFill>
                  <a:schemeClr val="dk2"/>
                </a:solidFill>
              </a:defRPr>
            </a:lvl7pPr>
            <a:lvl8pPr lvl="7" algn="ctr">
              <a:lnSpc>
                <a:spcPct val="100000"/>
              </a:lnSpc>
              <a:spcBef>
                <a:spcPts val="0"/>
              </a:spcBef>
              <a:spcAft>
                <a:spcPts val="0"/>
              </a:spcAft>
              <a:buClr>
                <a:schemeClr val="dk2"/>
              </a:buClr>
              <a:buSzPts val="6000"/>
              <a:buNone/>
              <a:defRPr sz="6000">
                <a:solidFill>
                  <a:schemeClr val="dk2"/>
                </a:solidFill>
              </a:defRPr>
            </a:lvl8pPr>
            <a:lvl9pPr lvl="8" algn="ctr">
              <a:lnSpc>
                <a:spcPct val="100000"/>
              </a:lnSpc>
              <a:spcBef>
                <a:spcPts val="0"/>
              </a:spcBef>
              <a:spcAft>
                <a:spcPts val="0"/>
              </a:spcAft>
              <a:buClr>
                <a:schemeClr val="dk2"/>
              </a:buClr>
              <a:buSzPts val="6000"/>
              <a:buNone/>
              <a:defRPr sz="6000">
                <a:solidFill>
                  <a:schemeClr val="dk2"/>
                </a:solidFill>
              </a:defRPr>
            </a:lvl9pPr>
          </a:lstStyle>
          <a:p/>
        </p:txBody>
      </p:sp>
      <p:sp>
        <p:nvSpPr>
          <p:cNvPr id="224" name="Google Shape;224;p18"/>
          <p:cNvSpPr txBox="1"/>
          <p:nvPr>
            <p:ph idx="1" type="subTitle"/>
          </p:nvPr>
        </p:nvSpPr>
        <p:spPr>
          <a:xfrm>
            <a:off x="2223600" y="1329825"/>
            <a:ext cx="4696800" cy="59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2400"/>
              <a:buFont typeface="PT Sans"/>
              <a:buNone/>
              <a:defRPr>
                <a:solidFill>
                  <a:schemeClr val="dk2"/>
                </a:solidFill>
              </a:defRPr>
            </a:lvl1pPr>
            <a:lvl2pPr lvl="1" algn="ctr">
              <a:lnSpc>
                <a:spcPct val="100000"/>
              </a:lnSpc>
              <a:spcBef>
                <a:spcPts val="0"/>
              </a:spcBef>
              <a:spcAft>
                <a:spcPts val="0"/>
              </a:spcAft>
              <a:buClr>
                <a:schemeClr val="dk2"/>
              </a:buClr>
              <a:buSzPts val="2100"/>
              <a:buNone/>
              <a:defRPr sz="2100">
                <a:solidFill>
                  <a:schemeClr val="dk2"/>
                </a:solidFill>
              </a:defRPr>
            </a:lvl2pPr>
            <a:lvl3pPr lvl="2" algn="ctr">
              <a:lnSpc>
                <a:spcPct val="100000"/>
              </a:lnSpc>
              <a:spcBef>
                <a:spcPts val="0"/>
              </a:spcBef>
              <a:spcAft>
                <a:spcPts val="0"/>
              </a:spcAft>
              <a:buClr>
                <a:schemeClr val="dk2"/>
              </a:buClr>
              <a:buSzPts val="2100"/>
              <a:buNone/>
              <a:defRPr sz="2100">
                <a:solidFill>
                  <a:schemeClr val="dk2"/>
                </a:solidFill>
              </a:defRPr>
            </a:lvl3pPr>
            <a:lvl4pPr lvl="3"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4pPr>
            <a:lvl5pPr lvl="4"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5pPr>
            <a:lvl6pPr lvl="5"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6pPr>
            <a:lvl7pPr lvl="6"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7pPr>
            <a:lvl8pPr lvl="7"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8pPr>
            <a:lvl9pPr lvl="8"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9pPr>
          </a:lstStyle>
          <a:p/>
        </p:txBody>
      </p:sp>
      <p:sp>
        <p:nvSpPr>
          <p:cNvPr id="225" name="Google Shape;225;p18"/>
          <p:cNvSpPr txBox="1"/>
          <p:nvPr>
            <p:ph idx="2" type="title"/>
          </p:nvPr>
        </p:nvSpPr>
        <p:spPr>
          <a:xfrm>
            <a:off x="2223600" y="2044131"/>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6000"/>
              <a:buNone/>
              <a:defRPr sz="4500">
                <a:solidFill>
                  <a:schemeClr val="dk2"/>
                </a:solidFill>
              </a:defRPr>
            </a:lvl1pPr>
            <a:lvl2pPr lvl="1" algn="ctr">
              <a:lnSpc>
                <a:spcPct val="100000"/>
              </a:lnSpc>
              <a:spcBef>
                <a:spcPts val="0"/>
              </a:spcBef>
              <a:spcAft>
                <a:spcPts val="0"/>
              </a:spcAft>
              <a:buClr>
                <a:schemeClr val="dk2"/>
              </a:buClr>
              <a:buSzPts val="6000"/>
              <a:buNone/>
              <a:defRPr sz="6000">
                <a:solidFill>
                  <a:schemeClr val="dk2"/>
                </a:solidFill>
              </a:defRPr>
            </a:lvl2pPr>
            <a:lvl3pPr lvl="2" algn="ctr">
              <a:lnSpc>
                <a:spcPct val="100000"/>
              </a:lnSpc>
              <a:spcBef>
                <a:spcPts val="0"/>
              </a:spcBef>
              <a:spcAft>
                <a:spcPts val="0"/>
              </a:spcAft>
              <a:buClr>
                <a:schemeClr val="dk2"/>
              </a:buClr>
              <a:buSzPts val="6000"/>
              <a:buNone/>
              <a:defRPr sz="6000">
                <a:solidFill>
                  <a:schemeClr val="dk2"/>
                </a:solidFill>
              </a:defRPr>
            </a:lvl3pPr>
            <a:lvl4pPr lvl="3" algn="ctr">
              <a:lnSpc>
                <a:spcPct val="100000"/>
              </a:lnSpc>
              <a:spcBef>
                <a:spcPts val="0"/>
              </a:spcBef>
              <a:spcAft>
                <a:spcPts val="0"/>
              </a:spcAft>
              <a:buClr>
                <a:schemeClr val="dk2"/>
              </a:buClr>
              <a:buSzPts val="6000"/>
              <a:buNone/>
              <a:defRPr sz="6000">
                <a:solidFill>
                  <a:schemeClr val="dk2"/>
                </a:solidFill>
              </a:defRPr>
            </a:lvl4pPr>
            <a:lvl5pPr lvl="4" algn="ctr">
              <a:lnSpc>
                <a:spcPct val="100000"/>
              </a:lnSpc>
              <a:spcBef>
                <a:spcPts val="0"/>
              </a:spcBef>
              <a:spcAft>
                <a:spcPts val="0"/>
              </a:spcAft>
              <a:buClr>
                <a:schemeClr val="dk2"/>
              </a:buClr>
              <a:buSzPts val="6000"/>
              <a:buNone/>
              <a:defRPr sz="6000">
                <a:solidFill>
                  <a:schemeClr val="dk2"/>
                </a:solidFill>
              </a:defRPr>
            </a:lvl5pPr>
            <a:lvl6pPr lvl="5" algn="ctr">
              <a:lnSpc>
                <a:spcPct val="100000"/>
              </a:lnSpc>
              <a:spcBef>
                <a:spcPts val="0"/>
              </a:spcBef>
              <a:spcAft>
                <a:spcPts val="0"/>
              </a:spcAft>
              <a:buClr>
                <a:schemeClr val="dk2"/>
              </a:buClr>
              <a:buSzPts val="6000"/>
              <a:buNone/>
              <a:defRPr sz="6000">
                <a:solidFill>
                  <a:schemeClr val="dk2"/>
                </a:solidFill>
              </a:defRPr>
            </a:lvl6pPr>
            <a:lvl7pPr lvl="6" algn="ctr">
              <a:lnSpc>
                <a:spcPct val="100000"/>
              </a:lnSpc>
              <a:spcBef>
                <a:spcPts val="0"/>
              </a:spcBef>
              <a:spcAft>
                <a:spcPts val="0"/>
              </a:spcAft>
              <a:buClr>
                <a:schemeClr val="dk2"/>
              </a:buClr>
              <a:buSzPts val="6000"/>
              <a:buNone/>
              <a:defRPr sz="6000">
                <a:solidFill>
                  <a:schemeClr val="dk2"/>
                </a:solidFill>
              </a:defRPr>
            </a:lvl7pPr>
            <a:lvl8pPr lvl="7" algn="ctr">
              <a:lnSpc>
                <a:spcPct val="100000"/>
              </a:lnSpc>
              <a:spcBef>
                <a:spcPts val="0"/>
              </a:spcBef>
              <a:spcAft>
                <a:spcPts val="0"/>
              </a:spcAft>
              <a:buClr>
                <a:schemeClr val="dk2"/>
              </a:buClr>
              <a:buSzPts val="6000"/>
              <a:buNone/>
              <a:defRPr sz="6000">
                <a:solidFill>
                  <a:schemeClr val="dk2"/>
                </a:solidFill>
              </a:defRPr>
            </a:lvl8pPr>
            <a:lvl9pPr lvl="8" algn="ctr">
              <a:lnSpc>
                <a:spcPct val="100000"/>
              </a:lnSpc>
              <a:spcBef>
                <a:spcPts val="0"/>
              </a:spcBef>
              <a:spcAft>
                <a:spcPts val="0"/>
              </a:spcAft>
              <a:buClr>
                <a:schemeClr val="dk2"/>
              </a:buClr>
              <a:buSzPts val="6000"/>
              <a:buNone/>
              <a:defRPr sz="6000">
                <a:solidFill>
                  <a:schemeClr val="dk2"/>
                </a:solidFill>
              </a:defRPr>
            </a:lvl9pPr>
          </a:lstStyle>
          <a:p/>
        </p:txBody>
      </p:sp>
      <p:sp>
        <p:nvSpPr>
          <p:cNvPr id="226" name="Google Shape;226;p18"/>
          <p:cNvSpPr txBox="1"/>
          <p:nvPr>
            <p:ph idx="3" type="subTitle"/>
          </p:nvPr>
        </p:nvSpPr>
        <p:spPr>
          <a:xfrm>
            <a:off x="2223600" y="2640244"/>
            <a:ext cx="4696800" cy="59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2400"/>
              <a:buFont typeface="PT Sans"/>
              <a:buNone/>
              <a:defRPr>
                <a:solidFill>
                  <a:schemeClr val="dk2"/>
                </a:solidFill>
              </a:defRPr>
            </a:lvl1pPr>
            <a:lvl2pPr lvl="1" algn="ctr">
              <a:lnSpc>
                <a:spcPct val="100000"/>
              </a:lnSpc>
              <a:spcBef>
                <a:spcPts val="0"/>
              </a:spcBef>
              <a:spcAft>
                <a:spcPts val="0"/>
              </a:spcAft>
              <a:buClr>
                <a:schemeClr val="dk2"/>
              </a:buClr>
              <a:buSzPts val="2100"/>
              <a:buNone/>
              <a:defRPr sz="2100">
                <a:solidFill>
                  <a:schemeClr val="dk2"/>
                </a:solidFill>
              </a:defRPr>
            </a:lvl2pPr>
            <a:lvl3pPr lvl="2" algn="ctr">
              <a:lnSpc>
                <a:spcPct val="100000"/>
              </a:lnSpc>
              <a:spcBef>
                <a:spcPts val="0"/>
              </a:spcBef>
              <a:spcAft>
                <a:spcPts val="0"/>
              </a:spcAft>
              <a:buClr>
                <a:schemeClr val="dk2"/>
              </a:buClr>
              <a:buSzPts val="2100"/>
              <a:buNone/>
              <a:defRPr sz="2100">
                <a:solidFill>
                  <a:schemeClr val="dk2"/>
                </a:solidFill>
              </a:defRPr>
            </a:lvl3pPr>
            <a:lvl4pPr lvl="3"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4pPr>
            <a:lvl5pPr lvl="4"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5pPr>
            <a:lvl6pPr lvl="5"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6pPr>
            <a:lvl7pPr lvl="6"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7pPr>
            <a:lvl8pPr lvl="7"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8pPr>
            <a:lvl9pPr lvl="8"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9pPr>
          </a:lstStyle>
          <a:p/>
        </p:txBody>
      </p:sp>
      <p:sp>
        <p:nvSpPr>
          <p:cNvPr id="227" name="Google Shape;227;p18"/>
          <p:cNvSpPr txBox="1"/>
          <p:nvPr>
            <p:ph idx="4" type="title"/>
          </p:nvPr>
        </p:nvSpPr>
        <p:spPr>
          <a:xfrm>
            <a:off x="2223600" y="3341838"/>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6000"/>
              <a:buNone/>
              <a:defRPr sz="4500">
                <a:solidFill>
                  <a:schemeClr val="dk2"/>
                </a:solidFill>
              </a:defRPr>
            </a:lvl1pPr>
            <a:lvl2pPr lvl="1" algn="ctr">
              <a:lnSpc>
                <a:spcPct val="100000"/>
              </a:lnSpc>
              <a:spcBef>
                <a:spcPts val="0"/>
              </a:spcBef>
              <a:spcAft>
                <a:spcPts val="0"/>
              </a:spcAft>
              <a:buClr>
                <a:schemeClr val="dk2"/>
              </a:buClr>
              <a:buSzPts val="6000"/>
              <a:buNone/>
              <a:defRPr sz="6000">
                <a:solidFill>
                  <a:schemeClr val="dk2"/>
                </a:solidFill>
              </a:defRPr>
            </a:lvl2pPr>
            <a:lvl3pPr lvl="2" algn="ctr">
              <a:lnSpc>
                <a:spcPct val="100000"/>
              </a:lnSpc>
              <a:spcBef>
                <a:spcPts val="0"/>
              </a:spcBef>
              <a:spcAft>
                <a:spcPts val="0"/>
              </a:spcAft>
              <a:buClr>
                <a:schemeClr val="dk2"/>
              </a:buClr>
              <a:buSzPts val="6000"/>
              <a:buNone/>
              <a:defRPr sz="6000">
                <a:solidFill>
                  <a:schemeClr val="dk2"/>
                </a:solidFill>
              </a:defRPr>
            </a:lvl3pPr>
            <a:lvl4pPr lvl="3" algn="ctr">
              <a:lnSpc>
                <a:spcPct val="100000"/>
              </a:lnSpc>
              <a:spcBef>
                <a:spcPts val="0"/>
              </a:spcBef>
              <a:spcAft>
                <a:spcPts val="0"/>
              </a:spcAft>
              <a:buClr>
                <a:schemeClr val="dk2"/>
              </a:buClr>
              <a:buSzPts val="6000"/>
              <a:buNone/>
              <a:defRPr sz="6000">
                <a:solidFill>
                  <a:schemeClr val="dk2"/>
                </a:solidFill>
              </a:defRPr>
            </a:lvl4pPr>
            <a:lvl5pPr lvl="4" algn="ctr">
              <a:lnSpc>
                <a:spcPct val="100000"/>
              </a:lnSpc>
              <a:spcBef>
                <a:spcPts val="0"/>
              </a:spcBef>
              <a:spcAft>
                <a:spcPts val="0"/>
              </a:spcAft>
              <a:buClr>
                <a:schemeClr val="dk2"/>
              </a:buClr>
              <a:buSzPts val="6000"/>
              <a:buNone/>
              <a:defRPr sz="6000">
                <a:solidFill>
                  <a:schemeClr val="dk2"/>
                </a:solidFill>
              </a:defRPr>
            </a:lvl5pPr>
            <a:lvl6pPr lvl="5" algn="ctr">
              <a:lnSpc>
                <a:spcPct val="100000"/>
              </a:lnSpc>
              <a:spcBef>
                <a:spcPts val="0"/>
              </a:spcBef>
              <a:spcAft>
                <a:spcPts val="0"/>
              </a:spcAft>
              <a:buClr>
                <a:schemeClr val="dk2"/>
              </a:buClr>
              <a:buSzPts val="6000"/>
              <a:buNone/>
              <a:defRPr sz="6000">
                <a:solidFill>
                  <a:schemeClr val="dk2"/>
                </a:solidFill>
              </a:defRPr>
            </a:lvl6pPr>
            <a:lvl7pPr lvl="6" algn="ctr">
              <a:lnSpc>
                <a:spcPct val="100000"/>
              </a:lnSpc>
              <a:spcBef>
                <a:spcPts val="0"/>
              </a:spcBef>
              <a:spcAft>
                <a:spcPts val="0"/>
              </a:spcAft>
              <a:buClr>
                <a:schemeClr val="dk2"/>
              </a:buClr>
              <a:buSzPts val="6000"/>
              <a:buNone/>
              <a:defRPr sz="6000">
                <a:solidFill>
                  <a:schemeClr val="dk2"/>
                </a:solidFill>
              </a:defRPr>
            </a:lvl7pPr>
            <a:lvl8pPr lvl="7" algn="ctr">
              <a:lnSpc>
                <a:spcPct val="100000"/>
              </a:lnSpc>
              <a:spcBef>
                <a:spcPts val="0"/>
              </a:spcBef>
              <a:spcAft>
                <a:spcPts val="0"/>
              </a:spcAft>
              <a:buClr>
                <a:schemeClr val="dk2"/>
              </a:buClr>
              <a:buSzPts val="6000"/>
              <a:buNone/>
              <a:defRPr sz="6000">
                <a:solidFill>
                  <a:schemeClr val="dk2"/>
                </a:solidFill>
              </a:defRPr>
            </a:lvl8pPr>
            <a:lvl9pPr lvl="8" algn="ctr">
              <a:lnSpc>
                <a:spcPct val="100000"/>
              </a:lnSpc>
              <a:spcBef>
                <a:spcPts val="0"/>
              </a:spcBef>
              <a:spcAft>
                <a:spcPts val="0"/>
              </a:spcAft>
              <a:buClr>
                <a:schemeClr val="dk2"/>
              </a:buClr>
              <a:buSzPts val="6000"/>
              <a:buNone/>
              <a:defRPr sz="6000">
                <a:solidFill>
                  <a:schemeClr val="dk2"/>
                </a:solidFill>
              </a:defRPr>
            </a:lvl9pPr>
          </a:lstStyle>
          <a:p/>
        </p:txBody>
      </p:sp>
      <p:sp>
        <p:nvSpPr>
          <p:cNvPr id="228" name="Google Shape;228;p18"/>
          <p:cNvSpPr txBox="1"/>
          <p:nvPr>
            <p:ph idx="5" type="subTitle"/>
          </p:nvPr>
        </p:nvSpPr>
        <p:spPr>
          <a:xfrm>
            <a:off x="2223600" y="3950663"/>
            <a:ext cx="4696800" cy="59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2400"/>
              <a:buFont typeface="PT Sans"/>
              <a:buNone/>
              <a:defRPr>
                <a:solidFill>
                  <a:schemeClr val="dk2"/>
                </a:solidFill>
              </a:defRPr>
            </a:lvl1pPr>
            <a:lvl2pPr lvl="1" algn="ctr">
              <a:lnSpc>
                <a:spcPct val="100000"/>
              </a:lnSpc>
              <a:spcBef>
                <a:spcPts val="0"/>
              </a:spcBef>
              <a:spcAft>
                <a:spcPts val="0"/>
              </a:spcAft>
              <a:buClr>
                <a:schemeClr val="dk2"/>
              </a:buClr>
              <a:buSzPts val="2100"/>
              <a:buNone/>
              <a:defRPr sz="2100">
                <a:solidFill>
                  <a:schemeClr val="dk2"/>
                </a:solidFill>
              </a:defRPr>
            </a:lvl2pPr>
            <a:lvl3pPr lvl="2" algn="ctr">
              <a:lnSpc>
                <a:spcPct val="100000"/>
              </a:lnSpc>
              <a:spcBef>
                <a:spcPts val="0"/>
              </a:spcBef>
              <a:spcAft>
                <a:spcPts val="0"/>
              </a:spcAft>
              <a:buClr>
                <a:schemeClr val="dk2"/>
              </a:buClr>
              <a:buSzPts val="2100"/>
              <a:buNone/>
              <a:defRPr sz="2100">
                <a:solidFill>
                  <a:schemeClr val="dk2"/>
                </a:solidFill>
              </a:defRPr>
            </a:lvl3pPr>
            <a:lvl4pPr lvl="3"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4pPr>
            <a:lvl5pPr lvl="4"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5pPr>
            <a:lvl6pPr lvl="5"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6pPr>
            <a:lvl7pPr lvl="6"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7pPr>
            <a:lvl8pPr lvl="7"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8pPr>
            <a:lvl9pPr lvl="8" algn="ctr">
              <a:lnSpc>
                <a:spcPct val="100000"/>
              </a:lnSpc>
              <a:spcBef>
                <a:spcPts val="0"/>
              </a:spcBef>
              <a:spcAft>
                <a:spcPts val="0"/>
              </a:spcAft>
              <a:buClr>
                <a:schemeClr val="dk2"/>
              </a:buClr>
              <a:buSzPts val="2100"/>
              <a:buFont typeface="PT Sans"/>
              <a:buNone/>
              <a:defRPr sz="2100">
                <a:solidFill>
                  <a:schemeClr val="dk2"/>
                </a:solidFill>
                <a:latin typeface="PT Sans"/>
                <a:ea typeface="PT Sans"/>
                <a:cs typeface="PT Sans"/>
                <a:sym typeface="PT Sans"/>
              </a:defRPr>
            </a:lvl9pPr>
          </a:lstStyle>
          <a:p/>
        </p:txBody>
      </p:sp>
      <p:sp>
        <p:nvSpPr>
          <p:cNvPr id="229" name="Google Shape;229;p18"/>
          <p:cNvSpPr/>
          <p:nvPr/>
        </p:nvSpPr>
        <p:spPr>
          <a:xfrm>
            <a:off x="6970350" y="2738225"/>
            <a:ext cx="3176700" cy="3176700"/>
          </a:xfrm>
          <a:prstGeom prst="blockArc">
            <a:avLst>
              <a:gd fmla="val 1079972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0" name="Google Shape;230;p18"/>
          <p:cNvGrpSpPr/>
          <p:nvPr/>
        </p:nvGrpSpPr>
        <p:grpSpPr>
          <a:xfrm rot="5400000">
            <a:off x="7445429" y="-257771"/>
            <a:ext cx="2618424" cy="1542781"/>
            <a:chOff x="5757925" y="3437150"/>
            <a:chExt cx="421375" cy="248275"/>
          </a:xfrm>
        </p:grpSpPr>
        <p:sp>
          <p:nvSpPr>
            <p:cNvPr id="231" name="Google Shape;231;p18"/>
            <p:cNvSpPr/>
            <p:nvPr/>
          </p:nvSpPr>
          <p:spPr>
            <a:xfrm>
              <a:off x="5757925" y="3437150"/>
              <a:ext cx="421375" cy="248275"/>
            </a:xfrm>
            <a:custGeom>
              <a:rect b="b" l="l" r="r" t="t"/>
              <a:pathLst>
                <a:path extrusionOk="0" h="9931" w="16855">
                  <a:moveTo>
                    <a:pt x="5376" y="3006"/>
                  </a:moveTo>
                  <a:lnTo>
                    <a:pt x="5740" y="3143"/>
                  </a:lnTo>
                  <a:lnTo>
                    <a:pt x="6059" y="3325"/>
                  </a:lnTo>
                  <a:lnTo>
                    <a:pt x="6378" y="3553"/>
                  </a:lnTo>
                  <a:lnTo>
                    <a:pt x="6605" y="3872"/>
                  </a:lnTo>
                  <a:lnTo>
                    <a:pt x="6788" y="4191"/>
                  </a:lnTo>
                  <a:lnTo>
                    <a:pt x="6924" y="4555"/>
                  </a:lnTo>
                  <a:lnTo>
                    <a:pt x="6924" y="4965"/>
                  </a:lnTo>
                  <a:lnTo>
                    <a:pt x="6924" y="5375"/>
                  </a:lnTo>
                  <a:lnTo>
                    <a:pt x="6788" y="5740"/>
                  </a:lnTo>
                  <a:lnTo>
                    <a:pt x="6605" y="6058"/>
                  </a:lnTo>
                  <a:lnTo>
                    <a:pt x="6378" y="6377"/>
                  </a:lnTo>
                  <a:lnTo>
                    <a:pt x="6059" y="6605"/>
                  </a:lnTo>
                  <a:lnTo>
                    <a:pt x="5740" y="6787"/>
                  </a:lnTo>
                  <a:lnTo>
                    <a:pt x="5376" y="6924"/>
                  </a:lnTo>
                  <a:lnTo>
                    <a:pt x="4966" y="6924"/>
                  </a:lnTo>
                  <a:lnTo>
                    <a:pt x="4510" y="6878"/>
                  </a:lnTo>
                  <a:lnTo>
                    <a:pt x="4100" y="6742"/>
                  </a:lnTo>
                  <a:lnTo>
                    <a:pt x="3781" y="6560"/>
                  </a:lnTo>
                  <a:lnTo>
                    <a:pt x="3508" y="6286"/>
                  </a:lnTo>
                  <a:lnTo>
                    <a:pt x="3280" y="6013"/>
                  </a:lnTo>
                  <a:lnTo>
                    <a:pt x="3098" y="5694"/>
                  </a:lnTo>
                  <a:lnTo>
                    <a:pt x="3007" y="5330"/>
                  </a:lnTo>
                  <a:lnTo>
                    <a:pt x="3007" y="4965"/>
                  </a:lnTo>
                  <a:lnTo>
                    <a:pt x="3007" y="4601"/>
                  </a:lnTo>
                  <a:lnTo>
                    <a:pt x="3098" y="4236"/>
                  </a:lnTo>
                  <a:lnTo>
                    <a:pt x="3280" y="3917"/>
                  </a:lnTo>
                  <a:lnTo>
                    <a:pt x="3508" y="3644"/>
                  </a:lnTo>
                  <a:lnTo>
                    <a:pt x="3781" y="3371"/>
                  </a:lnTo>
                  <a:lnTo>
                    <a:pt x="4100" y="3189"/>
                  </a:lnTo>
                  <a:lnTo>
                    <a:pt x="4510" y="3052"/>
                  </a:lnTo>
                  <a:lnTo>
                    <a:pt x="4966" y="3006"/>
                  </a:lnTo>
                  <a:close/>
                  <a:moveTo>
                    <a:pt x="11889" y="3006"/>
                  </a:moveTo>
                  <a:lnTo>
                    <a:pt x="12345" y="3052"/>
                  </a:lnTo>
                  <a:lnTo>
                    <a:pt x="12755" y="3189"/>
                  </a:lnTo>
                  <a:lnTo>
                    <a:pt x="13074" y="3371"/>
                  </a:lnTo>
                  <a:lnTo>
                    <a:pt x="13393" y="3644"/>
                  </a:lnTo>
                  <a:lnTo>
                    <a:pt x="13575" y="3917"/>
                  </a:lnTo>
                  <a:lnTo>
                    <a:pt x="13757" y="4236"/>
                  </a:lnTo>
                  <a:lnTo>
                    <a:pt x="13848" y="4601"/>
                  </a:lnTo>
                  <a:lnTo>
                    <a:pt x="13848" y="4965"/>
                  </a:lnTo>
                  <a:lnTo>
                    <a:pt x="13848" y="5330"/>
                  </a:lnTo>
                  <a:lnTo>
                    <a:pt x="13757" y="5694"/>
                  </a:lnTo>
                  <a:lnTo>
                    <a:pt x="13575" y="6013"/>
                  </a:lnTo>
                  <a:lnTo>
                    <a:pt x="13393" y="6286"/>
                  </a:lnTo>
                  <a:lnTo>
                    <a:pt x="13074" y="6560"/>
                  </a:lnTo>
                  <a:lnTo>
                    <a:pt x="12755" y="6742"/>
                  </a:lnTo>
                  <a:lnTo>
                    <a:pt x="12345" y="6878"/>
                  </a:lnTo>
                  <a:lnTo>
                    <a:pt x="11889" y="6924"/>
                  </a:lnTo>
                  <a:lnTo>
                    <a:pt x="11480" y="6924"/>
                  </a:lnTo>
                  <a:lnTo>
                    <a:pt x="11115" y="6787"/>
                  </a:lnTo>
                  <a:lnTo>
                    <a:pt x="10796" y="6605"/>
                  </a:lnTo>
                  <a:lnTo>
                    <a:pt x="10477" y="6377"/>
                  </a:lnTo>
                  <a:lnTo>
                    <a:pt x="10250" y="6058"/>
                  </a:lnTo>
                  <a:lnTo>
                    <a:pt x="10067" y="5740"/>
                  </a:lnTo>
                  <a:lnTo>
                    <a:pt x="9976" y="5375"/>
                  </a:lnTo>
                  <a:lnTo>
                    <a:pt x="9931" y="4965"/>
                  </a:lnTo>
                  <a:lnTo>
                    <a:pt x="9976" y="4555"/>
                  </a:lnTo>
                  <a:lnTo>
                    <a:pt x="10067" y="4191"/>
                  </a:lnTo>
                  <a:lnTo>
                    <a:pt x="10250" y="3872"/>
                  </a:lnTo>
                  <a:lnTo>
                    <a:pt x="10477" y="3553"/>
                  </a:lnTo>
                  <a:lnTo>
                    <a:pt x="10796" y="3325"/>
                  </a:lnTo>
                  <a:lnTo>
                    <a:pt x="11115" y="3143"/>
                  </a:lnTo>
                  <a:lnTo>
                    <a:pt x="11480" y="3006"/>
                  </a:lnTo>
                  <a:close/>
                  <a:moveTo>
                    <a:pt x="11707" y="1002"/>
                  </a:moveTo>
                  <a:lnTo>
                    <a:pt x="12299" y="1048"/>
                  </a:lnTo>
                  <a:lnTo>
                    <a:pt x="12846" y="1139"/>
                  </a:lnTo>
                  <a:lnTo>
                    <a:pt x="13393" y="1321"/>
                  </a:lnTo>
                  <a:lnTo>
                    <a:pt x="13894" y="1549"/>
                  </a:lnTo>
                  <a:lnTo>
                    <a:pt x="14349" y="1868"/>
                  </a:lnTo>
                  <a:lnTo>
                    <a:pt x="14759" y="2232"/>
                  </a:lnTo>
                  <a:lnTo>
                    <a:pt x="15124" y="2688"/>
                  </a:lnTo>
                  <a:lnTo>
                    <a:pt x="15443" y="3189"/>
                  </a:lnTo>
                  <a:lnTo>
                    <a:pt x="15670" y="3735"/>
                  </a:lnTo>
                  <a:lnTo>
                    <a:pt x="15807" y="4327"/>
                  </a:lnTo>
                  <a:lnTo>
                    <a:pt x="15853" y="4965"/>
                  </a:lnTo>
                  <a:lnTo>
                    <a:pt x="15853" y="5375"/>
                  </a:lnTo>
                  <a:lnTo>
                    <a:pt x="15761" y="5740"/>
                  </a:lnTo>
                  <a:lnTo>
                    <a:pt x="15670" y="6150"/>
                  </a:lnTo>
                  <a:lnTo>
                    <a:pt x="15534" y="6514"/>
                  </a:lnTo>
                  <a:lnTo>
                    <a:pt x="15397" y="6833"/>
                  </a:lnTo>
                  <a:lnTo>
                    <a:pt x="15169" y="7197"/>
                  </a:lnTo>
                  <a:lnTo>
                    <a:pt x="14942" y="7471"/>
                  </a:lnTo>
                  <a:lnTo>
                    <a:pt x="14714" y="7744"/>
                  </a:lnTo>
                  <a:lnTo>
                    <a:pt x="14395" y="8017"/>
                  </a:lnTo>
                  <a:lnTo>
                    <a:pt x="14122" y="8245"/>
                  </a:lnTo>
                  <a:lnTo>
                    <a:pt x="13803" y="8427"/>
                  </a:lnTo>
                  <a:lnTo>
                    <a:pt x="13438" y="8609"/>
                  </a:lnTo>
                  <a:lnTo>
                    <a:pt x="13074" y="8746"/>
                  </a:lnTo>
                  <a:lnTo>
                    <a:pt x="12709" y="8837"/>
                  </a:lnTo>
                  <a:lnTo>
                    <a:pt x="12299" y="8883"/>
                  </a:lnTo>
                  <a:lnTo>
                    <a:pt x="11889" y="8928"/>
                  </a:lnTo>
                  <a:lnTo>
                    <a:pt x="11480" y="8883"/>
                  </a:lnTo>
                  <a:lnTo>
                    <a:pt x="11115" y="8837"/>
                  </a:lnTo>
                  <a:lnTo>
                    <a:pt x="10705" y="8746"/>
                  </a:lnTo>
                  <a:lnTo>
                    <a:pt x="10341" y="8609"/>
                  </a:lnTo>
                  <a:lnTo>
                    <a:pt x="10022" y="8473"/>
                  </a:lnTo>
                  <a:lnTo>
                    <a:pt x="9703" y="8245"/>
                  </a:lnTo>
                  <a:lnTo>
                    <a:pt x="9384" y="8017"/>
                  </a:lnTo>
                  <a:lnTo>
                    <a:pt x="9111" y="7789"/>
                  </a:lnTo>
                  <a:lnTo>
                    <a:pt x="8837" y="7471"/>
                  </a:lnTo>
                  <a:lnTo>
                    <a:pt x="8610" y="7197"/>
                  </a:lnTo>
                  <a:lnTo>
                    <a:pt x="8428" y="6878"/>
                  </a:lnTo>
                  <a:lnTo>
                    <a:pt x="8245" y="6514"/>
                  </a:lnTo>
                  <a:lnTo>
                    <a:pt x="8109" y="6150"/>
                  </a:lnTo>
                  <a:lnTo>
                    <a:pt x="8018" y="5785"/>
                  </a:lnTo>
                  <a:lnTo>
                    <a:pt x="7972" y="5375"/>
                  </a:lnTo>
                  <a:lnTo>
                    <a:pt x="7926" y="4965"/>
                  </a:lnTo>
                  <a:lnTo>
                    <a:pt x="7926" y="4646"/>
                  </a:lnTo>
                  <a:lnTo>
                    <a:pt x="7881" y="4373"/>
                  </a:lnTo>
                  <a:lnTo>
                    <a:pt x="7790" y="4100"/>
                  </a:lnTo>
                  <a:lnTo>
                    <a:pt x="7699" y="3826"/>
                  </a:lnTo>
                  <a:lnTo>
                    <a:pt x="7562" y="3553"/>
                  </a:lnTo>
                  <a:lnTo>
                    <a:pt x="7425" y="3325"/>
                  </a:lnTo>
                  <a:lnTo>
                    <a:pt x="7061" y="2870"/>
                  </a:lnTo>
                  <a:lnTo>
                    <a:pt x="6605" y="2505"/>
                  </a:lnTo>
                  <a:lnTo>
                    <a:pt x="6378" y="2369"/>
                  </a:lnTo>
                  <a:lnTo>
                    <a:pt x="6104" y="2232"/>
                  </a:lnTo>
                  <a:lnTo>
                    <a:pt x="5831" y="2141"/>
                  </a:lnTo>
                  <a:lnTo>
                    <a:pt x="5558" y="2050"/>
                  </a:lnTo>
                  <a:lnTo>
                    <a:pt x="5284" y="2004"/>
                  </a:lnTo>
                  <a:lnTo>
                    <a:pt x="4647" y="2004"/>
                  </a:lnTo>
                  <a:lnTo>
                    <a:pt x="4373" y="2050"/>
                  </a:lnTo>
                  <a:lnTo>
                    <a:pt x="4100" y="2141"/>
                  </a:lnTo>
                  <a:lnTo>
                    <a:pt x="3827" y="2232"/>
                  </a:lnTo>
                  <a:lnTo>
                    <a:pt x="3553" y="2369"/>
                  </a:lnTo>
                  <a:lnTo>
                    <a:pt x="3326" y="2505"/>
                  </a:lnTo>
                  <a:lnTo>
                    <a:pt x="2870" y="2870"/>
                  </a:lnTo>
                  <a:lnTo>
                    <a:pt x="2506" y="3325"/>
                  </a:lnTo>
                  <a:lnTo>
                    <a:pt x="2369" y="3553"/>
                  </a:lnTo>
                  <a:lnTo>
                    <a:pt x="2232" y="3826"/>
                  </a:lnTo>
                  <a:lnTo>
                    <a:pt x="2141" y="4100"/>
                  </a:lnTo>
                  <a:lnTo>
                    <a:pt x="2050" y="4373"/>
                  </a:lnTo>
                  <a:lnTo>
                    <a:pt x="2005" y="4646"/>
                  </a:lnTo>
                  <a:lnTo>
                    <a:pt x="2005" y="4965"/>
                  </a:lnTo>
                  <a:lnTo>
                    <a:pt x="2050" y="5466"/>
                  </a:lnTo>
                  <a:lnTo>
                    <a:pt x="2141" y="5922"/>
                  </a:lnTo>
                  <a:lnTo>
                    <a:pt x="2324" y="6377"/>
                  </a:lnTo>
                  <a:lnTo>
                    <a:pt x="2597" y="6742"/>
                  </a:lnTo>
                  <a:lnTo>
                    <a:pt x="2870" y="7106"/>
                  </a:lnTo>
                  <a:lnTo>
                    <a:pt x="3235" y="7379"/>
                  </a:lnTo>
                  <a:lnTo>
                    <a:pt x="3599" y="7607"/>
                  </a:lnTo>
                  <a:lnTo>
                    <a:pt x="4009" y="7744"/>
                  </a:lnTo>
                  <a:lnTo>
                    <a:pt x="4419" y="7881"/>
                  </a:lnTo>
                  <a:lnTo>
                    <a:pt x="4874" y="7926"/>
                  </a:lnTo>
                  <a:lnTo>
                    <a:pt x="5284" y="7926"/>
                  </a:lnTo>
                  <a:lnTo>
                    <a:pt x="5740" y="7835"/>
                  </a:lnTo>
                  <a:lnTo>
                    <a:pt x="6150" y="7698"/>
                  </a:lnTo>
                  <a:lnTo>
                    <a:pt x="6560" y="7471"/>
                  </a:lnTo>
                  <a:lnTo>
                    <a:pt x="6970" y="7152"/>
                  </a:lnTo>
                  <a:lnTo>
                    <a:pt x="7289" y="6787"/>
                  </a:lnTo>
                  <a:lnTo>
                    <a:pt x="7516" y="7288"/>
                  </a:lnTo>
                  <a:lnTo>
                    <a:pt x="7790" y="7744"/>
                  </a:lnTo>
                  <a:lnTo>
                    <a:pt x="7334" y="8154"/>
                  </a:lnTo>
                  <a:lnTo>
                    <a:pt x="6788" y="8473"/>
                  </a:lnTo>
                  <a:lnTo>
                    <a:pt x="6241" y="8700"/>
                  </a:lnTo>
                  <a:lnTo>
                    <a:pt x="5694" y="8883"/>
                  </a:lnTo>
                  <a:lnTo>
                    <a:pt x="5148" y="8928"/>
                  </a:lnTo>
                  <a:lnTo>
                    <a:pt x="4556" y="8883"/>
                  </a:lnTo>
                  <a:lnTo>
                    <a:pt x="4009" y="8792"/>
                  </a:lnTo>
                  <a:lnTo>
                    <a:pt x="3462" y="8609"/>
                  </a:lnTo>
                  <a:lnTo>
                    <a:pt x="2961" y="8382"/>
                  </a:lnTo>
                  <a:lnTo>
                    <a:pt x="2506" y="8063"/>
                  </a:lnTo>
                  <a:lnTo>
                    <a:pt x="2096" y="7698"/>
                  </a:lnTo>
                  <a:lnTo>
                    <a:pt x="1731" y="7243"/>
                  </a:lnTo>
                  <a:lnTo>
                    <a:pt x="1412" y="6742"/>
                  </a:lnTo>
                  <a:lnTo>
                    <a:pt x="1185" y="6195"/>
                  </a:lnTo>
                  <a:lnTo>
                    <a:pt x="1048" y="5603"/>
                  </a:lnTo>
                  <a:lnTo>
                    <a:pt x="1002" y="4965"/>
                  </a:lnTo>
                  <a:lnTo>
                    <a:pt x="1048" y="4464"/>
                  </a:lnTo>
                  <a:lnTo>
                    <a:pt x="1139" y="4054"/>
                  </a:lnTo>
                  <a:lnTo>
                    <a:pt x="1230" y="3599"/>
                  </a:lnTo>
                  <a:lnTo>
                    <a:pt x="1412" y="3234"/>
                  </a:lnTo>
                  <a:lnTo>
                    <a:pt x="1595" y="2870"/>
                  </a:lnTo>
                  <a:lnTo>
                    <a:pt x="1822" y="2551"/>
                  </a:lnTo>
                  <a:lnTo>
                    <a:pt x="2050" y="2278"/>
                  </a:lnTo>
                  <a:lnTo>
                    <a:pt x="2324" y="2004"/>
                  </a:lnTo>
                  <a:lnTo>
                    <a:pt x="2597" y="1777"/>
                  </a:lnTo>
                  <a:lnTo>
                    <a:pt x="2916" y="1549"/>
                  </a:lnTo>
                  <a:lnTo>
                    <a:pt x="3235" y="1412"/>
                  </a:lnTo>
                  <a:lnTo>
                    <a:pt x="3553" y="1275"/>
                  </a:lnTo>
                  <a:lnTo>
                    <a:pt x="3918" y="1139"/>
                  </a:lnTo>
                  <a:lnTo>
                    <a:pt x="4282" y="1093"/>
                  </a:lnTo>
                  <a:lnTo>
                    <a:pt x="4601" y="1048"/>
                  </a:lnTo>
                  <a:lnTo>
                    <a:pt x="4966" y="1002"/>
                  </a:lnTo>
                  <a:lnTo>
                    <a:pt x="5330" y="1048"/>
                  </a:lnTo>
                  <a:lnTo>
                    <a:pt x="5694" y="1093"/>
                  </a:lnTo>
                  <a:lnTo>
                    <a:pt x="6059" y="1184"/>
                  </a:lnTo>
                  <a:lnTo>
                    <a:pt x="6378" y="1275"/>
                  </a:lnTo>
                  <a:lnTo>
                    <a:pt x="6742" y="1412"/>
                  </a:lnTo>
                  <a:lnTo>
                    <a:pt x="7061" y="1594"/>
                  </a:lnTo>
                  <a:lnTo>
                    <a:pt x="7334" y="1777"/>
                  </a:lnTo>
                  <a:lnTo>
                    <a:pt x="7653" y="2004"/>
                  </a:lnTo>
                  <a:lnTo>
                    <a:pt x="7926" y="2278"/>
                  </a:lnTo>
                  <a:lnTo>
                    <a:pt x="8154" y="2596"/>
                  </a:lnTo>
                  <a:lnTo>
                    <a:pt x="8336" y="2915"/>
                  </a:lnTo>
                  <a:lnTo>
                    <a:pt x="8519" y="3234"/>
                  </a:lnTo>
                  <a:lnTo>
                    <a:pt x="8701" y="3644"/>
                  </a:lnTo>
                  <a:lnTo>
                    <a:pt x="8792" y="4054"/>
                  </a:lnTo>
                  <a:lnTo>
                    <a:pt x="8883" y="4510"/>
                  </a:lnTo>
                  <a:lnTo>
                    <a:pt x="8929" y="4965"/>
                  </a:lnTo>
                  <a:lnTo>
                    <a:pt x="8929" y="5284"/>
                  </a:lnTo>
                  <a:lnTo>
                    <a:pt x="8974" y="5557"/>
                  </a:lnTo>
                  <a:lnTo>
                    <a:pt x="9065" y="5831"/>
                  </a:lnTo>
                  <a:lnTo>
                    <a:pt x="9156" y="6104"/>
                  </a:lnTo>
                  <a:lnTo>
                    <a:pt x="9293" y="6377"/>
                  </a:lnTo>
                  <a:lnTo>
                    <a:pt x="9430" y="6605"/>
                  </a:lnTo>
                  <a:lnTo>
                    <a:pt x="9794" y="7061"/>
                  </a:lnTo>
                  <a:lnTo>
                    <a:pt x="10250" y="7425"/>
                  </a:lnTo>
                  <a:lnTo>
                    <a:pt x="10477" y="7562"/>
                  </a:lnTo>
                  <a:lnTo>
                    <a:pt x="10751" y="7698"/>
                  </a:lnTo>
                  <a:lnTo>
                    <a:pt x="11024" y="7789"/>
                  </a:lnTo>
                  <a:lnTo>
                    <a:pt x="11297" y="7881"/>
                  </a:lnTo>
                  <a:lnTo>
                    <a:pt x="11571" y="7926"/>
                  </a:lnTo>
                  <a:lnTo>
                    <a:pt x="12208" y="7926"/>
                  </a:lnTo>
                  <a:lnTo>
                    <a:pt x="12482" y="7881"/>
                  </a:lnTo>
                  <a:lnTo>
                    <a:pt x="12801" y="7789"/>
                  </a:lnTo>
                  <a:lnTo>
                    <a:pt x="13028" y="7698"/>
                  </a:lnTo>
                  <a:lnTo>
                    <a:pt x="13302" y="7562"/>
                  </a:lnTo>
                  <a:lnTo>
                    <a:pt x="13575" y="7425"/>
                  </a:lnTo>
                  <a:lnTo>
                    <a:pt x="13985" y="7061"/>
                  </a:lnTo>
                  <a:lnTo>
                    <a:pt x="14349" y="6605"/>
                  </a:lnTo>
                  <a:lnTo>
                    <a:pt x="14486" y="6377"/>
                  </a:lnTo>
                  <a:lnTo>
                    <a:pt x="14623" y="6104"/>
                  </a:lnTo>
                  <a:lnTo>
                    <a:pt x="14714" y="5831"/>
                  </a:lnTo>
                  <a:lnTo>
                    <a:pt x="14805" y="5557"/>
                  </a:lnTo>
                  <a:lnTo>
                    <a:pt x="14850" y="5284"/>
                  </a:lnTo>
                  <a:lnTo>
                    <a:pt x="14850" y="4965"/>
                  </a:lnTo>
                  <a:lnTo>
                    <a:pt x="14805" y="4464"/>
                  </a:lnTo>
                  <a:lnTo>
                    <a:pt x="14714" y="3963"/>
                  </a:lnTo>
                  <a:lnTo>
                    <a:pt x="14532" y="3553"/>
                  </a:lnTo>
                  <a:lnTo>
                    <a:pt x="14258" y="3189"/>
                  </a:lnTo>
                  <a:lnTo>
                    <a:pt x="13985" y="2824"/>
                  </a:lnTo>
                  <a:lnTo>
                    <a:pt x="13620" y="2551"/>
                  </a:lnTo>
                  <a:lnTo>
                    <a:pt x="13256" y="2323"/>
                  </a:lnTo>
                  <a:lnTo>
                    <a:pt x="12846" y="2187"/>
                  </a:lnTo>
                  <a:lnTo>
                    <a:pt x="12436" y="2050"/>
                  </a:lnTo>
                  <a:lnTo>
                    <a:pt x="11981" y="2004"/>
                  </a:lnTo>
                  <a:lnTo>
                    <a:pt x="11571" y="2004"/>
                  </a:lnTo>
                  <a:lnTo>
                    <a:pt x="11115" y="2095"/>
                  </a:lnTo>
                  <a:lnTo>
                    <a:pt x="10705" y="2232"/>
                  </a:lnTo>
                  <a:lnTo>
                    <a:pt x="10295" y="2460"/>
                  </a:lnTo>
                  <a:lnTo>
                    <a:pt x="9885" y="2779"/>
                  </a:lnTo>
                  <a:lnTo>
                    <a:pt x="9566" y="3143"/>
                  </a:lnTo>
                  <a:lnTo>
                    <a:pt x="9339" y="2642"/>
                  </a:lnTo>
                  <a:lnTo>
                    <a:pt x="9065" y="2187"/>
                  </a:lnTo>
                  <a:lnTo>
                    <a:pt x="9566" y="1777"/>
                  </a:lnTo>
                  <a:lnTo>
                    <a:pt x="10067" y="1458"/>
                  </a:lnTo>
                  <a:lnTo>
                    <a:pt x="10614" y="1230"/>
                  </a:lnTo>
                  <a:lnTo>
                    <a:pt x="11161" y="1048"/>
                  </a:lnTo>
                  <a:lnTo>
                    <a:pt x="11707" y="1002"/>
                  </a:lnTo>
                  <a:close/>
                  <a:moveTo>
                    <a:pt x="5102" y="0"/>
                  </a:moveTo>
                  <a:lnTo>
                    <a:pt x="4419" y="46"/>
                  </a:lnTo>
                  <a:lnTo>
                    <a:pt x="3736" y="182"/>
                  </a:lnTo>
                  <a:lnTo>
                    <a:pt x="3052" y="410"/>
                  </a:lnTo>
                  <a:lnTo>
                    <a:pt x="2415" y="729"/>
                  </a:lnTo>
                  <a:lnTo>
                    <a:pt x="1868" y="1139"/>
                  </a:lnTo>
                  <a:lnTo>
                    <a:pt x="1321" y="1594"/>
                  </a:lnTo>
                  <a:lnTo>
                    <a:pt x="911" y="2141"/>
                  </a:lnTo>
                  <a:lnTo>
                    <a:pt x="501" y="2779"/>
                  </a:lnTo>
                  <a:lnTo>
                    <a:pt x="365" y="3098"/>
                  </a:lnTo>
                  <a:lnTo>
                    <a:pt x="228" y="3416"/>
                  </a:lnTo>
                  <a:lnTo>
                    <a:pt x="137" y="3781"/>
                  </a:lnTo>
                  <a:lnTo>
                    <a:pt x="91" y="4191"/>
                  </a:lnTo>
                  <a:lnTo>
                    <a:pt x="46" y="4555"/>
                  </a:lnTo>
                  <a:lnTo>
                    <a:pt x="0" y="4965"/>
                  </a:lnTo>
                  <a:lnTo>
                    <a:pt x="46" y="5375"/>
                  </a:lnTo>
                  <a:lnTo>
                    <a:pt x="91" y="5740"/>
                  </a:lnTo>
                  <a:lnTo>
                    <a:pt x="137" y="6150"/>
                  </a:lnTo>
                  <a:lnTo>
                    <a:pt x="228" y="6514"/>
                  </a:lnTo>
                  <a:lnTo>
                    <a:pt x="365" y="6833"/>
                  </a:lnTo>
                  <a:lnTo>
                    <a:pt x="501" y="7152"/>
                  </a:lnTo>
                  <a:lnTo>
                    <a:pt x="911" y="7789"/>
                  </a:lnTo>
                  <a:lnTo>
                    <a:pt x="1321" y="8336"/>
                  </a:lnTo>
                  <a:lnTo>
                    <a:pt x="1868" y="8792"/>
                  </a:lnTo>
                  <a:lnTo>
                    <a:pt x="2415" y="9202"/>
                  </a:lnTo>
                  <a:lnTo>
                    <a:pt x="3052" y="9520"/>
                  </a:lnTo>
                  <a:lnTo>
                    <a:pt x="3736" y="9748"/>
                  </a:lnTo>
                  <a:lnTo>
                    <a:pt x="4419" y="9885"/>
                  </a:lnTo>
                  <a:lnTo>
                    <a:pt x="5102" y="9930"/>
                  </a:lnTo>
                  <a:lnTo>
                    <a:pt x="5831" y="9839"/>
                  </a:lnTo>
                  <a:lnTo>
                    <a:pt x="6514" y="9703"/>
                  </a:lnTo>
                  <a:lnTo>
                    <a:pt x="6833" y="9566"/>
                  </a:lnTo>
                  <a:lnTo>
                    <a:pt x="7198" y="9384"/>
                  </a:lnTo>
                  <a:lnTo>
                    <a:pt x="7516" y="9202"/>
                  </a:lnTo>
                  <a:lnTo>
                    <a:pt x="7835" y="9019"/>
                  </a:lnTo>
                  <a:lnTo>
                    <a:pt x="8154" y="8792"/>
                  </a:lnTo>
                  <a:lnTo>
                    <a:pt x="8428" y="8518"/>
                  </a:lnTo>
                  <a:lnTo>
                    <a:pt x="8746" y="8792"/>
                  </a:lnTo>
                  <a:lnTo>
                    <a:pt x="9020" y="9019"/>
                  </a:lnTo>
                  <a:lnTo>
                    <a:pt x="9339" y="9202"/>
                  </a:lnTo>
                  <a:lnTo>
                    <a:pt x="9657" y="9384"/>
                  </a:lnTo>
                  <a:lnTo>
                    <a:pt x="10022" y="9566"/>
                  </a:lnTo>
                  <a:lnTo>
                    <a:pt x="10341" y="9703"/>
                  </a:lnTo>
                  <a:lnTo>
                    <a:pt x="11070" y="9839"/>
                  </a:lnTo>
                  <a:lnTo>
                    <a:pt x="11753" y="9930"/>
                  </a:lnTo>
                  <a:lnTo>
                    <a:pt x="12436" y="9885"/>
                  </a:lnTo>
                  <a:lnTo>
                    <a:pt x="13119" y="9748"/>
                  </a:lnTo>
                  <a:lnTo>
                    <a:pt x="13803" y="9520"/>
                  </a:lnTo>
                  <a:lnTo>
                    <a:pt x="14440" y="9202"/>
                  </a:lnTo>
                  <a:lnTo>
                    <a:pt x="14987" y="8792"/>
                  </a:lnTo>
                  <a:lnTo>
                    <a:pt x="15534" y="8336"/>
                  </a:lnTo>
                  <a:lnTo>
                    <a:pt x="15989" y="7789"/>
                  </a:lnTo>
                  <a:lnTo>
                    <a:pt x="16354" y="7152"/>
                  </a:lnTo>
                  <a:lnTo>
                    <a:pt x="16490" y="6833"/>
                  </a:lnTo>
                  <a:lnTo>
                    <a:pt x="16627" y="6514"/>
                  </a:lnTo>
                  <a:lnTo>
                    <a:pt x="16718" y="6150"/>
                  </a:lnTo>
                  <a:lnTo>
                    <a:pt x="16809" y="5740"/>
                  </a:lnTo>
                  <a:lnTo>
                    <a:pt x="16855" y="5375"/>
                  </a:lnTo>
                  <a:lnTo>
                    <a:pt x="16855" y="4965"/>
                  </a:lnTo>
                  <a:lnTo>
                    <a:pt x="16809" y="4464"/>
                  </a:lnTo>
                  <a:lnTo>
                    <a:pt x="16764" y="3963"/>
                  </a:lnTo>
                  <a:lnTo>
                    <a:pt x="16627" y="3508"/>
                  </a:lnTo>
                  <a:lnTo>
                    <a:pt x="16445" y="3052"/>
                  </a:lnTo>
                  <a:lnTo>
                    <a:pt x="16263" y="2596"/>
                  </a:lnTo>
                  <a:lnTo>
                    <a:pt x="15989" y="2187"/>
                  </a:lnTo>
                  <a:lnTo>
                    <a:pt x="15716" y="1822"/>
                  </a:lnTo>
                  <a:lnTo>
                    <a:pt x="15397" y="1458"/>
                  </a:lnTo>
                  <a:lnTo>
                    <a:pt x="15033" y="1139"/>
                  </a:lnTo>
                  <a:lnTo>
                    <a:pt x="14668" y="865"/>
                  </a:lnTo>
                  <a:lnTo>
                    <a:pt x="14258" y="592"/>
                  </a:lnTo>
                  <a:lnTo>
                    <a:pt x="13803" y="410"/>
                  </a:lnTo>
                  <a:lnTo>
                    <a:pt x="13347" y="228"/>
                  </a:lnTo>
                  <a:lnTo>
                    <a:pt x="12892" y="137"/>
                  </a:lnTo>
                  <a:lnTo>
                    <a:pt x="12391" y="46"/>
                  </a:lnTo>
                  <a:lnTo>
                    <a:pt x="11889" y="0"/>
                  </a:lnTo>
                  <a:lnTo>
                    <a:pt x="11388" y="46"/>
                  </a:lnTo>
                  <a:lnTo>
                    <a:pt x="10933" y="91"/>
                  </a:lnTo>
                  <a:lnTo>
                    <a:pt x="10477" y="228"/>
                  </a:lnTo>
                  <a:lnTo>
                    <a:pt x="10022" y="364"/>
                  </a:lnTo>
                  <a:lnTo>
                    <a:pt x="9566" y="592"/>
                  </a:lnTo>
                  <a:lnTo>
                    <a:pt x="9156" y="820"/>
                  </a:lnTo>
                  <a:lnTo>
                    <a:pt x="8792" y="1093"/>
                  </a:lnTo>
                  <a:lnTo>
                    <a:pt x="8428" y="1412"/>
                  </a:lnTo>
                  <a:lnTo>
                    <a:pt x="8154" y="1139"/>
                  </a:lnTo>
                  <a:lnTo>
                    <a:pt x="7835" y="911"/>
                  </a:lnTo>
                  <a:lnTo>
                    <a:pt x="7516" y="729"/>
                  </a:lnTo>
                  <a:lnTo>
                    <a:pt x="7198" y="547"/>
                  </a:lnTo>
                  <a:lnTo>
                    <a:pt x="6833" y="364"/>
                  </a:lnTo>
                  <a:lnTo>
                    <a:pt x="6514" y="228"/>
                  </a:lnTo>
                  <a:lnTo>
                    <a:pt x="5785" y="91"/>
                  </a:lnTo>
                  <a:lnTo>
                    <a:pt x="510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8"/>
            <p:cNvSpPr/>
            <p:nvPr/>
          </p:nvSpPr>
          <p:spPr>
            <a:xfrm>
              <a:off x="5757925" y="3437150"/>
              <a:ext cx="421375" cy="248275"/>
            </a:xfrm>
            <a:custGeom>
              <a:rect b="b" l="l" r="r" t="t"/>
              <a:pathLst>
                <a:path extrusionOk="0" fill="none" h="9931" w="16855">
                  <a:moveTo>
                    <a:pt x="11889" y="0"/>
                  </a:moveTo>
                  <a:lnTo>
                    <a:pt x="11889" y="0"/>
                  </a:lnTo>
                  <a:lnTo>
                    <a:pt x="11388" y="46"/>
                  </a:lnTo>
                  <a:lnTo>
                    <a:pt x="10933" y="91"/>
                  </a:lnTo>
                  <a:lnTo>
                    <a:pt x="10477" y="228"/>
                  </a:lnTo>
                  <a:lnTo>
                    <a:pt x="10022" y="364"/>
                  </a:lnTo>
                  <a:lnTo>
                    <a:pt x="9566" y="592"/>
                  </a:lnTo>
                  <a:lnTo>
                    <a:pt x="9156" y="820"/>
                  </a:lnTo>
                  <a:lnTo>
                    <a:pt x="8792" y="1093"/>
                  </a:lnTo>
                  <a:lnTo>
                    <a:pt x="8428" y="1412"/>
                  </a:lnTo>
                  <a:lnTo>
                    <a:pt x="8428" y="1412"/>
                  </a:lnTo>
                  <a:lnTo>
                    <a:pt x="8154" y="1139"/>
                  </a:lnTo>
                  <a:lnTo>
                    <a:pt x="7835" y="911"/>
                  </a:lnTo>
                  <a:lnTo>
                    <a:pt x="7516" y="729"/>
                  </a:lnTo>
                  <a:lnTo>
                    <a:pt x="7198" y="547"/>
                  </a:lnTo>
                  <a:lnTo>
                    <a:pt x="6833" y="364"/>
                  </a:lnTo>
                  <a:lnTo>
                    <a:pt x="6514" y="228"/>
                  </a:lnTo>
                  <a:lnTo>
                    <a:pt x="5785" y="91"/>
                  </a:lnTo>
                  <a:lnTo>
                    <a:pt x="5102" y="0"/>
                  </a:lnTo>
                  <a:lnTo>
                    <a:pt x="4419" y="46"/>
                  </a:lnTo>
                  <a:lnTo>
                    <a:pt x="3736" y="182"/>
                  </a:lnTo>
                  <a:lnTo>
                    <a:pt x="3052" y="410"/>
                  </a:lnTo>
                  <a:lnTo>
                    <a:pt x="2415" y="729"/>
                  </a:lnTo>
                  <a:lnTo>
                    <a:pt x="1868" y="1139"/>
                  </a:lnTo>
                  <a:lnTo>
                    <a:pt x="1321" y="1594"/>
                  </a:lnTo>
                  <a:lnTo>
                    <a:pt x="911" y="2141"/>
                  </a:lnTo>
                  <a:lnTo>
                    <a:pt x="501" y="2779"/>
                  </a:lnTo>
                  <a:lnTo>
                    <a:pt x="365" y="3098"/>
                  </a:lnTo>
                  <a:lnTo>
                    <a:pt x="228" y="3416"/>
                  </a:lnTo>
                  <a:lnTo>
                    <a:pt x="137" y="3781"/>
                  </a:lnTo>
                  <a:lnTo>
                    <a:pt x="91" y="4191"/>
                  </a:lnTo>
                  <a:lnTo>
                    <a:pt x="46" y="4555"/>
                  </a:lnTo>
                  <a:lnTo>
                    <a:pt x="0" y="4965"/>
                  </a:lnTo>
                  <a:lnTo>
                    <a:pt x="0" y="4965"/>
                  </a:lnTo>
                  <a:lnTo>
                    <a:pt x="46" y="5375"/>
                  </a:lnTo>
                  <a:lnTo>
                    <a:pt x="91" y="5740"/>
                  </a:lnTo>
                  <a:lnTo>
                    <a:pt x="137" y="6150"/>
                  </a:lnTo>
                  <a:lnTo>
                    <a:pt x="228" y="6514"/>
                  </a:lnTo>
                  <a:lnTo>
                    <a:pt x="365" y="6833"/>
                  </a:lnTo>
                  <a:lnTo>
                    <a:pt x="501" y="7152"/>
                  </a:lnTo>
                  <a:lnTo>
                    <a:pt x="911" y="7789"/>
                  </a:lnTo>
                  <a:lnTo>
                    <a:pt x="1321" y="8336"/>
                  </a:lnTo>
                  <a:lnTo>
                    <a:pt x="1868" y="8792"/>
                  </a:lnTo>
                  <a:lnTo>
                    <a:pt x="2415" y="9202"/>
                  </a:lnTo>
                  <a:lnTo>
                    <a:pt x="3052" y="9520"/>
                  </a:lnTo>
                  <a:lnTo>
                    <a:pt x="3736" y="9748"/>
                  </a:lnTo>
                  <a:lnTo>
                    <a:pt x="4419" y="9885"/>
                  </a:lnTo>
                  <a:lnTo>
                    <a:pt x="5102" y="9930"/>
                  </a:lnTo>
                  <a:lnTo>
                    <a:pt x="5831" y="9839"/>
                  </a:lnTo>
                  <a:lnTo>
                    <a:pt x="6514" y="9703"/>
                  </a:lnTo>
                  <a:lnTo>
                    <a:pt x="6833" y="9566"/>
                  </a:lnTo>
                  <a:lnTo>
                    <a:pt x="7198" y="9384"/>
                  </a:lnTo>
                  <a:lnTo>
                    <a:pt x="7516" y="9202"/>
                  </a:lnTo>
                  <a:lnTo>
                    <a:pt x="7835" y="9019"/>
                  </a:lnTo>
                  <a:lnTo>
                    <a:pt x="8154" y="8792"/>
                  </a:lnTo>
                  <a:lnTo>
                    <a:pt x="8428" y="8518"/>
                  </a:lnTo>
                  <a:lnTo>
                    <a:pt x="8428" y="8518"/>
                  </a:lnTo>
                  <a:lnTo>
                    <a:pt x="8746" y="8792"/>
                  </a:lnTo>
                  <a:lnTo>
                    <a:pt x="9020" y="9019"/>
                  </a:lnTo>
                  <a:lnTo>
                    <a:pt x="9339" y="9202"/>
                  </a:lnTo>
                  <a:lnTo>
                    <a:pt x="9657" y="9384"/>
                  </a:lnTo>
                  <a:lnTo>
                    <a:pt x="10022" y="9566"/>
                  </a:lnTo>
                  <a:lnTo>
                    <a:pt x="10341" y="9703"/>
                  </a:lnTo>
                  <a:lnTo>
                    <a:pt x="11070" y="9839"/>
                  </a:lnTo>
                  <a:lnTo>
                    <a:pt x="11753" y="9930"/>
                  </a:lnTo>
                  <a:lnTo>
                    <a:pt x="12436" y="9885"/>
                  </a:lnTo>
                  <a:lnTo>
                    <a:pt x="13119" y="9748"/>
                  </a:lnTo>
                  <a:lnTo>
                    <a:pt x="13803" y="9520"/>
                  </a:lnTo>
                  <a:lnTo>
                    <a:pt x="14440" y="9202"/>
                  </a:lnTo>
                  <a:lnTo>
                    <a:pt x="14987" y="8792"/>
                  </a:lnTo>
                  <a:lnTo>
                    <a:pt x="15534" y="8336"/>
                  </a:lnTo>
                  <a:lnTo>
                    <a:pt x="15989" y="7789"/>
                  </a:lnTo>
                  <a:lnTo>
                    <a:pt x="16354" y="7152"/>
                  </a:lnTo>
                  <a:lnTo>
                    <a:pt x="16490" y="6833"/>
                  </a:lnTo>
                  <a:lnTo>
                    <a:pt x="16627" y="6514"/>
                  </a:lnTo>
                  <a:lnTo>
                    <a:pt x="16718" y="6150"/>
                  </a:lnTo>
                  <a:lnTo>
                    <a:pt x="16809" y="5740"/>
                  </a:lnTo>
                  <a:lnTo>
                    <a:pt x="16855" y="5375"/>
                  </a:lnTo>
                  <a:lnTo>
                    <a:pt x="16855" y="4965"/>
                  </a:lnTo>
                  <a:lnTo>
                    <a:pt x="16855" y="4965"/>
                  </a:lnTo>
                  <a:lnTo>
                    <a:pt x="16809" y="4464"/>
                  </a:lnTo>
                  <a:lnTo>
                    <a:pt x="16764" y="3963"/>
                  </a:lnTo>
                  <a:lnTo>
                    <a:pt x="16627" y="3508"/>
                  </a:lnTo>
                  <a:lnTo>
                    <a:pt x="16445" y="3052"/>
                  </a:lnTo>
                  <a:lnTo>
                    <a:pt x="16263" y="2596"/>
                  </a:lnTo>
                  <a:lnTo>
                    <a:pt x="15989" y="2187"/>
                  </a:lnTo>
                  <a:lnTo>
                    <a:pt x="15716" y="1822"/>
                  </a:lnTo>
                  <a:lnTo>
                    <a:pt x="15397" y="1458"/>
                  </a:lnTo>
                  <a:lnTo>
                    <a:pt x="15033" y="1139"/>
                  </a:lnTo>
                  <a:lnTo>
                    <a:pt x="14668" y="865"/>
                  </a:lnTo>
                  <a:lnTo>
                    <a:pt x="14258" y="592"/>
                  </a:lnTo>
                  <a:lnTo>
                    <a:pt x="13803" y="410"/>
                  </a:lnTo>
                  <a:lnTo>
                    <a:pt x="13347" y="228"/>
                  </a:lnTo>
                  <a:lnTo>
                    <a:pt x="12892" y="137"/>
                  </a:lnTo>
                  <a:lnTo>
                    <a:pt x="12391" y="46"/>
                  </a:lnTo>
                  <a:lnTo>
                    <a:pt x="11889" y="0"/>
                  </a:lnTo>
                  <a:lnTo>
                    <a:pt x="11889" y="0"/>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8"/>
            <p:cNvSpPr/>
            <p:nvPr/>
          </p:nvSpPr>
          <p:spPr>
            <a:xfrm>
              <a:off x="5782975" y="3462200"/>
              <a:ext cx="371275" cy="198175"/>
            </a:xfrm>
            <a:custGeom>
              <a:rect b="b" l="l" r="r" t="t"/>
              <a:pathLst>
                <a:path extrusionOk="0" fill="none" h="7927" w="14851">
                  <a:moveTo>
                    <a:pt x="10887" y="7926"/>
                  </a:moveTo>
                  <a:lnTo>
                    <a:pt x="10887" y="7926"/>
                  </a:lnTo>
                  <a:lnTo>
                    <a:pt x="10478" y="7881"/>
                  </a:lnTo>
                  <a:lnTo>
                    <a:pt x="10113" y="7835"/>
                  </a:lnTo>
                  <a:lnTo>
                    <a:pt x="9703" y="7744"/>
                  </a:lnTo>
                  <a:lnTo>
                    <a:pt x="9339" y="7607"/>
                  </a:lnTo>
                  <a:lnTo>
                    <a:pt x="9020" y="7471"/>
                  </a:lnTo>
                  <a:lnTo>
                    <a:pt x="8701" y="7243"/>
                  </a:lnTo>
                  <a:lnTo>
                    <a:pt x="8382" y="7015"/>
                  </a:lnTo>
                  <a:lnTo>
                    <a:pt x="8109" y="6787"/>
                  </a:lnTo>
                  <a:lnTo>
                    <a:pt x="7835" y="6469"/>
                  </a:lnTo>
                  <a:lnTo>
                    <a:pt x="7608" y="6195"/>
                  </a:lnTo>
                  <a:lnTo>
                    <a:pt x="7426" y="5876"/>
                  </a:lnTo>
                  <a:lnTo>
                    <a:pt x="7243" y="5512"/>
                  </a:lnTo>
                  <a:lnTo>
                    <a:pt x="7107" y="5148"/>
                  </a:lnTo>
                  <a:lnTo>
                    <a:pt x="7016" y="4783"/>
                  </a:lnTo>
                  <a:lnTo>
                    <a:pt x="6970" y="4373"/>
                  </a:lnTo>
                  <a:lnTo>
                    <a:pt x="6924" y="3963"/>
                  </a:lnTo>
                  <a:lnTo>
                    <a:pt x="6924" y="3963"/>
                  </a:lnTo>
                  <a:lnTo>
                    <a:pt x="6924" y="3644"/>
                  </a:lnTo>
                  <a:lnTo>
                    <a:pt x="6879" y="3371"/>
                  </a:lnTo>
                  <a:lnTo>
                    <a:pt x="6788" y="3098"/>
                  </a:lnTo>
                  <a:lnTo>
                    <a:pt x="6697" y="2824"/>
                  </a:lnTo>
                  <a:lnTo>
                    <a:pt x="6560" y="2551"/>
                  </a:lnTo>
                  <a:lnTo>
                    <a:pt x="6423" y="2323"/>
                  </a:lnTo>
                  <a:lnTo>
                    <a:pt x="6059" y="1868"/>
                  </a:lnTo>
                  <a:lnTo>
                    <a:pt x="5603" y="1503"/>
                  </a:lnTo>
                  <a:lnTo>
                    <a:pt x="5376" y="1367"/>
                  </a:lnTo>
                  <a:lnTo>
                    <a:pt x="5102" y="1230"/>
                  </a:lnTo>
                  <a:lnTo>
                    <a:pt x="4829" y="1139"/>
                  </a:lnTo>
                  <a:lnTo>
                    <a:pt x="4556" y="1048"/>
                  </a:lnTo>
                  <a:lnTo>
                    <a:pt x="4282" y="1002"/>
                  </a:lnTo>
                  <a:lnTo>
                    <a:pt x="3964" y="1002"/>
                  </a:lnTo>
                  <a:lnTo>
                    <a:pt x="3964" y="1002"/>
                  </a:lnTo>
                  <a:lnTo>
                    <a:pt x="3645" y="1002"/>
                  </a:lnTo>
                  <a:lnTo>
                    <a:pt x="3371" y="1048"/>
                  </a:lnTo>
                  <a:lnTo>
                    <a:pt x="3098" y="1139"/>
                  </a:lnTo>
                  <a:lnTo>
                    <a:pt x="2825" y="1230"/>
                  </a:lnTo>
                  <a:lnTo>
                    <a:pt x="2551" y="1367"/>
                  </a:lnTo>
                  <a:lnTo>
                    <a:pt x="2324" y="1503"/>
                  </a:lnTo>
                  <a:lnTo>
                    <a:pt x="1868" y="1868"/>
                  </a:lnTo>
                  <a:lnTo>
                    <a:pt x="1504" y="2323"/>
                  </a:lnTo>
                  <a:lnTo>
                    <a:pt x="1367" y="2551"/>
                  </a:lnTo>
                  <a:lnTo>
                    <a:pt x="1230" y="2824"/>
                  </a:lnTo>
                  <a:lnTo>
                    <a:pt x="1139" y="3098"/>
                  </a:lnTo>
                  <a:lnTo>
                    <a:pt x="1048" y="3371"/>
                  </a:lnTo>
                  <a:lnTo>
                    <a:pt x="1003" y="3644"/>
                  </a:lnTo>
                  <a:lnTo>
                    <a:pt x="1003" y="3963"/>
                  </a:lnTo>
                  <a:lnTo>
                    <a:pt x="1003" y="3963"/>
                  </a:lnTo>
                  <a:lnTo>
                    <a:pt x="1048" y="4464"/>
                  </a:lnTo>
                  <a:lnTo>
                    <a:pt x="1139" y="4920"/>
                  </a:lnTo>
                  <a:lnTo>
                    <a:pt x="1322" y="5375"/>
                  </a:lnTo>
                  <a:lnTo>
                    <a:pt x="1595" y="5740"/>
                  </a:lnTo>
                  <a:lnTo>
                    <a:pt x="1868" y="6104"/>
                  </a:lnTo>
                  <a:lnTo>
                    <a:pt x="2233" y="6377"/>
                  </a:lnTo>
                  <a:lnTo>
                    <a:pt x="2597" y="6605"/>
                  </a:lnTo>
                  <a:lnTo>
                    <a:pt x="3007" y="6742"/>
                  </a:lnTo>
                  <a:lnTo>
                    <a:pt x="3417" y="6879"/>
                  </a:lnTo>
                  <a:lnTo>
                    <a:pt x="3872" y="6924"/>
                  </a:lnTo>
                  <a:lnTo>
                    <a:pt x="4282" y="6924"/>
                  </a:lnTo>
                  <a:lnTo>
                    <a:pt x="4738" y="6833"/>
                  </a:lnTo>
                  <a:lnTo>
                    <a:pt x="5148" y="6696"/>
                  </a:lnTo>
                  <a:lnTo>
                    <a:pt x="5558" y="6469"/>
                  </a:lnTo>
                  <a:lnTo>
                    <a:pt x="5968" y="6150"/>
                  </a:lnTo>
                  <a:lnTo>
                    <a:pt x="6287" y="5785"/>
                  </a:lnTo>
                  <a:lnTo>
                    <a:pt x="6287" y="5785"/>
                  </a:lnTo>
                  <a:lnTo>
                    <a:pt x="6514" y="6286"/>
                  </a:lnTo>
                  <a:lnTo>
                    <a:pt x="6788" y="6742"/>
                  </a:lnTo>
                  <a:lnTo>
                    <a:pt x="6788" y="6742"/>
                  </a:lnTo>
                  <a:lnTo>
                    <a:pt x="6332" y="7152"/>
                  </a:lnTo>
                  <a:lnTo>
                    <a:pt x="5786" y="7471"/>
                  </a:lnTo>
                  <a:lnTo>
                    <a:pt x="5239" y="7698"/>
                  </a:lnTo>
                  <a:lnTo>
                    <a:pt x="4692" y="7881"/>
                  </a:lnTo>
                  <a:lnTo>
                    <a:pt x="4146" y="7926"/>
                  </a:lnTo>
                  <a:lnTo>
                    <a:pt x="3554" y="7881"/>
                  </a:lnTo>
                  <a:lnTo>
                    <a:pt x="3007" y="7790"/>
                  </a:lnTo>
                  <a:lnTo>
                    <a:pt x="2460" y="7607"/>
                  </a:lnTo>
                  <a:lnTo>
                    <a:pt x="1959" y="7380"/>
                  </a:lnTo>
                  <a:lnTo>
                    <a:pt x="1504" y="7061"/>
                  </a:lnTo>
                  <a:lnTo>
                    <a:pt x="1094" y="6696"/>
                  </a:lnTo>
                  <a:lnTo>
                    <a:pt x="729" y="6241"/>
                  </a:lnTo>
                  <a:lnTo>
                    <a:pt x="410" y="5740"/>
                  </a:lnTo>
                  <a:lnTo>
                    <a:pt x="183" y="5193"/>
                  </a:lnTo>
                  <a:lnTo>
                    <a:pt x="46" y="4601"/>
                  </a:lnTo>
                  <a:lnTo>
                    <a:pt x="0" y="3963"/>
                  </a:lnTo>
                  <a:lnTo>
                    <a:pt x="0" y="3963"/>
                  </a:lnTo>
                  <a:lnTo>
                    <a:pt x="46" y="3462"/>
                  </a:lnTo>
                  <a:lnTo>
                    <a:pt x="137" y="3052"/>
                  </a:lnTo>
                  <a:lnTo>
                    <a:pt x="228" y="2597"/>
                  </a:lnTo>
                  <a:lnTo>
                    <a:pt x="410" y="2232"/>
                  </a:lnTo>
                  <a:lnTo>
                    <a:pt x="593" y="1868"/>
                  </a:lnTo>
                  <a:lnTo>
                    <a:pt x="820" y="1549"/>
                  </a:lnTo>
                  <a:lnTo>
                    <a:pt x="1048" y="1276"/>
                  </a:lnTo>
                  <a:lnTo>
                    <a:pt x="1322" y="1002"/>
                  </a:lnTo>
                  <a:lnTo>
                    <a:pt x="1595" y="775"/>
                  </a:lnTo>
                  <a:lnTo>
                    <a:pt x="1914" y="547"/>
                  </a:lnTo>
                  <a:lnTo>
                    <a:pt x="2233" y="410"/>
                  </a:lnTo>
                  <a:lnTo>
                    <a:pt x="2551" y="273"/>
                  </a:lnTo>
                  <a:lnTo>
                    <a:pt x="2916" y="137"/>
                  </a:lnTo>
                  <a:lnTo>
                    <a:pt x="3280" y="91"/>
                  </a:lnTo>
                  <a:lnTo>
                    <a:pt x="3599" y="46"/>
                  </a:lnTo>
                  <a:lnTo>
                    <a:pt x="3964" y="0"/>
                  </a:lnTo>
                  <a:lnTo>
                    <a:pt x="4328" y="46"/>
                  </a:lnTo>
                  <a:lnTo>
                    <a:pt x="4692" y="91"/>
                  </a:lnTo>
                  <a:lnTo>
                    <a:pt x="5057" y="182"/>
                  </a:lnTo>
                  <a:lnTo>
                    <a:pt x="5376" y="273"/>
                  </a:lnTo>
                  <a:lnTo>
                    <a:pt x="5740" y="410"/>
                  </a:lnTo>
                  <a:lnTo>
                    <a:pt x="6059" y="592"/>
                  </a:lnTo>
                  <a:lnTo>
                    <a:pt x="6332" y="775"/>
                  </a:lnTo>
                  <a:lnTo>
                    <a:pt x="6651" y="1002"/>
                  </a:lnTo>
                  <a:lnTo>
                    <a:pt x="6924" y="1276"/>
                  </a:lnTo>
                  <a:lnTo>
                    <a:pt x="7152" y="1594"/>
                  </a:lnTo>
                  <a:lnTo>
                    <a:pt x="7334" y="1913"/>
                  </a:lnTo>
                  <a:lnTo>
                    <a:pt x="7517" y="2232"/>
                  </a:lnTo>
                  <a:lnTo>
                    <a:pt x="7699" y="2642"/>
                  </a:lnTo>
                  <a:lnTo>
                    <a:pt x="7790" y="3052"/>
                  </a:lnTo>
                  <a:lnTo>
                    <a:pt x="7881" y="3508"/>
                  </a:lnTo>
                  <a:lnTo>
                    <a:pt x="7927" y="3963"/>
                  </a:lnTo>
                  <a:lnTo>
                    <a:pt x="7927" y="3963"/>
                  </a:lnTo>
                  <a:lnTo>
                    <a:pt x="7927" y="4282"/>
                  </a:lnTo>
                  <a:lnTo>
                    <a:pt x="7972" y="4555"/>
                  </a:lnTo>
                  <a:lnTo>
                    <a:pt x="8063" y="4829"/>
                  </a:lnTo>
                  <a:lnTo>
                    <a:pt x="8154" y="5102"/>
                  </a:lnTo>
                  <a:lnTo>
                    <a:pt x="8291" y="5375"/>
                  </a:lnTo>
                  <a:lnTo>
                    <a:pt x="8428" y="5603"/>
                  </a:lnTo>
                  <a:lnTo>
                    <a:pt x="8792" y="6059"/>
                  </a:lnTo>
                  <a:lnTo>
                    <a:pt x="9248" y="6423"/>
                  </a:lnTo>
                  <a:lnTo>
                    <a:pt x="9475" y="6560"/>
                  </a:lnTo>
                  <a:lnTo>
                    <a:pt x="9749" y="6696"/>
                  </a:lnTo>
                  <a:lnTo>
                    <a:pt x="10022" y="6787"/>
                  </a:lnTo>
                  <a:lnTo>
                    <a:pt x="10295" y="6879"/>
                  </a:lnTo>
                  <a:lnTo>
                    <a:pt x="10569" y="6924"/>
                  </a:lnTo>
                  <a:lnTo>
                    <a:pt x="10887" y="6924"/>
                  </a:lnTo>
                  <a:lnTo>
                    <a:pt x="10887" y="6924"/>
                  </a:lnTo>
                  <a:lnTo>
                    <a:pt x="11206" y="6924"/>
                  </a:lnTo>
                  <a:lnTo>
                    <a:pt x="11480" y="6879"/>
                  </a:lnTo>
                  <a:lnTo>
                    <a:pt x="11799" y="6787"/>
                  </a:lnTo>
                  <a:lnTo>
                    <a:pt x="12026" y="6696"/>
                  </a:lnTo>
                  <a:lnTo>
                    <a:pt x="12300" y="6560"/>
                  </a:lnTo>
                  <a:lnTo>
                    <a:pt x="12573" y="6423"/>
                  </a:lnTo>
                  <a:lnTo>
                    <a:pt x="12983" y="6059"/>
                  </a:lnTo>
                  <a:lnTo>
                    <a:pt x="13347" y="5603"/>
                  </a:lnTo>
                  <a:lnTo>
                    <a:pt x="13484" y="5375"/>
                  </a:lnTo>
                  <a:lnTo>
                    <a:pt x="13621" y="5102"/>
                  </a:lnTo>
                  <a:lnTo>
                    <a:pt x="13712" y="4829"/>
                  </a:lnTo>
                  <a:lnTo>
                    <a:pt x="13803" y="4555"/>
                  </a:lnTo>
                  <a:lnTo>
                    <a:pt x="13848" y="4282"/>
                  </a:lnTo>
                  <a:lnTo>
                    <a:pt x="13848" y="3963"/>
                  </a:lnTo>
                  <a:lnTo>
                    <a:pt x="13848" y="3963"/>
                  </a:lnTo>
                  <a:lnTo>
                    <a:pt x="13803" y="3462"/>
                  </a:lnTo>
                  <a:lnTo>
                    <a:pt x="13712" y="2961"/>
                  </a:lnTo>
                  <a:lnTo>
                    <a:pt x="13530" y="2551"/>
                  </a:lnTo>
                  <a:lnTo>
                    <a:pt x="13256" y="2187"/>
                  </a:lnTo>
                  <a:lnTo>
                    <a:pt x="12983" y="1822"/>
                  </a:lnTo>
                  <a:lnTo>
                    <a:pt x="12618" y="1549"/>
                  </a:lnTo>
                  <a:lnTo>
                    <a:pt x="12254" y="1321"/>
                  </a:lnTo>
                  <a:lnTo>
                    <a:pt x="11844" y="1185"/>
                  </a:lnTo>
                  <a:lnTo>
                    <a:pt x="11434" y="1048"/>
                  </a:lnTo>
                  <a:lnTo>
                    <a:pt x="10979" y="1002"/>
                  </a:lnTo>
                  <a:lnTo>
                    <a:pt x="10569" y="1002"/>
                  </a:lnTo>
                  <a:lnTo>
                    <a:pt x="10113" y="1093"/>
                  </a:lnTo>
                  <a:lnTo>
                    <a:pt x="9703" y="1230"/>
                  </a:lnTo>
                  <a:lnTo>
                    <a:pt x="9293" y="1458"/>
                  </a:lnTo>
                  <a:lnTo>
                    <a:pt x="8883" y="1777"/>
                  </a:lnTo>
                  <a:lnTo>
                    <a:pt x="8564" y="2141"/>
                  </a:lnTo>
                  <a:lnTo>
                    <a:pt x="8564" y="2141"/>
                  </a:lnTo>
                  <a:lnTo>
                    <a:pt x="8337" y="1640"/>
                  </a:lnTo>
                  <a:lnTo>
                    <a:pt x="8063" y="1185"/>
                  </a:lnTo>
                  <a:lnTo>
                    <a:pt x="8063" y="1185"/>
                  </a:lnTo>
                  <a:lnTo>
                    <a:pt x="8564" y="775"/>
                  </a:lnTo>
                  <a:lnTo>
                    <a:pt x="9065" y="456"/>
                  </a:lnTo>
                  <a:lnTo>
                    <a:pt x="9612" y="228"/>
                  </a:lnTo>
                  <a:lnTo>
                    <a:pt x="10159" y="46"/>
                  </a:lnTo>
                  <a:lnTo>
                    <a:pt x="10705" y="0"/>
                  </a:lnTo>
                  <a:lnTo>
                    <a:pt x="11297" y="46"/>
                  </a:lnTo>
                  <a:lnTo>
                    <a:pt x="11844" y="137"/>
                  </a:lnTo>
                  <a:lnTo>
                    <a:pt x="12391" y="319"/>
                  </a:lnTo>
                  <a:lnTo>
                    <a:pt x="12892" y="547"/>
                  </a:lnTo>
                  <a:lnTo>
                    <a:pt x="13347" y="866"/>
                  </a:lnTo>
                  <a:lnTo>
                    <a:pt x="13757" y="1230"/>
                  </a:lnTo>
                  <a:lnTo>
                    <a:pt x="14122" y="1686"/>
                  </a:lnTo>
                  <a:lnTo>
                    <a:pt x="14441" y="2187"/>
                  </a:lnTo>
                  <a:lnTo>
                    <a:pt x="14668" y="2733"/>
                  </a:lnTo>
                  <a:lnTo>
                    <a:pt x="14805" y="3325"/>
                  </a:lnTo>
                  <a:lnTo>
                    <a:pt x="14851" y="3963"/>
                  </a:lnTo>
                  <a:lnTo>
                    <a:pt x="14851" y="3963"/>
                  </a:lnTo>
                  <a:lnTo>
                    <a:pt x="14851" y="4373"/>
                  </a:lnTo>
                  <a:lnTo>
                    <a:pt x="14759" y="4738"/>
                  </a:lnTo>
                  <a:lnTo>
                    <a:pt x="14668" y="5148"/>
                  </a:lnTo>
                  <a:lnTo>
                    <a:pt x="14532" y="5512"/>
                  </a:lnTo>
                  <a:lnTo>
                    <a:pt x="14395" y="5831"/>
                  </a:lnTo>
                  <a:lnTo>
                    <a:pt x="14167" y="6195"/>
                  </a:lnTo>
                  <a:lnTo>
                    <a:pt x="13940" y="6469"/>
                  </a:lnTo>
                  <a:lnTo>
                    <a:pt x="13712" y="6742"/>
                  </a:lnTo>
                  <a:lnTo>
                    <a:pt x="13393" y="7015"/>
                  </a:lnTo>
                  <a:lnTo>
                    <a:pt x="13120" y="7243"/>
                  </a:lnTo>
                  <a:lnTo>
                    <a:pt x="12801" y="7425"/>
                  </a:lnTo>
                  <a:lnTo>
                    <a:pt x="12436" y="7607"/>
                  </a:lnTo>
                  <a:lnTo>
                    <a:pt x="12072" y="7744"/>
                  </a:lnTo>
                  <a:lnTo>
                    <a:pt x="11707" y="7835"/>
                  </a:lnTo>
                  <a:lnTo>
                    <a:pt x="11297" y="7881"/>
                  </a:lnTo>
                  <a:lnTo>
                    <a:pt x="10887" y="7926"/>
                  </a:lnTo>
                  <a:lnTo>
                    <a:pt x="10887" y="7926"/>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8"/>
            <p:cNvSpPr/>
            <p:nvPr/>
          </p:nvSpPr>
          <p:spPr>
            <a:xfrm>
              <a:off x="5833075" y="3512300"/>
              <a:ext cx="97975" cy="97950"/>
            </a:xfrm>
            <a:custGeom>
              <a:rect b="b" l="l" r="r" t="t"/>
              <a:pathLst>
                <a:path extrusionOk="0" fill="none" h="3918" w="3919">
                  <a:moveTo>
                    <a:pt x="3918" y="1959"/>
                  </a:moveTo>
                  <a:lnTo>
                    <a:pt x="3918" y="1959"/>
                  </a:lnTo>
                  <a:lnTo>
                    <a:pt x="3918" y="2369"/>
                  </a:lnTo>
                  <a:lnTo>
                    <a:pt x="3782" y="2734"/>
                  </a:lnTo>
                  <a:lnTo>
                    <a:pt x="3599" y="3052"/>
                  </a:lnTo>
                  <a:lnTo>
                    <a:pt x="3372" y="3371"/>
                  </a:lnTo>
                  <a:lnTo>
                    <a:pt x="3053" y="3599"/>
                  </a:lnTo>
                  <a:lnTo>
                    <a:pt x="2734" y="3781"/>
                  </a:lnTo>
                  <a:lnTo>
                    <a:pt x="2370" y="3918"/>
                  </a:lnTo>
                  <a:lnTo>
                    <a:pt x="1960" y="3918"/>
                  </a:lnTo>
                  <a:lnTo>
                    <a:pt x="1960" y="3918"/>
                  </a:lnTo>
                  <a:lnTo>
                    <a:pt x="1504" y="3872"/>
                  </a:lnTo>
                  <a:lnTo>
                    <a:pt x="1094" y="3736"/>
                  </a:lnTo>
                  <a:lnTo>
                    <a:pt x="775" y="3554"/>
                  </a:lnTo>
                  <a:lnTo>
                    <a:pt x="502" y="3280"/>
                  </a:lnTo>
                  <a:lnTo>
                    <a:pt x="274" y="3007"/>
                  </a:lnTo>
                  <a:lnTo>
                    <a:pt x="92" y="2688"/>
                  </a:lnTo>
                  <a:lnTo>
                    <a:pt x="1" y="2324"/>
                  </a:lnTo>
                  <a:lnTo>
                    <a:pt x="1" y="1959"/>
                  </a:lnTo>
                  <a:lnTo>
                    <a:pt x="1" y="1595"/>
                  </a:lnTo>
                  <a:lnTo>
                    <a:pt x="92" y="1230"/>
                  </a:lnTo>
                  <a:lnTo>
                    <a:pt x="274" y="911"/>
                  </a:lnTo>
                  <a:lnTo>
                    <a:pt x="502" y="638"/>
                  </a:lnTo>
                  <a:lnTo>
                    <a:pt x="775" y="365"/>
                  </a:lnTo>
                  <a:lnTo>
                    <a:pt x="1094" y="183"/>
                  </a:lnTo>
                  <a:lnTo>
                    <a:pt x="1504" y="46"/>
                  </a:lnTo>
                  <a:lnTo>
                    <a:pt x="1960" y="0"/>
                  </a:lnTo>
                  <a:lnTo>
                    <a:pt x="1960" y="0"/>
                  </a:lnTo>
                  <a:lnTo>
                    <a:pt x="2370" y="0"/>
                  </a:lnTo>
                  <a:lnTo>
                    <a:pt x="2734" y="137"/>
                  </a:lnTo>
                  <a:lnTo>
                    <a:pt x="3053" y="319"/>
                  </a:lnTo>
                  <a:lnTo>
                    <a:pt x="3372" y="547"/>
                  </a:lnTo>
                  <a:lnTo>
                    <a:pt x="3599" y="866"/>
                  </a:lnTo>
                  <a:lnTo>
                    <a:pt x="3782" y="1185"/>
                  </a:lnTo>
                  <a:lnTo>
                    <a:pt x="3918" y="1549"/>
                  </a:lnTo>
                  <a:lnTo>
                    <a:pt x="3918" y="1959"/>
                  </a:lnTo>
                  <a:lnTo>
                    <a:pt x="3918" y="1959"/>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8"/>
            <p:cNvSpPr/>
            <p:nvPr/>
          </p:nvSpPr>
          <p:spPr>
            <a:xfrm>
              <a:off x="6006175" y="3512300"/>
              <a:ext cx="97975" cy="97950"/>
            </a:xfrm>
            <a:custGeom>
              <a:rect b="b" l="l" r="r" t="t"/>
              <a:pathLst>
                <a:path extrusionOk="0" fill="none" h="3918" w="3919">
                  <a:moveTo>
                    <a:pt x="1" y="1959"/>
                  </a:moveTo>
                  <a:lnTo>
                    <a:pt x="1" y="1959"/>
                  </a:lnTo>
                  <a:lnTo>
                    <a:pt x="46" y="1549"/>
                  </a:lnTo>
                  <a:lnTo>
                    <a:pt x="137" y="1185"/>
                  </a:lnTo>
                  <a:lnTo>
                    <a:pt x="320" y="866"/>
                  </a:lnTo>
                  <a:lnTo>
                    <a:pt x="547" y="547"/>
                  </a:lnTo>
                  <a:lnTo>
                    <a:pt x="866" y="319"/>
                  </a:lnTo>
                  <a:lnTo>
                    <a:pt x="1185" y="137"/>
                  </a:lnTo>
                  <a:lnTo>
                    <a:pt x="1550" y="0"/>
                  </a:lnTo>
                  <a:lnTo>
                    <a:pt x="1959" y="0"/>
                  </a:lnTo>
                  <a:lnTo>
                    <a:pt x="1959" y="0"/>
                  </a:lnTo>
                  <a:lnTo>
                    <a:pt x="2415" y="46"/>
                  </a:lnTo>
                  <a:lnTo>
                    <a:pt x="2825" y="183"/>
                  </a:lnTo>
                  <a:lnTo>
                    <a:pt x="3144" y="365"/>
                  </a:lnTo>
                  <a:lnTo>
                    <a:pt x="3463" y="638"/>
                  </a:lnTo>
                  <a:lnTo>
                    <a:pt x="3645" y="911"/>
                  </a:lnTo>
                  <a:lnTo>
                    <a:pt x="3827" y="1230"/>
                  </a:lnTo>
                  <a:lnTo>
                    <a:pt x="3918" y="1595"/>
                  </a:lnTo>
                  <a:lnTo>
                    <a:pt x="3918" y="1959"/>
                  </a:lnTo>
                  <a:lnTo>
                    <a:pt x="3918" y="2324"/>
                  </a:lnTo>
                  <a:lnTo>
                    <a:pt x="3827" y="2688"/>
                  </a:lnTo>
                  <a:lnTo>
                    <a:pt x="3645" y="3007"/>
                  </a:lnTo>
                  <a:lnTo>
                    <a:pt x="3463" y="3280"/>
                  </a:lnTo>
                  <a:lnTo>
                    <a:pt x="3144" y="3554"/>
                  </a:lnTo>
                  <a:lnTo>
                    <a:pt x="2825" y="3736"/>
                  </a:lnTo>
                  <a:lnTo>
                    <a:pt x="2415" y="3872"/>
                  </a:lnTo>
                  <a:lnTo>
                    <a:pt x="1959" y="3918"/>
                  </a:lnTo>
                  <a:lnTo>
                    <a:pt x="1959" y="3918"/>
                  </a:lnTo>
                  <a:lnTo>
                    <a:pt x="1550" y="3918"/>
                  </a:lnTo>
                  <a:lnTo>
                    <a:pt x="1185" y="3781"/>
                  </a:lnTo>
                  <a:lnTo>
                    <a:pt x="866" y="3599"/>
                  </a:lnTo>
                  <a:lnTo>
                    <a:pt x="547" y="3371"/>
                  </a:lnTo>
                  <a:lnTo>
                    <a:pt x="320" y="3052"/>
                  </a:lnTo>
                  <a:lnTo>
                    <a:pt x="137" y="2734"/>
                  </a:lnTo>
                  <a:lnTo>
                    <a:pt x="46" y="2369"/>
                  </a:lnTo>
                  <a:lnTo>
                    <a:pt x="1" y="1959"/>
                  </a:lnTo>
                  <a:lnTo>
                    <a:pt x="1" y="1959"/>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8"/>
            <p:cNvSpPr/>
            <p:nvPr/>
          </p:nvSpPr>
          <p:spPr>
            <a:xfrm>
              <a:off x="6006175" y="3561275"/>
              <a:ext cx="25" cy="25"/>
            </a:xfrm>
            <a:custGeom>
              <a:rect b="b" l="l" r="r" t="t"/>
              <a:pathLst>
                <a:path extrusionOk="0" fill="none" h="1" w="1">
                  <a:moveTo>
                    <a:pt x="1" y="0"/>
                  </a:moveTo>
                  <a:lnTo>
                    <a:pt x="1" y="0"/>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7" name="Google Shape;237;p18"/>
          <p:cNvGrpSpPr/>
          <p:nvPr/>
        </p:nvGrpSpPr>
        <p:grpSpPr>
          <a:xfrm rot="10800000">
            <a:off x="-1418535" y="3950679"/>
            <a:ext cx="2618424" cy="2604287"/>
            <a:chOff x="5101975" y="1229000"/>
            <a:chExt cx="421375" cy="419100"/>
          </a:xfrm>
        </p:grpSpPr>
        <p:sp>
          <p:nvSpPr>
            <p:cNvPr id="238" name="Google Shape;238;p18"/>
            <p:cNvSpPr/>
            <p:nvPr/>
          </p:nvSpPr>
          <p:spPr>
            <a:xfrm>
              <a:off x="5152075" y="1377050"/>
              <a:ext cx="223225" cy="220950"/>
            </a:xfrm>
            <a:custGeom>
              <a:rect b="b" l="l" r="r" t="t"/>
              <a:pathLst>
                <a:path extrusionOk="0" h="8838" w="8929">
                  <a:moveTo>
                    <a:pt x="4465" y="957"/>
                  </a:moveTo>
                  <a:lnTo>
                    <a:pt x="5011" y="1002"/>
                  </a:lnTo>
                  <a:lnTo>
                    <a:pt x="5558" y="1139"/>
                  </a:lnTo>
                  <a:lnTo>
                    <a:pt x="6059" y="1367"/>
                  </a:lnTo>
                  <a:lnTo>
                    <a:pt x="6514" y="1640"/>
                  </a:lnTo>
                  <a:lnTo>
                    <a:pt x="5102" y="3098"/>
                  </a:lnTo>
                  <a:lnTo>
                    <a:pt x="4783" y="3007"/>
                  </a:lnTo>
                  <a:lnTo>
                    <a:pt x="4465" y="2961"/>
                  </a:lnTo>
                  <a:lnTo>
                    <a:pt x="4146" y="3007"/>
                  </a:lnTo>
                  <a:lnTo>
                    <a:pt x="3827" y="3098"/>
                  </a:lnTo>
                  <a:lnTo>
                    <a:pt x="2369" y="1640"/>
                  </a:lnTo>
                  <a:lnTo>
                    <a:pt x="2870" y="1367"/>
                  </a:lnTo>
                  <a:lnTo>
                    <a:pt x="3371" y="1139"/>
                  </a:lnTo>
                  <a:lnTo>
                    <a:pt x="3918" y="1002"/>
                  </a:lnTo>
                  <a:lnTo>
                    <a:pt x="4465" y="957"/>
                  </a:lnTo>
                  <a:close/>
                  <a:moveTo>
                    <a:pt x="4465" y="3918"/>
                  </a:moveTo>
                  <a:lnTo>
                    <a:pt x="4647" y="3963"/>
                  </a:lnTo>
                  <a:lnTo>
                    <a:pt x="4829" y="4100"/>
                  </a:lnTo>
                  <a:lnTo>
                    <a:pt x="4920" y="4237"/>
                  </a:lnTo>
                  <a:lnTo>
                    <a:pt x="4966" y="4419"/>
                  </a:lnTo>
                  <a:lnTo>
                    <a:pt x="4920" y="4601"/>
                  </a:lnTo>
                  <a:lnTo>
                    <a:pt x="4829" y="4783"/>
                  </a:lnTo>
                  <a:lnTo>
                    <a:pt x="4647" y="4920"/>
                  </a:lnTo>
                  <a:lnTo>
                    <a:pt x="4419" y="4920"/>
                  </a:lnTo>
                  <a:lnTo>
                    <a:pt x="4282" y="4874"/>
                  </a:lnTo>
                  <a:lnTo>
                    <a:pt x="4100" y="4783"/>
                  </a:lnTo>
                  <a:lnTo>
                    <a:pt x="4009" y="4647"/>
                  </a:lnTo>
                  <a:lnTo>
                    <a:pt x="3964" y="4464"/>
                  </a:lnTo>
                  <a:lnTo>
                    <a:pt x="4009" y="4282"/>
                  </a:lnTo>
                  <a:lnTo>
                    <a:pt x="4100" y="4100"/>
                  </a:lnTo>
                  <a:lnTo>
                    <a:pt x="4282" y="3963"/>
                  </a:lnTo>
                  <a:lnTo>
                    <a:pt x="4465" y="3918"/>
                  </a:lnTo>
                  <a:close/>
                  <a:moveTo>
                    <a:pt x="1686" y="2369"/>
                  </a:moveTo>
                  <a:lnTo>
                    <a:pt x="3144" y="3781"/>
                  </a:lnTo>
                  <a:lnTo>
                    <a:pt x="3007" y="4100"/>
                  </a:lnTo>
                  <a:lnTo>
                    <a:pt x="2961" y="4419"/>
                  </a:lnTo>
                  <a:lnTo>
                    <a:pt x="3007" y="4738"/>
                  </a:lnTo>
                  <a:lnTo>
                    <a:pt x="3144" y="5057"/>
                  </a:lnTo>
                  <a:lnTo>
                    <a:pt x="1686" y="6514"/>
                  </a:lnTo>
                  <a:lnTo>
                    <a:pt x="1413" y="6013"/>
                  </a:lnTo>
                  <a:lnTo>
                    <a:pt x="1185" y="5512"/>
                  </a:lnTo>
                  <a:lnTo>
                    <a:pt x="1048" y="4965"/>
                  </a:lnTo>
                  <a:lnTo>
                    <a:pt x="1003" y="4419"/>
                  </a:lnTo>
                  <a:lnTo>
                    <a:pt x="1048" y="3872"/>
                  </a:lnTo>
                  <a:lnTo>
                    <a:pt x="1185" y="3371"/>
                  </a:lnTo>
                  <a:lnTo>
                    <a:pt x="1367" y="2825"/>
                  </a:lnTo>
                  <a:lnTo>
                    <a:pt x="1686" y="2369"/>
                  </a:lnTo>
                  <a:close/>
                  <a:moveTo>
                    <a:pt x="7243" y="2369"/>
                  </a:moveTo>
                  <a:lnTo>
                    <a:pt x="7517" y="2825"/>
                  </a:lnTo>
                  <a:lnTo>
                    <a:pt x="7744" y="3326"/>
                  </a:lnTo>
                  <a:lnTo>
                    <a:pt x="7881" y="3872"/>
                  </a:lnTo>
                  <a:lnTo>
                    <a:pt x="7927" y="4419"/>
                  </a:lnTo>
                  <a:lnTo>
                    <a:pt x="7881" y="4965"/>
                  </a:lnTo>
                  <a:lnTo>
                    <a:pt x="7744" y="5512"/>
                  </a:lnTo>
                  <a:lnTo>
                    <a:pt x="7517" y="6013"/>
                  </a:lnTo>
                  <a:lnTo>
                    <a:pt x="7243" y="6514"/>
                  </a:lnTo>
                  <a:lnTo>
                    <a:pt x="5786" y="5057"/>
                  </a:lnTo>
                  <a:lnTo>
                    <a:pt x="5922" y="4738"/>
                  </a:lnTo>
                  <a:lnTo>
                    <a:pt x="5922" y="4419"/>
                  </a:lnTo>
                  <a:lnTo>
                    <a:pt x="5922" y="4100"/>
                  </a:lnTo>
                  <a:lnTo>
                    <a:pt x="5786" y="3781"/>
                  </a:lnTo>
                  <a:lnTo>
                    <a:pt x="7243" y="2369"/>
                  </a:lnTo>
                  <a:close/>
                  <a:moveTo>
                    <a:pt x="5102" y="5785"/>
                  </a:moveTo>
                  <a:lnTo>
                    <a:pt x="6514" y="7198"/>
                  </a:lnTo>
                  <a:lnTo>
                    <a:pt x="6059" y="7516"/>
                  </a:lnTo>
                  <a:lnTo>
                    <a:pt x="5558" y="7699"/>
                  </a:lnTo>
                  <a:lnTo>
                    <a:pt x="5011" y="7835"/>
                  </a:lnTo>
                  <a:lnTo>
                    <a:pt x="4465" y="7881"/>
                  </a:lnTo>
                  <a:lnTo>
                    <a:pt x="3918" y="7835"/>
                  </a:lnTo>
                  <a:lnTo>
                    <a:pt x="3371" y="7699"/>
                  </a:lnTo>
                  <a:lnTo>
                    <a:pt x="2870" y="7516"/>
                  </a:lnTo>
                  <a:lnTo>
                    <a:pt x="2369" y="7198"/>
                  </a:lnTo>
                  <a:lnTo>
                    <a:pt x="3827" y="5785"/>
                  </a:lnTo>
                  <a:lnTo>
                    <a:pt x="4146" y="5877"/>
                  </a:lnTo>
                  <a:lnTo>
                    <a:pt x="4465" y="5922"/>
                  </a:lnTo>
                  <a:lnTo>
                    <a:pt x="4783" y="5877"/>
                  </a:lnTo>
                  <a:lnTo>
                    <a:pt x="5102" y="5785"/>
                  </a:lnTo>
                  <a:close/>
                  <a:moveTo>
                    <a:pt x="4009" y="0"/>
                  </a:moveTo>
                  <a:lnTo>
                    <a:pt x="3554" y="91"/>
                  </a:lnTo>
                  <a:lnTo>
                    <a:pt x="3144" y="183"/>
                  </a:lnTo>
                  <a:lnTo>
                    <a:pt x="2734" y="319"/>
                  </a:lnTo>
                  <a:lnTo>
                    <a:pt x="2324" y="501"/>
                  </a:lnTo>
                  <a:lnTo>
                    <a:pt x="1959" y="729"/>
                  </a:lnTo>
                  <a:lnTo>
                    <a:pt x="1640" y="1002"/>
                  </a:lnTo>
                  <a:lnTo>
                    <a:pt x="1321" y="1276"/>
                  </a:lnTo>
                  <a:lnTo>
                    <a:pt x="1048" y="1595"/>
                  </a:lnTo>
                  <a:lnTo>
                    <a:pt x="775" y="1959"/>
                  </a:lnTo>
                  <a:lnTo>
                    <a:pt x="547" y="2323"/>
                  </a:lnTo>
                  <a:lnTo>
                    <a:pt x="365" y="2688"/>
                  </a:lnTo>
                  <a:lnTo>
                    <a:pt x="228" y="3098"/>
                  </a:lnTo>
                  <a:lnTo>
                    <a:pt x="92" y="3553"/>
                  </a:lnTo>
                  <a:lnTo>
                    <a:pt x="46" y="3963"/>
                  </a:lnTo>
                  <a:lnTo>
                    <a:pt x="0" y="4419"/>
                  </a:lnTo>
                  <a:lnTo>
                    <a:pt x="46" y="4965"/>
                  </a:lnTo>
                  <a:lnTo>
                    <a:pt x="137" y="5467"/>
                  </a:lnTo>
                  <a:lnTo>
                    <a:pt x="274" y="5922"/>
                  </a:lnTo>
                  <a:lnTo>
                    <a:pt x="456" y="6378"/>
                  </a:lnTo>
                  <a:lnTo>
                    <a:pt x="638" y="6742"/>
                  </a:lnTo>
                  <a:lnTo>
                    <a:pt x="912" y="7106"/>
                  </a:lnTo>
                  <a:lnTo>
                    <a:pt x="1185" y="7471"/>
                  </a:lnTo>
                  <a:lnTo>
                    <a:pt x="1458" y="7744"/>
                  </a:lnTo>
                  <a:lnTo>
                    <a:pt x="1777" y="8017"/>
                  </a:lnTo>
                  <a:lnTo>
                    <a:pt x="2141" y="8245"/>
                  </a:lnTo>
                  <a:lnTo>
                    <a:pt x="2506" y="8427"/>
                  </a:lnTo>
                  <a:lnTo>
                    <a:pt x="2870" y="8564"/>
                  </a:lnTo>
                  <a:lnTo>
                    <a:pt x="3235" y="8701"/>
                  </a:lnTo>
                  <a:lnTo>
                    <a:pt x="3645" y="8792"/>
                  </a:lnTo>
                  <a:lnTo>
                    <a:pt x="4055" y="8837"/>
                  </a:lnTo>
                  <a:lnTo>
                    <a:pt x="4875" y="8837"/>
                  </a:lnTo>
                  <a:lnTo>
                    <a:pt x="5285" y="8792"/>
                  </a:lnTo>
                  <a:lnTo>
                    <a:pt x="5649" y="8701"/>
                  </a:lnTo>
                  <a:lnTo>
                    <a:pt x="6059" y="8564"/>
                  </a:lnTo>
                  <a:lnTo>
                    <a:pt x="6423" y="8427"/>
                  </a:lnTo>
                  <a:lnTo>
                    <a:pt x="6788" y="8245"/>
                  </a:lnTo>
                  <a:lnTo>
                    <a:pt x="7152" y="8017"/>
                  </a:lnTo>
                  <a:lnTo>
                    <a:pt x="7471" y="7744"/>
                  </a:lnTo>
                  <a:lnTo>
                    <a:pt x="7744" y="7471"/>
                  </a:lnTo>
                  <a:lnTo>
                    <a:pt x="8018" y="7106"/>
                  </a:lnTo>
                  <a:lnTo>
                    <a:pt x="8245" y="6742"/>
                  </a:lnTo>
                  <a:lnTo>
                    <a:pt x="8473" y="6378"/>
                  </a:lnTo>
                  <a:lnTo>
                    <a:pt x="8655" y="5922"/>
                  </a:lnTo>
                  <a:lnTo>
                    <a:pt x="8792" y="5467"/>
                  </a:lnTo>
                  <a:lnTo>
                    <a:pt x="8883" y="4965"/>
                  </a:lnTo>
                  <a:lnTo>
                    <a:pt x="8929" y="4419"/>
                  </a:lnTo>
                  <a:lnTo>
                    <a:pt x="8883" y="3963"/>
                  </a:lnTo>
                  <a:lnTo>
                    <a:pt x="8838" y="3553"/>
                  </a:lnTo>
                  <a:lnTo>
                    <a:pt x="8701" y="3098"/>
                  </a:lnTo>
                  <a:lnTo>
                    <a:pt x="8564" y="2688"/>
                  </a:lnTo>
                  <a:lnTo>
                    <a:pt x="8382" y="2323"/>
                  </a:lnTo>
                  <a:lnTo>
                    <a:pt x="8154" y="1959"/>
                  </a:lnTo>
                  <a:lnTo>
                    <a:pt x="7881" y="1595"/>
                  </a:lnTo>
                  <a:lnTo>
                    <a:pt x="7608" y="1276"/>
                  </a:lnTo>
                  <a:lnTo>
                    <a:pt x="7289" y="1002"/>
                  </a:lnTo>
                  <a:lnTo>
                    <a:pt x="6970" y="729"/>
                  </a:lnTo>
                  <a:lnTo>
                    <a:pt x="6606" y="501"/>
                  </a:lnTo>
                  <a:lnTo>
                    <a:pt x="6196" y="319"/>
                  </a:lnTo>
                  <a:lnTo>
                    <a:pt x="5786" y="183"/>
                  </a:lnTo>
                  <a:lnTo>
                    <a:pt x="5376" y="91"/>
                  </a:lnTo>
                  <a:lnTo>
                    <a:pt x="492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8"/>
            <p:cNvSpPr/>
            <p:nvPr/>
          </p:nvSpPr>
          <p:spPr>
            <a:xfrm>
              <a:off x="5152075" y="1377050"/>
              <a:ext cx="223225" cy="220950"/>
            </a:xfrm>
            <a:custGeom>
              <a:rect b="b" l="l" r="r" t="t"/>
              <a:pathLst>
                <a:path extrusionOk="0" fill="none" h="8838" w="8929">
                  <a:moveTo>
                    <a:pt x="4465" y="0"/>
                  </a:moveTo>
                  <a:lnTo>
                    <a:pt x="4465" y="0"/>
                  </a:lnTo>
                  <a:lnTo>
                    <a:pt x="4009" y="0"/>
                  </a:lnTo>
                  <a:lnTo>
                    <a:pt x="3554" y="91"/>
                  </a:lnTo>
                  <a:lnTo>
                    <a:pt x="3144" y="183"/>
                  </a:lnTo>
                  <a:lnTo>
                    <a:pt x="2734" y="319"/>
                  </a:lnTo>
                  <a:lnTo>
                    <a:pt x="2324" y="501"/>
                  </a:lnTo>
                  <a:lnTo>
                    <a:pt x="1959" y="729"/>
                  </a:lnTo>
                  <a:lnTo>
                    <a:pt x="1640" y="1002"/>
                  </a:lnTo>
                  <a:lnTo>
                    <a:pt x="1321" y="1276"/>
                  </a:lnTo>
                  <a:lnTo>
                    <a:pt x="1048" y="1595"/>
                  </a:lnTo>
                  <a:lnTo>
                    <a:pt x="775" y="1959"/>
                  </a:lnTo>
                  <a:lnTo>
                    <a:pt x="547" y="2323"/>
                  </a:lnTo>
                  <a:lnTo>
                    <a:pt x="365" y="2688"/>
                  </a:lnTo>
                  <a:lnTo>
                    <a:pt x="228" y="3098"/>
                  </a:lnTo>
                  <a:lnTo>
                    <a:pt x="92" y="3553"/>
                  </a:lnTo>
                  <a:lnTo>
                    <a:pt x="46" y="3963"/>
                  </a:lnTo>
                  <a:lnTo>
                    <a:pt x="0" y="4419"/>
                  </a:lnTo>
                  <a:lnTo>
                    <a:pt x="0" y="4419"/>
                  </a:lnTo>
                  <a:lnTo>
                    <a:pt x="46" y="4965"/>
                  </a:lnTo>
                  <a:lnTo>
                    <a:pt x="137" y="5467"/>
                  </a:lnTo>
                  <a:lnTo>
                    <a:pt x="274" y="5922"/>
                  </a:lnTo>
                  <a:lnTo>
                    <a:pt x="456" y="6378"/>
                  </a:lnTo>
                  <a:lnTo>
                    <a:pt x="638" y="6742"/>
                  </a:lnTo>
                  <a:lnTo>
                    <a:pt x="912" y="7106"/>
                  </a:lnTo>
                  <a:lnTo>
                    <a:pt x="1185" y="7471"/>
                  </a:lnTo>
                  <a:lnTo>
                    <a:pt x="1458" y="7744"/>
                  </a:lnTo>
                  <a:lnTo>
                    <a:pt x="1777" y="8017"/>
                  </a:lnTo>
                  <a:lnTo>
                    <a:pt x="2141" y="8245"/>
                  </a:lnTo>
                  <a:lnTo>
                    <a:pt x="2506" y="8427"/>
                  </a:lnTo>
                  <a:lnTo>
                    <a:pt x="2870" y="8564"/>
                  </a:lnTo>
                  <a:lnTo>
                    <a:pt x="3235" y="8701"/>
                  </a:lnTo>
                  <a:lnTo>
                    <a:pt x="3645" y="8792"/>
                  </a:lnTo>
                  <a:lnTo>
                    <a:pt x="4055" y="8837"/>
                  </a:lnTo>
                  <a:lnTo>
                    <a:pt x="4465" y="8837"/>
                  </a:lnTo>
                  <a:lnTo>
                    <a:pt x="4875" y="8837"/>
                  </a:lnTo>
                  <a:lnTo>
                    <a:pt x="5285" y="8792"/>
                  </a:lnTo>
                  <a:lnTo>
                    <a:pt x="5649" y="8701"/>
                  </a:lnTo>
                  <a:lnTo>
                    <a:pt x="6059" y="8564"/>
                  </a:lnTo>
                  <a:lnTo>
                    <a:pt x="6423" y="8427"/>
                  </a:lnTo>
                  <a:lnTo>
                    <a:pt x="6788" y="8245"/>
                  </a:lnTo>
                  <a:lnTo>
                    <a:pt x="7152" y="8017"/>
                  </a:lnTo>
                  <a:lnTo>
                    <a:pt x="7471" y="7744"/>
                  </a:lnTo>
                  <a:lnTo>
                    <a:pt x="7744" y="7471"/>
                  </a:lnTo>
                  <a:lnTo>
                    <a:pt x="8018" y="7106"/>
                  </a:lnTo>
                  <a:lnTo>
                    <a:pt x="8245" y="6742"/>
                  </a:lnTo>
                  <a:lnTo>
                    <a:pt x="8473" y="6378"/>
                  </a:lnTo>
                  <a:lnTo>
                    <a:pt x="8655" y="5922"/>
                  </a:lnTo>
                  <a:lnTo>
                    <a:pt x="8792" y="5467"/>
                  </a:lnTo>
                  <a:lnTo>
                    <a:pt x="8883" y="4965"/>
                  </a:lnTo>
                  <a:lnTo>
                    <a:pt x="8929" y="4419"/>
                  </a:lnTo>
                  <a:lnTo>
                    <a:pt x="8929" y="4419"/>
                  </a:lnTo>
                  <a:lnTo>
                    <a:pt x="8883" y="3963"/>
                  </a:lnTo>
                  <a:lnTo>
                    <a:pt x="8838" y="3553"/>
                  </a:lnTo>
                  <a:lnTo>
                    <a:pt x="8701" y="3098"/>
                  </a:lnTo>
                  <a:lnTo>
                    <a:pt x="8564" y="2688"/>
                  </a:lnTo>
                  <a:lnTo>
                    <a:pt x="8382" y="2323"/>
                  </a:lnTo>
                  <a:lnTo>
                    <a:pt x="8154" y="1959"/>
                  </a:lnTo>
                  <a:lnTo>
                    <a:pt x="7881" y="1595"/>
                  </a:lnTo>
                  <a:lnTo>
                    <a:pt x="7608" y="1276"/>
                  </a:lnTo>
                  <a:lnTo>
                    <a:pt x="7289" y="1002"/>
                  </a:lnTo>
                  <a:lnTo>
                    <a:pt x="6970" y="729"/>
                  </a:lnTo>
                  <a:lnTo>
                    <a:pt x="6606" y="501"/>
                  </a:lnTo>
                  <a:lnTo>
                    <a:pt x="6196" y="319"/>
                  </a:lnTo>
                  <a:lnTo>
                    <a:pt x="5786" y="183"/>
                  </a:lnTo>
                  <a:lnTo>
                    <a:pt x="5376" y="91"/>
                  </a:lnTo>
                  <a:lnTo>
                    <a:pt x="4920" y="0"/>
                  </a:lnTo>
                  <a:lnTo>
                    <a:pt x="4465" y="0"/>
                  </a:lnTo>
                  <a:lnTo>
                    <a:pt x="4465" y="0"/>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8"/>
            <p:cNvSpPr/>
            <p:nvPr/>
          </p:nvSpPr>
          <p:spPr>
            <a:xfrm>
              <a:off x="5211300" y="1400950"/>
              <a:ext cx="103650" cy="53550"/>
            </a:xfrm>
            <a:custGeom>
              <a:rect b="b" l="l" r="r" t="t"/>
              <a:pathLst>
                <a:path extrusionOk="0" fill="none" h="2142" w="4146">
                  <a:moveTo>
                    <a:pt x="4145" y="684"/>
                  </a:moveTo>
                  <a:lnTo>
                    <a:pt x="2733" y="2142"/>
                  </a:lnTo>
                  <a:lnTo>
                    <a:pt x="2733" y="2142"/>
                  </a:lnTo>
                  <a:lnTo>
                    <a:pt x="2414" y="2051"/>
                  </a:lnTo>
                  <a:lnTo>
                    <a:pt x="2096" y="2005"/>
                  </a:lnTo>
                  <a:lnTo>
                    <a:pt x="1777" y="2051"/>
                  </a:lnTo>
                  <a:lnTo>
                    <a:pt x="1458" y="2142"/>
                  </a:lnTo>
                  <a:lnTo>
                    <a:pt x="0" y="684"/>
                  </a:lnTo>
                  <a:lnTo>
                    <a:pt x="0" y="684"/>
                  </a:lnTo>
                  <a:lnTo>
                    <a:pt x="501" y="411"/>
                  </a:lnTo>
                  <a:lnTo>
                    <a:pt x="1002" y="183"/>
                  </a:lnTo>
                  <a:lnTo>
                    <a:pt x="1549" y="46"/>
                  </a:lnTo>
                  <a:lnTo>
                    <a:pt x="2096" y="1"/>
                  </a:lnTo>
                  <a:lnTo>
                    <a:pt x="2642" y="46"/>
                  </a:lnTo>
                  <a:lnTo>
                    <a:pt x="3189" y="183"/>
                  </a:lnTo>
                  <a:lnTo>
                    <a:pt x="3690" y="411"/>
                  </a:lnTo>
                  <a:lnTo>
                    <a:pt x="4145" y="684"/>
                  </a:lnTo>
                  <a:lnTo>
                    <a:pt x="4145" y="684"/>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8"/>
            <p:cNvSpPr/>
            <p:nvPr/>
          </p:nvSpPr>
          <p:spPr>
            <a:xfrm>
              <a:off x="5251150" y="1474975"/>
              <a:ext cx="25075" cy="25075"/>
            </a:xfrm>
            <a:custGeom>
              <a:rect b="b" l="l" r="r" t="t"/>
              <a:pathLst>
                <a:path extrusionOk="0" fill="none" h="1003" w="1003">
                  <a:moveTo>
                    <a:pt x="137" y="183"/>
                  </a:moveTo>
                  <a:lnTo>
                    <a:pt x="137" y="183"/>
                  </a:lnTo>
                  <a:lnTo>
                    <a:pt x="319" y="46"/>
                  </a:lnTo>
                  <a:lnTo>
                    <a:pt x="502" y="1"/>
                  </a:lnTo>
                  <a:lnTo>
                    <a:pt x="684" y="46"/>
                  </a:lnTo>
                  <a:lnTo>
                    <a:pt x="866" y="183"/>
                  </a:lnTo>
                  <a:lnTo>
                    <a:pt x="866" y="183"/>
                  </a:lnTo>
                  <a:lnTo>
                    <a:pt x="957" y="320"/>
                  </a:lnTo>
                  <a:lnTo>
                    <a:pt x="1003" y="502"/>
                  </a:lnTo>
                  <a:lnTo>
                    <a:pt x="957" y="684"/>
                  </a:lnTo>
                  <a:lnTo>
                    <a:pt x="866" y="866"/>
                  </a:lnTo>
                  <a:lnTo>
                    <a:pt x="866" y="866"/>
                  </a:lnTo>
                  <a:lnTo>
                    <a:pt x="684" y="1003"/>
                  </a:lnTo>
                  <a:lnTo>
                    <a:pt x="456" y="1003"/>
                  </a:lnTo>
                  <a:lnTo>
                    <a:pt x="319" y="957"/>
                  </a:lnTo>
                  <a:lnTo>
                    <a:pt x="137" y="866"/>
                  </a:lnTo>
                  <a:lnTo>
                    <a:pt x="46" y="730"/>
                  </a:lnTo>
                  <a:lnTo>
                    <a:pt x="1" y="547"/>
                  </a:lnTo>
                  <a:lnTo>
                    <a:pt x="46" y="365"/>
                  </a:lnTo>
                  <a:lnTo>
                    <a:pt x="137" y="183"/>
                  </a:lnTo>
                  <a:lnTo>
                    <a:pt x="137" y="183"/>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8"/>
            <p:cNvSpPr/>
            <p:nvPr/>
          </p:nvSpPr>
          <p:spPr>
            <a:xfrm>
              <a:off x="5177125" y="1436275"/>
              <a:ext cx="53550" cy="103650"/>
            </a:xfrm>
            <a:custGeom>
              <a:rect b="b" l="l" r="r" t="t"/>
              <a:pathLst>
                <a:path extrusionOk="0" fill="none" h="4146" w="2142">
                  <a:moveTo>
                    <a:pt x="684" y="0"/>
                  </a:moveTo>
                  <a:lnTo>
                    <a:pt x="2142" y="1412"/>
                  </a:lnTo>
                  <a:lnTo>
                    <a:pt x="2142" y="1412"/>
                  </a:lnTo>
                  <a:lnTo>
                    <a:pt x="2005" y="1731"/>
                  </a:lnTo>
                  <a:lnTo>
                    <a:pt x="1959" y="2050"/>
                  </a:lnTo>
                  <a:lnTo>
                    <a:pt x="2005" y="2369"/>
                  </a:lnTo>
                  <a:lnTo>
                    <a:pt x="2142" y="2688"/>
                  </a:lnTo>
                  <a:lnTo>
                    <a:pt x="684" y="4145"/>
                  </a:lnTo>
                  <a:lnTo>
                    <a:pt x="684" y="4145"/>
                  </a:lnTo>
                  <a:lnTo>
                    <a:pt x="411" y="3644"/>
                  </a:lnTo>
                  <a:lnTo>
                    <a:pt x="183" y="3143"/>
                  </a:lnTo>
                  <a:lnTo>
                    <a:pt x="46" y="2596"/>
                  </a:lnTo>
                  <a:lnTo>
                    <a:pt x="1" y="2050"/>
                  </a:lnTo>
                  <a:lnTo>
                    <a:pt x="46" y="1503"/>
                  </a:lnTo>
                  <a:lnTo>
                    <a:pt x="183" y="1002"/>
                  </a:lnTo>
                  <a:lnTo>
                    <a:pt x="365" y="456"/>
                  </a:lnTo>
                  <a:lnTo>
                    <a:pt x="684" y="0"/>
                  </a:lnTo>
                  <a:lnTo>
                    <a:pt x="684" y="0"/>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8"/>
            <p:cNvSpPr/>
            <p:nvPr/>
          </p:nvSpPr>
          <p:spPr>
            <a:xfrm>
              <a:off x="5211300" y="1521675"/>
              <a:ext cx="103650" cy="52400"/>
            </a:xfrm>
            <a:custGeom>
              <a:rect b="b" l="l" r="r" t="t"/>
              <a:pathLst>
                <a:path extrusionOk="0" fill="none" h="2096" w="4146">
                  <a:moveTo>
                    <a:pt x="0" y="1413"/>
                  </a:moveTo>
                  <a:lnTo>
                    <a:pt x="1458" y="0"/>
                  </a:lnTo>
                  <a:lnTo>
                    <a:pt x="1458" y="0"/>
                  </a:lnTo>
                  <a:lnTo>
                    <a:pt x="1777" y="92"/>
                  </a:lnTo>
                  <a:lnTo>
                    <a:pt x="2096" y="137"/>
                  </a:lnTo>
                  <a:lnTo>
                    <a:pt x="2414" y="92"/>
                  </a:lnTo>
                  <a:lnTo>
                    <a:pt x="2733" y="0"/>
                  </a:lnTo>
                  <a:lnTo>
                    <a:pt x="4145" y="1413"/>
                  </a:lnTo>
                  <a:lnTo>
                    <a:pt x="4145" y="1413"/>
                  </a:lnTo>
                  <a:lnTo>
                    <a:pt x="3690" y="1731"/>
                  </a:lnTo>
                  <a:lnTo>
                    <a:pt x="3189" y="1914"/>
                  </a:lnTo>
                  <a:lnTo>
                    <a:pt x="2642" y="2050"/>
                  </a:lnTo>
                  <a:lnTo>
                    <a:pt x="2096" y="2096"/>
                  </a:lnTo>
                  <a:lnTo>
                    <a:pt x="1549" y="2050"/>
                  </a:lnTo>
                  <a:lnTo>
                    <a:pt x="1002" y="1914"/>
                  </a:lnTo>
                  <a:lnTo>
                    <a:pt x="501" y="1731"/>
                  </a:lnTo>
                  <a:lnTo>
                    <a:pt x="0" y="1413"/>
                  </a:lnTo>
                  <a:lnTo>
                    <a:pt x="0" y="1413"/>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8"/>
            <p:cNvSpPr/>
            <p:nvPr/>
          </p:nvSpPr>
          <p:spPr>
            <a:xfrm>
              <a:off x="5296700" y="1436275"/>
              <a:ext cx="53550" cy="103650"/>
            </a:xfrm>
            <a:custGeom>
              <a:rect b="b" l="l" r="r" t="t"/>
              <a:pathLst>
                <a:path extrusionOk="0" fill="none" h="4146" w="2142">
                  <a:moveTo>
                    <a:pt x="1458" y="4145"/>
                  </a:moveTo>
                  <a:lnTo>
                    <a:pt x="1" y="2688"/>
                  </a:lnTo>
                  <a:lnTo>
                    <a:pt x="1" y="2688"/>
                  </a:lnTo>
                  <a:lnTo>
                    <a:pt x="137" y="2369"/>
                  </a:lnTo>
                  <a:lnTo>
                    <a:pt x="137" y="2050"/>
                  </a:lnTo>
                  <a:lnTo>
                    <a:pt x="137" y="1731"/>
                  </a:lnTo>
                  <a:lnTo>
                    <a:pt x="1" y="1412"/>
                  </a:lnTo>
                  <a:lnTo>
                    <a:pt x="1458" y="0"/>
                  </a:lnTo>
                  <a:lnTo>
                    <a:pt x="1458" y="0"/>
                  </a:lnTo>
                  <a:lnTo>
                    <a:pt x="1732" y="456"/>
                  </a:lnTo>
                  <a:lnTo>
                    <a:pt x="1959" y="957"/>
                  </a:lnTo>
                  <a:lnTo>
                    <a:pt x="2096" y="1503"/>
                  </a:lnTo>
                  <a:lnTo>
                    <a:pt x="2142" y="2050"/>
                  </a:lnTo>
                  <a:lnTo>
                    <a:pt x="2096" y="2596"/>
                  </a:lnTo>
                  <a:lnTo>
                    <a:pt x="1959" y="3143"/>
                  </a:lnTo>
                  <a:lnTo>
                    <a:pt x="1732" y="3644"/>
                  </a:lnTo>
                  <a:lnTo>
                    <a:pt x="1458" y="4145"/>
                  </a:lnTo>
                  <a:lnTo>
                    <a:pt x="1458" y="4145"/>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8"/>
            <p:cNvSpPr/>
            <p:nvPr/>
          </p:nvSpPr>
          <p:spPr>
            <a:xfrm>
              <a:off x="5333150" y="1539900"/>
              <a:ext cx="25" cy="25"/>
            </a:xfrm>
            <a:custGeom>
              <a:rect b="b" l="l" r="r" t="t"/>
              <a:pathLst>
                <a:path extrusionOk="0" fill="none" h="1" w="1">
                  <a:moveTo>
                    <a:pt x="0" y="0"/>
                  </a:moveTo>
                  <a:lnTo>
                    <a:pt x="0" y="0"/>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8"/>
            <p:cNvSpPr/>
            <p:nvPr/>
          </p:nvSpPr>
          <p:spPr>
            <a:xfrm>
              <a:off x="5101975" y="1229000"/>
              <a:ext cx="421375" cy="419100"/>
            </a:xfrm>
            <a:custGeom>
              <a:rect b="b" l="l" r="r" t="t"/>
              <a:pathLst>
                <a:path extrusionOk="0" h="16764" w="16855">
                  <a:moveTo>
                    <a:pt x="13894" y="957"/>
                  </a:moveTo>
                  <a:lnTo>
                    <a:pt x="14258" y="1003"/>
                  </a:lnTo>
                  <a:lnTo>
                    <a:pt x="14668" y="1139"/>
                  </a:lnTo>
                  <a:lnTo>
                    <a:pt x="14987" y="1322"/>
                  </a:lnTo>
                  <a:lnTo>
                    <a:pt x="15260" y="1549"/>
                  </a:lnTo>
                  <a:lnTo>
                    <a:pt x="15534" y="1823"/>
                  </a:lnTo>
                  <a:lnTo>
                    <a:pt x="15716" y="2187"/>
                  </a:lnTo>
                  <a:lnTo>
                    <a:pt x="15807" y="2551"/>
                  </a:lnTo>
                  <a:lnTo>
                    <a:pt x="15852" y="2916"/>
                  </a:lnTo>
                  <a:lnTo>
                    <a:pt x="14395" y="2916"/>
                  </a:lnTo>
                  <a:lnTo>
                    <a:pt x="14395" y="1959"/>
                  </a:lnTo>
                  <a:lnTo>
                    <a:pt x="13393" y="1959"/>
                  </a:lnTo>
                  <a:lnTo>
                    <a:pt x="13393" y="2916"/>
                  </a:lnTo>
                  <a:lnTo>
                    <a:pt x="11889" y="2916"/>
                  </a:lnTo>
                  <a:lnTo>
                    <a:pt x="11935" y="2551"/>
                  </a:lnTo>
                  <a:lnTo>
                    <a:pt x="12072" y="2187"/>
                  </a:lnTo>
                  <a:lnTo>
                    <a:pt x="12254" y="1823"/>
                  </a:lnTo>
                  <a:lnTo>
                    <a:pt x="12482" y="1549"/>
                  </a:lnTo>
                  <a:lnTo>
                    <a:pt x="12755" y="1322"/>
                  </a:lnTo>
                  <a:lnTo>
                    <a:pt x="13119" y="1139"/>
                  </a:lnTo>
                  <a:lnTo>
                    <a:pt x="13484" y="1003"/>
                  </a:lnTo>
                  <a:lnTo>
                    <a:pt x="13894" y="957"/>
                  </a:lnTo>
                  <a:close/>
                  <a:moveTo>
                    <a:pt x="15579" y="3918"/>
                  </a:moveTo>
                  <a:lnTo>
                    <a:pt x="15442" y="4146"/>
                  </a:lnTo>
                  <a:lnTo>
                    <a:pt x="15260" y="4374"/>
                  </a:lnTo>
                  <a:lnTo>
                    <a:pt x="15078" y="4510"/>
                  </a:lnTo>
                  <a:lnTo>
                    <a:pt x="14850" y="4647"/>
                  </a:lnTo>
                  <a:lnTo>
                    <a:pt x="14622" y="4784"/>
                  </a:lnTo>
                  <a:lnTo>
                    <a:pt x="14395" y="4829"/>
                  </a:lnTo>
                  <a:lnTo>
                    <a:pt x="14121" y="4875"/>
                  </a:lnTo>
                  <a:lnTo>
                    <a:pt x="13894" y="4920"/>
                  </a:lnTo>
                  <a:lnTo>
                    <a:pt x="13620" y="4875"/>
                  </a:lnTo>
                  <a:lnTo>
                    <a:pt x="13393" y="4829"/>
                  </a:lnTo>
                  <a:lnTo>
                    <a:pt x="13165" y="4784"/>
                  </a:lnTo>
                  <a:lnTo>
                    <a:pt x="12937" y="4647"/>
                  </a:lnTo>
                  <a:lnTo>
                    <a:pt x="12709" y="4510"/>
                  </a:lnTo>
                  <a:lnTo>
                    <a:pt x="12482" y="4374"/>
                  </a:lnTo>
                  <a:lnTo>
                    <a:pt x="12345" y="4146"/>
                  </a:lnTo>
                  <a:lnTo>
                    <a:pt x="12163" y="3918"/>
                  </a:lnTo>
                  <a:close/>
                  <a:moveTo>
                    <a:pt x="6469" y="4920"/>
                  </a:moveTo>
                  <a:lnTo>
                    <a:pt x="6970" y="4966"/>
                  </a:lnTo>
                  <a:lnTo>
                    <a:pt x="7516" y="5011"/>
                  </a:lnTo>
                  <a:lnTo>
                    <a:pt x="8017" y="5148"/>
                  </a:lnTo>
                  <a:lnTo>
                    <a:pt x="8518" y="5330"/>
                  </a:lnTo>
                  <a:lnTo>
                    <a:pt x="8974" y="5558"/>
                  </a:lnTo>
                  <a:lnTo>
                    <a:pt x="9475" y="5831"/>
                  </a:lnTo>
                  <a:lnTo>
                    <a:pt x="9885" y="6150"/>
                  </a:lnTo>
                  <a:lnTo>
                    <a:pt x="10295" y="6514"/>
                  </a:lnTo>
                  <a:lnTo>
                    <a:pt x="10705" y="6924"/>
                  </a:lnTo>
                  <a:lnTo>
                    <a:pt x="11024" y="7380"/>
                  </a:lnTo>
                  <a:lnTo>
                    <a:pt x="11297" y="7836"/>
                  </a:lnTo>
                  <a:lnTo>
                    <a:pt x="11525" y="8291"/>
                  </a:lnTo>
                  <a:lnTo>
                    <a:pt x="11662" y="8792"/>
                  </a:lnTo>
                  <a:lnTo>
                    <a:pt x="11798" y="9293"/>
                  </a:lnTo>
                  <a:lnTo>
                    <a:pt x="11889" y="9840"/>
                  </a:lnTo>
                  <a:lnTo>
                    <a:pt x="11889" y="10341"/>
                  </a:lnTo>
                  <a:lnTo>
                    <a:pt x="11889" y="10887"/>
                  </a:lnTo>
                  <a:lnTo>
                    <a:pt x="11798" y="11389"/>
                  </a:lnTo>
                  <a:lnTo>
                    <a:pt x="11662" y="11890"/>
                  </a:lnTo>
                  <a:lnTo>
                    <a:pt x="11525" y="12391"/>
                  </a:lnTo>
                  <a:lnTo>
                    <a:pt x="11297" y="12892"/>
                  </a:lnTo>
                  <a:lnTo>
                    <a:pt x="11024" y="13347"/>
                  </a:lnTo>
                  <a:lnTo>
                    <a:pt x="10705" y="13803"/>
                  </a:lnTo>
                  <a:lnTo>
                    <a:pt x="10295" y="14213"/>
                  </a:lnTo>
                  <a:lnTo>
                    <a:pt x="9885" y="14577"/>
                  </a:lnTo>
                  <a:lnTo>
                    <a:pt x="9475" y="14896"/>
                  </a:lnTo>
                  <a:lnTo>
                    <a:pt x="8974" y="15169"/>
                  </a:lnTo>
                  <a:lnTo>
                    <a:pt x="8518" y="15397"/>
                  </a:lnTo>
                  <a:lnTo>
                    <a:pt x="8017" y="15579"/>
                  </a:lnTo>
                  <a:lnTo>
                    <a:pt x="7516" y="15670"/>
                  </a:lnTo>
                  <a:lnTo>
                    <a:pt x="6970" y="15762"/>
                  </a:lnTo>
                  <a:lnTo>
                    <a:pt x="6469" y="15807"/>
                  </a:lnTo>
                  <a:lnTo>
                    <a:pt x="5968" y="15762"/>
                  </a:lnTo>
                  <a:lnTo>
                    <a:pt x="5421" y="15670"/>
                  </a:lnTo>
                  <a:lnTo>
                    <a:pt x="4920" y="15579"/>
                  </a:lnTo>
                  <a:lnTo>
                    <a:pt x="4419" y="15397"/>
                  </a:lnTo>
                  <a:lnTo>
                    <a:pt x="3918" y="15169"/>
                  </a:lnTo>
                  <a:lnTo>
                    <a:pt x="3462" y="14896"/>
                  </a:lnTo>
                  <a:lnTo>
                    <a:pt x="3052" y="14577"/>
                  </a:lnTo>
                  <a:lnTo>
                    <a:pt x="2642" y="14213"/>
                  </a:lnTo>
                  <a:lnTo>
                    <a:pt x="2232" y="13803"/>
                  </a:lnTo>
                  <a:lnTo>
                    <a:pt x="1913" y="13347"/>
                  </a:lnTo>
                  <a:lnTo>
                    <a:pt x="1640" y="12892"/>
                  </a:lnTo>
                  <a:lnTo>
                    <a:pt x="1412" y="12391"/>
                  </a:lnTo>
                  <a:lnTo>
                    <a:pt x="1276" y="11890"/>
                  </a:lnTo>
                  <a:lnTo>
                    <a:pt x="1139" y="11389"/>
                  </a:lnTo>
                  <a:lnTo>
                    <a:pt x="1048" y="10887"/>
                  </a:lnTo>
                  <a:lnTo>
                    <a:pt x="1048" y="10341"/>
                  </a:lnTo>
                  <a:lnTo>
                    <a:pt x="1048" y="9840"/>
                  </a:lnTo>
                  <a:lnTo>
                    <a:pt x="1139" y="9293"/>
                  </a:lnTo>
                  <a:lnTo>
                    <a:pt x="1276" y="8792"/>
                  </a:lnTo>
                  <a:lnTo>
                    <a:pt x="1412" y="8291"/>
                  </a:lnTo>
                  <a:lnTo>
                    <a:pt x="1640" y="7836"/>
                  </a:lnTo>
                  <a:lnTo>
                    <a:pt x="1913" y="7380"/>
                  </a:lnTo>
                  <a:lnTo>
                    <a:pt x="2232" y="6924"/>
                  </a:lnTo>
                  <a:lnTo>
                    <a:pt x="2642" y="6514"/>
                  </a:lnTo>
                  <a:lnTo>
                    <a:pt x="3052" y="6150"/>
                  </a:lnTo>
                  <a:lnTo>
                    <a:pt x="3462" y="5831"/>
                  </a:lnTo>
                  <a:lnTo>
                    <a:pt x="3918" y="5558"/>
                  </a:lnTo>
                  <a:lnTo>
                    <a:pt x="4419" y="5330"/>
                  </a:lnTo>
                  <a:lnTo>
                    <a:pt x="4920" y="5148"/>
                  </a:lnTo>
                  <a:lnTo>
                    <a:pt x="5421" y="5011"/>
                  </a:lnTo>
                  <a:lnTo>
                    <a:pt x="5968" y="4966"/>
                  </a:lnTo>
                  <a:lnTo>
                    <a:pt x="6469" y="4920"/>
                  </a:lnTo>
                  <a:close/>
                  <a:moveTo>
                    <a:pt x="13894" y="1"/>
                  </a:moveTo>
                  <a:lnTo>
                    <a:pt x="13347" y="46"/>
                  </a:lnTo>
                  <a:lnTo>
                    <a:pt x="12800" y="183"/>
                  </a:lnTo>
                  <a:lnTo>
                    <a:pt x="12345" y="411"/>
                  </a:lnTo>
                  <a:lnTo>
                    <a:pt x="11889" y="729"/>
                  </a:lnTo>
                  <a:lnTo>
                    <a:pt x="11707" y="912"/>
                  </a:lnTo>
                  <a:lnTo>
                    <a:pt x="11525" y="1139"/>
                  </a:lnTo>
                  <a:lnTo>
                    <a:pt x="11343" y="1367"/>
                  </a:lnTo>
                  <a:lnTo>
                    <a:pt x="11206" y="1640"/>
                  </a:lnTo>
                  <a:lnTo>
                    <a:pt x="11115" y="1914"/>
                  </a:lnTo>
                  <a:lnTo>
                    <a:pt x="11024" y="2233"/>
                  </a:lnTo>
                  <a:lnTo>
                    <a:pt x="10933" y="2597"/>
                  </a:lnTo>
                  <a:lnTo>
                    <a:pt x="10933" y="2916"/>
                  </a:lnTo>
                  <a:lnTo>
                    <a:pt x="10978" y="3463"/>
                  </a:lnTo>
                  <a:lnTo>
                    <a:pt x="11115" y="3964"/>
                  </a:lnTo>
                  <a:lnTo>
                    <a:pt x="11343" y="4465"/>
                  </a:lnTo>
                  <a:lnTo>
                    <a:pt x="11616" y="4875"/>
                  </a:lnTo>
                  <a:lnTo>
                    <a:pt x="11980" y="5239"/>
                  </a:lnTo>
                  <a:lnTo>
                    <a:pt x="12390" y="5512"/>
                  </a:lnTo>
                  <a:lnTo>
                    <a:pt x="12891" y="5740"/>
                  </a:lnTo>
                  <a:lnTo>
                    <a:pt x="13393" y="5877"/>
                  </a:lnTo>
                  <a:lnTo>
                    <a:pt x="13393" y="7881"/>
                  </a:lnTo>
                  <a:lnTo>
                    <a:pt x="15852" y="7881"/>
                  </a:lnTo>
                  <a:lnTo>
                    <a:pt x="15852" y="9384"/>
                  </a:lnTo>
                  <a:lnTo>
                    <a:pt x="12800" y="9384"/>
                  </a:lnTo>
                  <a:lnTo>
                    <a:pt x="12709" y="8883"/>
                  </a:lnTo>
                  <a:lnTo>
                    <a:pt x="12573" y="8382"/>
                  </a:lnTo>
                  <a:lnTo>
                    <a:pt x="12436" y="7927"/>
                  </a:lnTo>
                  <a:lnTo>
                    <a:pt x="12208" y="7471"/>
                  </a:lnTo>
                  <a:lnTo>
                    <a:pt x="11980" y="7016"/>
                  </a:lnTo>
                  <a:lnTo>
                    <a:pt x="11707" y="6606"/>
                  </a:lnTo>
                  <a:lnTo>
                    <a:pt x="11388" y="6196"/>
                  </a:lnTo>
                  <a:lnTo>
                    <a:pt x="11024" y="5831"/>
                  </a:lnTo>
                  <a:lnTo>
                    <a:pt x="10432" y="5330"/>
                  </a:lnTo>
                  <a:lnTo>
                    <a:pt x="9794" y="4875"/>
                  </a:lnTo>
                  <a:lnTo>
                    <a:pt x="9202" y="4556"/>
                  </a:lnTo>
                  <a:lnTo>
                    <a:pt x="8564" y="4282"/>
                  </a:lnTo>
                  <a:lnTo>
                    <a:pt x="7972" y="4100"/>
                  </a:lnTo>
                  <a:lnTo>
                    <a:pt x="7334" y="3964"/>
                  </a:lnTo>
                  <a:lnTo>
                    <a:pt x="6742" y="3918"/>
                  </a:lnTo>
                  <a:lnTo>
                    <a:pt x="6150" y="3918"/>
                  </a:lnTo>
                  <a:lnTo>
                    <a:pt x="5558" y="3964"/>
                  </a:lnTo>
                  <a:lnTo>
                    <a:pt x="4965" y="4100"/>
                  </a:lnTo>
                  <a:lnTo>
                    <a:pt x="4373" y="4282"/>
                  </a:lnTo>
                  <a:lnTo>
                    <a:pt x="3872" y="4510"/>
                  </a:lnTo>
                  <a:lnTo>
                    <a:pt x="3325" y="4784"/>
                  </a:lnTo>
                  <a:lnTo>
                    <a:pt x="2824" y="5057"/>
                  </a:lnTo>
                  <a:lnTo>
                    <a:pt x="2369" y="5421"/>
                  </a:lnTo>
                  <a:lnTo>
                    <a:pt x="1959" y="5831"/>
                  </a:lnTo>
                  <a:lnTo>
                    <a:pt x="1549" y="6287"/>
                  </a:lnTo>
                  <a:lnTo>
                    <a:pt x="1185" y="6742"/>
                  </a:lnTo>
                  <a:lnTo>
                    <a:pt x="866" y="7243"/>
                  </a:lnTo>
                  <a:lnTo>
                    <a:pt x="592" y="7744"/>
                  </a:lnTo>
                  <a:lnTo>
                    <a:pt x="365" y="8291"/>
                  </a:lnTo>
                  <a:lnTo>
                    <a:pt x="228" y="8838"/>
                  </a:lnTo>
                  <a:lnTo>
                    <a:pt x="91" y="9430"/>
                  </a:lnTo>
                  <a:lnTo>
                    <a:pt x="0" y="10022"/>
                  </a:lnTo>
                  <a:lnTo>
                    <a:pt x="0" y="10614"/>
                  </a:lnTo>
                  <a:lnTo>
                    <a:pt x="91" y="11252"/>
                  </a:lnTo>
                  <a:lnTo>
                    <a:pt x="182" y="11844"/>
                  </a:lnTo>
                  <a:lnTo>
                    <a:pt x="410" y="12482"/>
                  </a:lnTo>
                  <a:lnTo>
                    <a:pt x="683" y="13074"/>
                  </a:lnTo>
                  <a:lnTo>
                    <a:pt x="1002" y="13712"/>
                  </a:lnTo>
                  <a:lnTo>
                    <a:pt x="1412" y="14304"/>
                  </a:lnTo>
                  <a:lnTo>
                    <a:pt x="1913" y="14896"/>
                  </a:lnTo>
                  <a:lnTo>
                    <a:pt x="2323" y="15260"/>
                  </a:lnTo>
                  <a:lnTo>
                    <a:pt x="2688" y="15579"/>
                  </a:lnTo>
                  <a:lnTo>
                    <a:pt x="3143" y="15853"/>
                  </a:lnTo>
                  <a:lnTo>
                    <a:pt x="3553" y="16080"/>
                  </a:lnTo>
                  <a:lnTo>
                    <a:pt x="3963" y="16308"/>
                  </a:lnTo>
                  <a:lnTo>
                    <a:pt x="4419" y="16445"/>
                  </a:lnTo>
                  <a:lnTo>
                    <a:pt x="4874" y="16582"/>
                  </a:lnTo>
                  <a:lnTo>
                    <a:pt x="5330" y="16673"/>
                  </a:lnTo>
                  <a:lnTo>
                    <a:pt x="5785" y="16764"/>
                  </a:lnTo>
                  <a:lnTo>
                    <a:pt x="6696" y="16764"/>
                  </a:lnTo>
                  <a:lnTo>
                    <a:pt x="7152" y="16718"/>
                  </a:lnTo>
                  <a:lnTo>
                    <a:pt x="7607" y="16673"/>
                  </a:lnTo>
                  <a:lnTo>
                    <a:pt x="8063" y="16536"/>
                  </a:lnTo>
                  <a:lnTo>
                    <a:pt x="8518" y="16399"/>
                  </a:lnTo>
                  <a:lnTo>
                    <a:pt x="8928" y="16263"/>
                  </a:lnTo>
                  <a:lnTo>
                    <a:pt x="9338" y="16080"/>
                  </a:lnTo>
                  <a:lnTo>
                    <a:pt x="9748" y="15853"/>
                  </a:lnTo>
                  <a:lnTo>
                    <a:pt x="10113" y="15625"/>
                  </a:lnTo>
                  <a:lnTo>
                    <a:pt x="10477" y="15352"/>
                  </a:lnTo>
                  <a:lnTo>
                    <a:pt x="10842" y="15033"/>
                  </a:lnTo>
                  <a:lnTo>
                    <a:pt x="11160" y="14714"/>
                  </a:lnTo>
                  <a:lnTo>
                    <a:pt x="11479" y="14395"/>
                  </a:lnTo>
                  <a:lnTo>
                    <a:pt x="11753" y="14031"/>
                  </a:lnTo>
                  <a:lnTo>
                    <a:pt x="12026" y="13621"/>
                  </a:lnTo>
                  <a:lnTo>
                    <a:pt x="12254" y="13211"/>
                  </a:lnTo>
                  <a:lnTo>
                    <a:pt x="12436" y="12801"/>
                  </a:lnTo>
                  <a:lnTo>
                    <a:pt x="12573" y="12345"/>
                  </a:lnTo>
                  <a:lnTo>
                    <a:pt x="12709" y="11890"/>
                  </a:lnTo>
                  <a:lnTo>
                    <a:pt x="12800" y="11389"/>
                  </a:lnTo>
                  <a:lnTo>
                    <a:pt x="12891" y="10887"/>
                  </a:lnTo>
                  <a:lnTo>
                    <a:pt x="12891" y="10341"/>
                  </a:lnTo>
                  <a:lnTo>
                    <a:pt x="16855" y="10341"/>
                  </a:lnTo>
                  <a:lnTo>
                    <a:pt x="16855" y="6879"/>
                  </a:lnTo>
                  <a:lnTo>
                    <a:pt x="14395" y="6879"/>
                  </a:lnTo>
                  <a:lnTo>
                    <a:pt x="14395" y="5877"/>
                  </a:lnTo>
                  <a:lnTo>
                    <a:pt x="14896" y="5740"/>
                  </a:lnTo>
                  <a:lnTo>
                    <a:pt x="15351" y="5512"/>
                  </a:lnTo>
                  <a:lnTo>
                    <a:pt x="15761" y="5239"/>
                  </a:lnTo>
                  <a:lnTo>
                    <a:pt x="16126" y="4875"/>
                  </a:lnTo>
                  <a:lnTo>
                    <a:pt x="16445" y="4465"/>
                  </a:lnTo>
                  <a:lnTo>
                    <a:pt x="16672" y="3964"/>
                  </a:lnTo>
                  <a:lnTo>
                    <a:pt x="16809" y="3463"/>
                  </a:lnTo>
                  <a:lnTo>
                    <a:pt x="16855" y="2916"/>
                  </a:lnTo>
                  <a:lnTo>
                    <a:pt x="16809" y="2597"/>
                  </a:lnTo>
                  <a:lnTo>
                    <a:pt x="16763" y="2233"/>
                  </a:lnTo>
                  <a:lnTo>
                    <a:pt x="16672" y="1914"/>
                  </a:lnTo>
                  <a:lnTo>
                    <a:pt x="16536" y="1640"/>
                  </a:lnTo>
                  <a:lnTo>
                    <a:pt x="16399" y="1367"/>
                  </a:lnTo>
                  <a:lnTo>
                    <a:pt x="16262" y="1139"/>
                  </a:lnTo>
                  <a:lnTo>
                    <a:pt x="16080" y="912"/>
                  </a:lnTo>
                  <a:lnTo>
                    <a:pt x="15852" y="729"/>
                  </a:lnTo>
                  <a:lnTo>
                    <a:pt x="15442" y="411"/>
                  </a:lnTo>
                  <a:lnTo>
                    <a:pt x="14941" y="183"/>
                  </a:lnTo>
                  <a:lnTo>
                    <a:pt x="14440" y="46"/>
                  </a:lnTo>
                  <a:lnTo>
                    <a:pt x="1389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8"/>
            <p:cNvSpPr/>
            <p:nvPr/>
          </p:nvSpPr>
          <p:spPr>
            <a:xfrm>
              <a:off x="5101975" y="1229000"/>
              <a:ext cx="421375" cy="419100"/>
            </a:xfrm>
            <a:custGeom>
              <a:rect b="b" l="l" r="r" t="t"/>
              <a:pathLst>
                <a:path extrusionOk="0" fill="none" h="16764" w="16855">
                  <a:moveTo>
                    <a:pt x="14395" y="5877"/>
                  </a:moveTo>
                  <a:lnTo>
                    <a:pt x="14395" y="5877"/>
                  </a:lnTo>
                  <a:lnTo>
                    <a:pt x="14896" y="5740"/>
                  </a:lnTo>
                  <a:lnTo>
                    <a:pt x="15351" y="5512"/>
                  </a:lnTo>
                  <a:lnTo>
                    <a:pt x="15761" y="5239"/>
                  </a:lnTo>
                  <a:lnTo>
                    <a:pt x="16126" y="4875"/>
                  </a:lnTo>
                  <a:lnTo>
                    <a:pt x="16445" y="4465"/>
                  </a:lnTo>
                  <a:lnTo>
                    <a:pt x="16672" y="3964"/>
                  </a:lnTo>
                  <a:lnTo>
                    <a:pt x="16809" y="3463"/>
                  </a:lnTo>
                  <a:lnTo>
                    <a:pt x="16855" y="2916"/>
                  </a:lnTo>
                  <a:lnTo>
                    <a:pt x="16855" y="2916"/>
                  </a:lnTo>
                  <a:lnTo>
                    <a:pt x="16809" y="2597"/>
                  </a:lnTo>
                  <a:lnTo>
                    <a:pt x="16763" y="2233"/>
                  </a:lnTo>
                  <a:lnTo>
                    <a:pt x="16672" y="1914"/>
                  </a:lnTo>
                  <a:lnTo>
                    <a:pt x="16536" y="1640"/>
                  </a:lnTo>
                  <a:lnTo>
                    <a:pt x="16399" y="1367"/>
                  </a:lnTo>
                  <a:lnTo>
                    <a:pt x="16262" y="1139"/>
                  </a:lnTo>
                  <a:lnTo>
                    <a:pt x="16080" y="912"/>
                  </a:lnTo>
                  <a:lnTo>
                    <a:pt x="15852" y="729"/>
                  </a:lnTo>
                  <a:lnTo>
                    <a:pt x="15442" y="411"/>
                  </a:lnTo>
                  <a:lnTo>
                    <a:pt x="14941" y="183"/>
                  </a:lnTo>
                  <a:lnTo>
                    <a:pt x="14440" y="46"/>
                  </a:lnTo>
                  <a:lnTo>
                    <a:pt x="13894" y="1"/>
                  </a:lnTo>
                  <a:lnTo>
                    <a:pt x="13347" y="46"/>
                  </a:lnTo>
                  <a:lnTo>
                    <a:pt x="12800" y="183"/>
                  </a:lnTo>
                  <a:lnTo>
                    <a:pt x="12345" y="411"/>
                  </a:lnTo>
                  <a:lnTo>
                    <a:pt x="11889" y="729"/>
                  </a:lnTo>
                  <a:lnTo>
                    <a:pt x="11707" y="912"/>
                  </a:lnTo>
                  <a:lnTo>
                    <a:pt x="11525" y="1139"/>
                  </a:lnTo>
                  <a:lnTo>
                    <a:pt x="11343" y="1367"/>
                  </a:lnTo>
                  <a:lnTo>
                    <a:pt x="11206" y="1640"/>
                  </a:lnTo>
                  <a:lnTo>
                    <a:pt x="11115" y="1914"/>
                  </a:lnTo>
                  <a:lnTo>
                    <a:pt x="11024" y="2233"/>
                  </a:lnTo>
                  <a:lnTo>
                    <a:pt x="10933" y="2597"/>
                  </a:lnTo>
                  <a:lnTo>
                    <a:pt x="10933" y="2916"/>
                  </a:lnTo>
                  <a:lnTo>
                    <a:pt x="10933" y="2916"/>
                  </a:lnTo>
                  <a:lnTo>
                    <a:pt x="10978" y="3463"/>
                  </a:lnTo>
                  <a:lnTo>
                    <a:pt x="11115" y="3964"/>
                  </a:lnTo>
                  <a:lnTo>
                    <a:pt x="11343" y="4465"/>
                  </a:lnTo>
                  <a:lnTo>
                    <a:pt x="11616" y="4875"/>
                  </a:lnTo>
                  <a:lnTo>
                    <a:pt x="11980" y="5239"/>
                  </a:lnTo>
                  <a:lnTo>
                    <a:pt x="12390" y="5512"/>
                  </a:lnTo>
                  <a:lnTo>
                    <a:pt x="12891" y="5740"/>
                  </a:lnTo>
                  <a:lnTo>
                    <a:pt x="13393" y="5877"/>
                  </a:lnTo>
                  <a:lnTo>
                    <a:pt x="13393" y="7881"/>
                  </a:lnTo>
                  <a:lnTo>
                    <a:pt x="15852" y="7881"/>
                  </a:lnTo>
                  <a:lnTo>
                    <a:pt x="15852" y="9384"/>
                  </a:lnTo>
                  <a:lnTo>
                    <a:pt x="12800" y="9384"/>
                  </a:lnTo>
                  <a:lnTo>
                    <a:pt x="12800" y="9384"/>
                  </a:lnTo>
                  <a:lnTo>
                    <a:pt x="12709" y="8883"/>
                  </a:lnTo>
                  <a:lnTo>
                    <a:pt x="12573" y="8382"/>
                  </a:lnTo>
                  <a:lnTo>
                    <a:pt x="12436" y="7927"/>
                  </a:lnTo>
                  <a:lnTo>
                    <a:pt x="12208" y="7471"/>
                  </a:lnTo>
                  <a:lnTo>
                    <a:pt x="11980" y="7016"/>
                  </a:lnTo>
                  <a:lnTo>
                    <a:pt x="11707" y="6606"/>
                  </a:lnTo>
                  <a:lnTo>
                    <a:pt x="11388" y="6196"/>
                  </a:lnTo>
                  <a:lnTo>
                    <a:pt x="11024" y="5831"/>
                  </a:lnTo>
                  <a:lnTo>
                    <a:pt x="11024" y="5831"/>
                  </a:lnTo>
                  <a:lnTo>
                    <a:pt x="10432" y="5330"/>
                  </a:lnTo>
                  <a:lnTo>
                    <a:pt x="9794" y="4875"/>
                  </a:lnTo>
                  <a:lnTo>
                    <a:pt x="9202" y="4556"/>
                  </a:lnTo>
                  <a:lnTo>
                    <a:pt x="8564" y="4282"/>
                  </a:lnTo>
                  <a:lnTo>
                    <a:pt x="7972" y="4100"/>
                  </a:lnTo>
                  <a:lnTo>
                    <a:pt x="7334" y="3964"/>
                  </a:lnTo>
                  <a:lnTo>
                    <a:pt x="6742" y="3918"/>
                  </a:lnTo>
                  <a:lnTo>
                    <a:pt x="6150" y="3918"/>
                  </a:lnTo>
                  <a:lnTo>
                    <a:pt x="5558" y="3964"/>
                  </a:lnTo>
                  <a:lnTo>
                    <a:pt x="4965" y="4100"/>
                  </a:lnTo>
                  <a:lnTo>
                    <a:pt x="4373" y="4282"/>
                  </a:lnTo>
                  <a:lnTo>
                    <a:pt x="3872" y="4510"/>
                  </a:lnTo>
                  <a:lnTo>
                    <a:pt x="3325" y="4784"/>
                  </a:lnTo>
                  <a:lnTo>
                    <a:pt x="2824" y="5057"/>
                  </a:lnTo>
                  <a:lnTo>
                    <a:pt x="2369" y="5421"/>
                  </a:lnTo>
                  <a:lnTo>
                    <a:pt x="1959" y="5831"/>
                  </a:lnTo>
                  <a:lnTo>
                    <a:pt x="1549" y="6287"/>
                  </a:lnTo>
                  <a:lnTo>
                    <a:pt x="1185" y="6742"/>
                  </a:lnTo>
                  <a:lnTo>
                    <a:pt x="866" y="7243"/>
                  </a:lnTo>
                  <a:lnTo>
                    <a:pt x="592" y="7744"/>
                  </a:lnTo>
                  <a:lnTo>
                    <a:pt x="365" y="8291"/>
                  </a:lnTo>
                  <a:lnTo>
                    <a:pt x="228" y="8838"/>
                  </a:lnTo>
                  <a:lnTo>
                    <a:pt x="91" y="9430"/>
                  </a:lnTo>
                  <a:lnTo>
                    <a:pt x="0" y="10022"/>
                  </a:lnTo>
                  <a:lnTo>
                    <a:pt x="0" y="10614"/>
                  </a:lnTo>
                  <a:lnTo>
                    <a:pt x="91" y="11252"/>
                  </a:lnTo>
                  <a:lnTo>
                    <a:pt x="182" y="11844"/>
                  </a:lnTo>
                  <a:lnTo>
                    <a:pt x="410" y="12482"/>
                  </a:lnTo>
                  <a:lnTo>
                    <a:pt x="683" y="13074"/>
                  </a:lnTo>
                  <a:lnTo>
                    <a:pt x="1002" y="13712"/>
                  </a:lnTo>
                  <a:lnTo>
                    <a:pt x="1412" y="14304"/>
                  </a:lnTo>
                  <a:lnTo>
                    <a:pt x="1913" y="14896"/>
                  </a:lnTo>
                  <a:lnTo>
                    <a:pt x="1913" y="14896"/>
                  </a:lnTo>
                  <a:lnTo>
                    <a:pt x="2323" y="15260"/>
                  </a:lnTo>
                  <a:lnTo>
                    <a:pt x="2688" y="15579"/>
                  </a:lnTo>
                  <a:lnTo>
                    <a:pt x="3143" y="15853"/>
                  </a:lnTo>
                  <a:lnTo>
                    <a:pt x="3553" y="16080"/>
                  </a:lnTo>
                  <a:lnTo>
                    <a:pt x="3963" y="16308"/>
                  </a:lnTo>
                  <a:lnTo>
                    <a:pt x="4419" y="16445"/>
                  </a:lnTo>
                  <a:lnTo>
                    <a:pt x="4874" y="16582"/>
                  </a:lnTo>
                  <a:lnTo>
                    <a:pt x="5330" y="16673"/>
                  </a:lnTo>
                  <a:lnTo>
                    <a:pt x="5785" y="16764"/>
                  </a:lnTo>
                  <a:lnTo>
                    <a:pt x="6241" y="16764"/>
                  </a:lnTo>
                  <a:lnTo>
                    <a:pt x="6696" y="16764"/>
                  </a:lnTo>
                  <a:lnTo>
                    <a:pt x="7152" y="16718"/>
                  </a:lnTo>
                  <a:lnTo>
                    <a:pt x="7607" y="16673"/>
                  </a:lnTo>
                  <a:lnTo>
                    <a:pt x="8063" y="16536"/>
                  </a:lnTo>
                  <a:lnTo>
                    <a:pt x="8518" y="16399"/>
                  </a:lnTo>
                  <a:lnTo>
                    <a:pt x="8928" y="16263"/>
                  </a:lnTo>
                  <a:lnTo>
                    <a:pt x="9338" y="16080"/>
                  </a:lnTo>
                  <a:lnTo>
                    <a:pt x="9748" y="15853"/>
                  </a:lnTo>
                  <a:lnTo>
                    <a:pt x="10113" y="15625"/>
                  </a:lnTo>
                  <a:lnTo>
                    <a:pt x="10477" y="15352"/>
                  </a:lnTo>
                  <a:lnTo>
                    <a:pt x="10842" y="15033"/>
                  </a:lnTo>
                  <a:lnTo>
                    <a:pt x="11160" y="14714"/>
                  </a:lnTo>
                  <a:lnTo>
                    <a:pt x="11479" y="14395"/>
                  </a:lnTo>
                  <a:lnTo>
                    <a:pt x="11753" y="14031"/>
                  </a:lnTo>
                  <a:lnTo>
                    <a:pt x="12026" y="13621"/>
                  </a:lnTo>
                  <a:lnTo>
                    <a:pt x="12254" y="13211"/>
                  </a:lnTo>
                  <a:lnTo>
                    <a:pt x="12436" y="12801"/>
                  </a:lnTo>
                  <a:lnTo>
                    <a:pt x="12573" y="12345"/>
                  </a:lnTo>
                  <a:lnTo>
                    <a:pt x="12709" y="11890"/>
                  </a:lnTo>
                  <a:lnTo>
                    <a:pt x="12800" y="11389"/>
                  </a:lnTo>
                  <a:lnTo>
                    <a:pt x="12891" y="10887"/>
                  </a:lnTo>
                  <a:lnTo>
                    <a:pt x="12891" y="10341"/>
                  </a:lnTo>
                  <a:lnTo>
                    <a:pt x="16855" y="10341"/>
                  </a:lnTo>
                  <a:lnTo>
                    <a:pt x="16855" y="6879"/>
                  </a:lnTo>
                  <a:lnTo>
                    <a:pt x="14395" y="6879"/>
                  </a:lnTo>
                  <a:lnTo>
                    <a:pt x="14395" y="5877"/>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8"/>
            <p:cNvSpPr/>
            <p:nvPr/>
          </p:nvSpPr>
          <p:spPr>
            <a:xfrm>
              <a:off x="5128150" y="1352000"/>
              <a:ext cx="271075" cy="272200"/>
            </a:xfrm>
            <a:custGeom>
              <a:rect b="b" l="l" r="r" t="t"/>
              <a:pathLst>
                <a:path extrusionOk="0" fill="none" h="10888" w="10843">
                  <a:moveTo>
                    <a:pt x="9248" y="9293"/>
                  </a:moveTo>
                  <a:lnTo>
                    <a:pt x="9248" y="9293"/>
                  </a:lnTo>
                  <a:lnTo>
                    <a:pt x="8838" y="9657"/>
                  </a:lnTo>
                  <a:lnTo>
                    <a:pt x="8428" y="9976"/>
                  </a:lnTo>
                  <a:lnTo>
                    <a:pt x="7927" y="10249"/>
                  </a:lnTo>
                  <a:lnTo>
                    <a:pt x="7471" y="10477"/>
                  </a:lnTo>
                  <a:lnTo>
                    <a:pt x="6970" y="10659"/>
                  </a:lnTo>
                  <a:lnTo>
                    <a:pt x="6469" y="10750"/>
                  </a:lnTo>
                  <a:lnTo>
                    <a:pt x="5923" y="10842"/>
                  </a:lnTo>
                  <a:lnTo>
                    <a:pt x="5422" y="10887"/>
                  </a:lnTo>
                  <a:lnTo>
                    <a:pt x="4921" y="10842"/>
                  </a:lnTo>
                  <a:lnTo>
                    <a:pt x="4374" y="10750"/>
                  </a:lnTo>
                  <a:lnTo>
                    <a:pt x="3873" y="10659"/>
                  </a:lnTo>
                  <a:lnTo>
                    <a:pt x="3372" y="10477"/>
                  </a:lnTo>
                  <a:lnTo>
                    <a:pt x="2871" y="10249"/>
                  </a:lnTo>
                  <a:lnTo>
                    <a:pt x="2415" y="9976"/>
                  </a:lnTo>
                  <a:lnTo>
                    <a:pt x="2005" y="9657"/>
                  </a:lnTo>
                  <a:lnTo>
                    <a:pt x="1595" y="9293"/>
                  </a:lnTo>
                  <a:lnTo>
                    <a:pt x="1595" y="9293"/>
                  </a:lnTo>
                  <a:lnTo>
                    <a:pt x="1185" y="8883"/>
                  </a:lnTo>
                  <a:lnTo>
                    <a:pt x="866" y="8427"/>
                  </a:lnTo>
                  <a:lnTo>
                    <a:pt x="593" y="7972"/>
                  </a:lnTo>
                  <a:lnTo>
                    <a:pt x="365" y="7471"/>
                  </a:lnTo>
                  <a:lnTo>
                    <a:pt x="229" y="6970"/>
                  </a:lnTo>
                  <a:lnTo>
                    <a:pt x="92" y="6469"/>
                  </a:lnTo>
                  <a:lnTo>
                    <a:pt x="1" y="5967"/>
                  </a:lnTo>
                  <a:lnTo>
                    <a:pt x="1" y="5421"/>
                  </a:lnTo>
                  <a:lnTo>
                    <a:pt x="1" y="4920"/>
                  </a:lnTo>
                  <a:lnTo>
                    <a:pt x="92" y="4373"/>
                  </a:lnTo>
                  <a:lnTo>
                    <a:pt x="229" y="3872"/>
                  </a:lnTo>
                  <a:lnTo>
                    <a:pt x="365" y="3371"/>
                  </a:lnTo>
                  <a:lnTo>
                    <a:pt x="593" y="2916"/>
                  </a:lnTo>
                  <a:lnTo>
                    <a:pt x="866" y="2460"/>
                  </a:lnTo>
                  <a:lnTo>
                    <a:pt x="1185" y="2004"/>
                  </a:lnTo>
                  <a:lnTo>
                    <a:pt x="1595" y="1594"/>
                  </a:lnTo>
                  <a:lnTo>
                    <a:pt x="1595" y="1594"/>
                  </a:lnTo>
                  <a:lnTo>
                    <a:pt x="2005" y="1230"/>
                  </a:lnTo>
                  <a:lnTo>
                    <a:pt x="2415" y="911"/>
                  </a:lnTo>
                  <a:lnTo>
                    <a:pt x="2871" y="638"/>
                  </a:lnTo>
                  <a:lnTo>
                    <a:pt x="3372" y="410"/>
                  </a:lnTo>
                  <a:lnTo>
                    <a:pt x="3873" y="228"/>
                  </a:lnTo>
                  <a:lnTo>
                    <a:pt x="4374" y="91"/>
                  </a:lnTo>
                  <a:lnTo>
                    <a:pt x="4921" y="46"/>
                  </a:lnTo>
                  <a:lnTo>
                    <a:pt x="5422" y="0"/>
                  </a:lnTo>
                  <a:lnTo>
                    <a:pt x="5923" y="46"/>
                  </a:lnTo>
                  <a:lnTo>
                    <a:pt x="6469" y="91"/>
                  </a:lnTo>
                  <a:lnTo>
                    <a:pt x="6970" y="228"/>
                  </a:lnTo>
                  <a:lnTo>
                    <a:pt x="7471" y="410"/>
                  </a:lnTo>
                  <a:lnTo>
                    <a:pt x="7927" y="638"/>
                  </a:lnTo>
                  <a:lnTo>
                    <a:pt x="8428" y="911"/>
                  </a:lnTo>
                  <a:lnTo>
                    <a:pt x="8838" y="1230"/>
                  </a:lnTo>
                  <a:lnTo>
                    <a:pt x="9248" y="1594"/>
                  </a:lnTo>
                  <a:lnTo>
                    <a:pt x="9248" y="1594"/>
                  </a:lnTo>
                  <a:lnTo>
                    <a:pt x="9658" y="2004"/>
                  </a:lnTo>
                  <a:lnTo>
                    <a:pt x="9977" y="2460"/>
                  </a:lnTo>
                  <a:lnTo>
                    <a:pt x="10250" y="2916"/>
                  </a:lnTo>
                  <a:lnTo>
                    <a:pt x="10478" y="3371"/>
                  </a:lnTo>
                  <a:lnTo>
                    <a:pt x="10615" y="3872"/>
                  </a:lnTo>
                  <a:lnTo>
                    <a:pt x="10751" y="4373"/>
                  </a:lnTo>
                  <a:lnTo>
                    <a:pt x="10842" y="4920"/>
                  </a:lnTo>
                  <a:lnTo>
                    <a:pt x="10842" y="5421"/>
                  </a:lnTo>
                  <a:lnTo>
                    <a:pt x="10842" y="5967"/>
                  </a:lnTo>
                  <a:lnTo>
                    <a:pt x="10751" y="6469"/>
                  </a:lnTo>
                  <a:lnTo>
                    <a:pt x="10615" y="6970"/>
                  </a:lnTo>
                  <a:lnTo>
                    <a:pt x="10478" y="7471"/>
                  </a:lnTo>
                  <a:lnTo>
                    <a:pt x="10250" y="7972"/>
                  </a:lnTo>
                  <a:lnTo>
                    <a:pt x="9977" y="8427"/>
                  </a:lnTo>
                  <a:lnTo>
                    <a:pt x="9658" y="8883"/>
                  </a:lnTo>
                  <a:lnTo>
                    <a:pt x="9248" y="9293"/>
                  </a:lnTo>
                  <a:lnTo>
                    <a:pt x="9248" y="9293"/>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8"/>
            <p:cNvSpPr/>
            <p:nvPr/>
          </p:nvSpPr>
          <p:spPr>
            <a:xfrm>
              <a:off x="5399200" y="1252925"/>
              <a:ext cx="99100" cy="48975"/>
            </a:xfrm>
            <a:custGeom>
              <a:rect b="b" l="l" r="r" t="t"/>
              <a:pathLst>
                <a:path extrusionOk="0" fill="none" h="1959" w="3964">
                  <a:moveTo>
                    <a:pt x="2005" y="0"/>
                  </a:moveTo>
                  <a:lnTo>
                    <a:pt x="2005" y="0"/>
                  </a:lnTo>
                  <a:lnTo>
                    <a:pt x="2369" y="46"/>
                  </a:lnTo>
                  <a:lnTo>
                    <a:pt x="2779" y="182"/>
                  </a:lnTo>
                  <a:lnTo>
                    <a:pt x="3098" y="365"/>
                  </a:lnTo>
                  <a:lnTo>
                    <a:pt x="3371" y="592"/>
                  </a:lnTo>
                  <a:lnTo>
                    <a:pt x="3645" y="866"/>
                  </a:lnTo>
                  <a:lnTo>
                    <a:pt x="3827" y="1230"/>
                  </a:lnTo>
                  <a:lnTo>
                    <a:pt x="3918" y="1594"/>
                  </a:lnTo>
                  <a:lnTo>
                    <a:pt x="3963" y="1959"/>
                  </a:lnTo>
                  <a:lnTo>
                    <a:pt x="2506" y="1959"/>
                  </a:lnTo>
                  <a:lnTo>
                    <a:pt x="2506" y="1002"/>
                  </a:lnTo>
                  <a:lnTo>
                    <a:pt x="1504" y="1002"/>
                  </a:lnTo>
                  <a:lnTo>
                    <a:pt x="1504" y="1959"/>
                  </a:lnTo>
                  <a:lnTo>
                    <a:pt x="0" y="1959"/>
                  </a:lnTo>
                  <a:lnTo>
                    <a:pt x="0" y="1959"/>
                  </a:lnTo>
                  <a:lnTo>
                    <a:pt x="46" y="1594"/>
                  </a:lnTo>
                  <a:lnTo>
                    <a:pt x="183" y="1230"/>
                  </a:lnTo>
                  <a:lnTo>
                    <a:pt x="365" y="866"/>
                  </a:lnTo>
                  <a:lnTo>
                    <a:pt x="593" y="592"/>
                  </a:lnTo>
                  <a:lnTo>
                    <a:pt x="866" y="365"/>
                  </a:lnTo>
                  <a:lnTo>
                    <a:pt x="1230" y="182"/>
                  </a:lnTo>
                  <a:lnTo>
                    <a:pt x="1595" y="46"/>
                  </a:lnTo>
                  <a:lnTo>
                    <a:pt x="2005" y="0"/>
                  </a:lnTo>
                  <a:lnTo>
                    <a:pt x="2005" y="0"/>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8"/>
            <p:cNvSpPr/>
            <p:nvPr/>
          </p:nvSpPr>
          <p:spPr>
            <a:xfrm>
              <a:off x="5406025" y="1326950"/>
              <a:ext cx="85450" cy="25075"/>
            </a:xfrm>
            <a:custGeom>
              <a:rect b="b" l="l" r="r" t="t"/>
              <a:pathLst>
                <a:path extrusionOk="0" fill="none" h="1003" w="3418">
                  <a:moveTo>
                    <a:pt x="1" y="0"/>
                  </a:moveTo>
                  <a:lnTo>
                    <a:pt x="3417" y="0"/>
                  </a:lnTo>
                  <a:lnTo>
                    <a:pt x="3417" y="0"/>
                  </a:lnTo>
                  <a:lnTo>
                    <a:pt x="3280" y="228"/>
                  </a:lnTo>
                  <a:lnTo>
                    <a:pt x="3098" y="456"/>
                  </a:lnTo>
                  <a:lnTo>
                    <a:pt x="2916" y="592"/>
                  </a:lnTo>
                  <a:lnTo>
                    <a:pt x="2688" y="729"/>
                  </a:lnTo>
                  <a:lnTo>
                    <a:pt x="2460" y="866"/>
                  </a:lnTo>
                  <a:lnTo>
                    <a:pt x="2233" y="911"/>
                  </a:lnTo>
                  <a:lnTo>
                    <a:pt x="1959" y="957"/>
                  </a:lnTo>
                  <a:lnTo>
                    <a:pt x="1732" y="1002"/>
                  </a:lnTo>
                  <a:lnTo>
                    <a:pt x="1458" y="957"/>
                  </a:lnTo>
                  <a:lnTo>
                    <a:pt x="1231" y="911"/>
                  </a:lnTo>
                  <a:lnTo>
                    <a:pt x="1003" y="866"/>
                  </a:lnTo>
                  <a:lnTo>
                    <a:pt x="775" y="729"/>
                  </a:lnTo>
                  <a:lnTo>
                    <a:pt x="547" y="592"/>
                  </a:lnTo>
                  <a:lnTo>
                    <a:pt x="320" y="456"/>
                  </a:lnTo>
                  <a:lnTo>
                    <a:pt x="183" y="228"/>
                  </a:lnTo>
                  <a:lnTo>
                    <a:pt x="1" y="0"/>
                  </a:lnTo>
                  <a:lnTo>
                    <a:pt x="1" y="0"/>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8"/>
            <p:cNvSpPr/>
            <p:nvPr/>
          </p:nvSpPr>
          <p:spPr>
            <a:xfrm>
              <a:off x="5406025" y="1326950"/>
              <a:ext cx="25" cy="25"/>
            </a:xfrm>
            <a:custGeom>
              <a:rect b="b" l="l" r="r" t="t"/>
              <a:pathLst>
                <a:path extrusionOk="0" fill="none" h="1" w="1">
                  <a:moveTo>
                    <a:pt x="1" y="0"/>
                  </a:moveTo>
                  <a:lnTo>
                    <a:pt x="1" y="0"/>
                  </a:lnTo>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2" name="Google Shape;252;p18"/>
          <p:cNvSpPr/>
          <p:nvPr/>
        </p:nvSpPr>
        <p:spPr>
          <a:xfrm rot="5400000">
            <a:off x="-1136781" y="-958362"/>
            <a:ext cx="3176700" cy="3176700"/>
          </a:xfrm>
          <a:prstGeom prst="blockArc">
            <a:avLst>
              <a:gd fmla="val 1079972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253" name="Shape 253"/>
        <p:cNvGrpSpPr/>
        <p:nvPr/>
      </p:nvGrpSpPr>
      <p:grpSpPr>
        <a:xfrm>
          <a:off x="0" y="0"/>
          <a:ext cx="0" cy="0"/>
          <a:chOff x="0" y="0"/>
          <a:chExt cx="0" cy="0"/>
        </a:xfrm>
      </p:grpSpPr>
      <p:sp>
        <p:nvSpPr>
          <p:cNvPr id="254" name="Google Shape;254;p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255" name="Google Shape;255;p19"/>
          <p:cNvSpPr/>
          <p:nvPr/>
        </p:nvSpPr>
        <p:spPr>
          <a:xfrm>
            <a:off x="-12250" y="3771900"/>
            <a:ext cx="9156300" cy="1395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256" name="Shape 256"/>
        <p:cNvGrpSpPr/>
        <p:nvPr/>
      </p:nvGrpSpPr>
      <p:grpSpPr>
        <a:xfrm>
          <a:off x="0" y="0"/>
          <a:ext cx="0" cy="0"/>
          <a:chOff x="0" y="0"/>
          <a:chExt cx="0" cy="0"/>
        </a:xfrm>
      </p:grpSpPr>
      <p:sp>
        <p:nvSpPr>
          <p:cNvPr id="257" name="Google Shape;257;p20"/>
          <p:cNvSpPr txBox="1"/>
          <p:nvPr>
            <p:ph type="title"/>
          </p:nvPr>
        </p:nvSpPr>
        <p:spPr>
          <a:xfrm>
            <a:off x="3470350" y="1839825"/>
            <a:ext cx="4644300" cy="19155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sz="53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8" name="Google Shape;258;p20"/>
          <p:cNvSpPr txBox="1"/>
          <p:nvPr>
            <p:ph idx="2" type="title"/>
          </p:nvPr>
        </p:nvSpPr>
        <p:spPr>
          <a:xfrm>
            <a:off x="7057750" y="674750"/>
            <a:ext cx="1056900" cy="10611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53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259" name="Google Shape;259;p20"/>
          <p:cNvSpPr txBox="1"/>
          <p:nvPr>
            <p:ph idx="1" type="subTitle"/>
          </p:nvPr>
        </p:nvSpPr>
        <p:spPr>
          <a:xfrm>
            <a:off x="5558050" y="3755325"/>
            <a:ext cx="2556600" cy="713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atin typeface="Nunito"/>
                <a:ea typeface="Nunito"/>
                <a:cs typeface="Nunito"/>
                <a:sym typeface="Nunito"/>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9_1">
    <p:spTree>
      <p:nvGrpSpPr>
        <p:cNvPr id="260" name="Shape 260"/>
        <p:cNvGrpSpPr/>
        <p:nvPr/>
      </p:nvGrpSpPr>
      <p:grpSpPr>
        <a:xfrm>
          <a:off x="0" y="0"/>
          <a:ext cx="0" cy="0"/>
          <a:chOff x="0" y="0"/>
          <a:chExt cx="0" cy="0"/>
        </a:xfrm>
      </p:grpSpPr>
      <p:sp>
        <p:nvSpPr>
          <p:cNvPr id="261" name="Google Shape;261;p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262" name="Google Shape;262;p21"/>
          <p:cNvSpPr/>
          <p:nvPr/>
        </p:nvSpPr>
        <p:spPr>
          <a:xfrm>
            <a:off x="-1671912" y="3881100"/>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1"/>
          <p:cNvSpPr/>
          <p:nvPr/>
        </p:nvSpPr>
        <p:spPr>
          <a:xfrm rot="-5400000">
            <a:off x="7639219" y="3881095"/>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4" name="Shape 264"/>
        <p:cNvGrpSpPr/>
        <p:nvPr/>
      </p:nvGrpSpPr>
      <p:grpSpPr>
        <a:xfrm>
          <a:off x="0" y="0"/>
          <a:ext cx="0" cy="0"/>
          <a:chOff x="0" y="0"/>
          <a:chExt cx="0" cy="0"/>
        </a:xfrm>
      </p:grpSpPr>
      <p:sp>
        <p:nvSpPr>
          <p:cNvPr id="265" name="Google Shape;265;p2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266" name="Google Shape;266;p22"/>
          <p:cNvSpPr/>
          <p:nvPr/>
        </p:nvSpPr>
        <p:spPr>
          <a:xfrm>
            <a:off x="-1746050" y="3881100"/>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2"/>
          <p:cNvSpPr/>
          <p:nvPr/>
        </p:nvSpPr>
        <p:spPr>
          <a:xfrm rot="10800000">
            <a:off x="7883782" y="-1637830"/>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9_1_1">
    <p:spTree>
      <p:nvGrpSpPr>
        <p:cNvPr id="268" name="Shape 268"/>
        <p:cNvGrpSpPr/>
        <p:nvPr/>
      </p:nvGrpSpPr>
      <p:grpSpPr>
        <a:xfrm>
          <a:off x="0" y="0"/>
          <a:ext cx="0" cy="0"/>
          <a:chOff x="0" y="0"/>
          <a:chExt cx="0" cy="0"/>
        </a:xfrm>
      </p:grpSpPr>
      <p:sp>
        <p:nvSpPr>
          <p:cNvPr id="269" name="Google Shape;269;p2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270" name="Google Shape;270;p23"/>
          <p:cNvSpPr/>
          <p:nvPr/>
        </p:nvSpPr>
        <p:spPr>
          <a:xfrm flipH="1" rot="10800000">
            <a:off x="-1746050" y="-1637830"/>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3">
    <p:spTree>
      <p:nvGrpSpPr>
        <p:cNvPr id="271" name="Shape 271"/>
        <p:cNvGrpSpPr/>
        <p:nvPr/>
      </p:nvGrpSpPr>
      <p:grpSpPr>
        <a:xfrm>
          <a:off x="0" y="0"/>
          <a:ext cx="0" cy="0"/>
          <a:chOff x="0" y="0"/>
          <a:chExt cx="0" cy="0"/>
        </a:xfrm>
      </p:grpSpPr>
      <p:sp>
        <p:nvSpPr>
          <p:cNvPr id="272" name="Google Shape;272;p2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273" name="Google Shape;273;p24"/>
          <p:cNvSpPr txBox="1"/>
          <p:nvPr>
            <p:ph idx="1" type="body"/>
          </p:nvPr>
        </p:nvSpPr>
        <p:spPr>
          <a:xfrm>
            <a:off x="796200" y="1688850"/>
            <a:ext cx="3865800" cy="2503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1600"/>
              </a:spcBef>
              <a:spcAft>
                <a:spcPts val="0"/>
              </a:spcAft>
              <a:buSzPts val="1400"/>
              <a:buChar char="■"/>
              <a:defRPr/>
            </a:lvl3pPr>
            <a:lvl4pPr indent="-317500" lvl="3" marL="1828800" algn="l">
              <a:lnSpc>
                <a:spcPct val="100000"/>
              </a:lnSpc>
              <a:spcBef>
                <a:spcPts val="1600"/>
              </a:spcBef>
              <a:spcAft>
                <a:spcPts val="0"/>
              </a:spcAft>
              <a:buSzPts val="1400"/>
              <a:buChar char="●"/>
              <a:defRPr/>
            </a:lvl4pPr>
            <a:lvl5pPr indent="-317500" lvl="4" marL="2286000" algn="l">
              <a:lnSpc>
                <a:spcPct val="100000"/>
              </a:lnSpc>
              <a:spcBef>
                <a:spcPts val="1600"/>
              </a:spcBef>
              <a:spcAft>
                <a:spcPts val="0"/>
              </a:spcAft>
              <a:buSzPts val="1400"/>
              <a:buChar char="○"/>
              <a:defRPr/>
            </a:lvl5pPr>
            <a:lvl6pPr indent="-317500" lvl="5" marL="2743200" algn="l">
              <a:lnSpc>
                <a:spcPct val="100000"/>
              </a:lnSpc>
              <a:spcBef>
                <a:spcPts val="1600"/>
              </a:spcBef>
              <a:spcAft>
                <a:spcPts val="0"/>
              </a:spcAft>
              <a:buSzPts val="1400"/>
              <a:buChar char="■"/>
              <a:defRPr/>
            </a:lvl6pPr>
            <a:lvl7pPr indent="-317500" lvl="6" marL="3200400" algn="l">
              <a:lnSpc>
                <a:spcPct val="100000"/>
              </a:lnSpc>
              <a:spcBef>
                <a:spcPts val="1600"/>
              </a:spcBef>
              <a:spcAft>
                <a:spcPts val="0"/>
              </a:spcAft>
              <a:buSzPts val="1400"/>
              <a:buChar char="●"/>
              <a:defRPr/>
            </a:lvl7pPr>
            <a:lvl8pPr indent="-317500" lvl="7" marL="3657600" algn="l">
              <a:lnSpc>
                <a:spcPct val="100000"/>
              </a:lnSpc>
              <a:spcBef>
                <a:spcPts val="1600"/>
              </a:spcBef>
              <a:spcAft>
                <a:spcPts val="0"/>
              </a:spcAft>
              <a:buSzPts val="1400"/>
              <a:buChar char="○"/>
              <a:defRPr/>
            </a:lvl8pPr>
            <a:lvl9pPr indent="-317500" lvl="8" marL="4114800" algn="l">
              <a:lnSpc>
                <a:spcPct val="100000"/>
              </a:lnSpc>
              <a:spcBef>
                <a:spcPts val="1600"/>
              </a:spcBef>
              <a:spcAft>
                <a:spcPts val="1600"/>
              </a:spcAft>
              <a:buSzPts val="1400"/>
              <a:buChar char="■"/>
              <a:defRPr/>
            </a:lvl9pPr>
          </a:lstStyle>
          <a:p/>
        </p:txBody>
      </p:sp>
      <p:sp>
        <p:nvSpPr>
          <p:cNvPr id="274" name="Google Shape;274;p24"/>
          <p:cNvSpPr/>
          <p:nvPr/>
        </p:nvSpPr>
        <p:spPr>
          <a:xfrm>
            <a:off x="-54950" y="4583175"/>
            <a:ext cx="9277200" cy="572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4"/>
          <p:cNvSpPr/>
          <p:nvPr/>
        </p:nvSpPr>
        <p:spPr>
          <a:xfrm rot="10800000">
            <a:off x="7600857" y="-1615880"/>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2">
    <p:bg>
      <p:bgPr>
        <a:noFill/>
      </p:bgPr>
    </p:bg>
    <p:spTree>
      <p:nvGrpSpPr>
        <p:cNvPr id="276" name="Shape 276"/>
        <p:cNvGrpSpPr/>
        <p:nvPr/>
      </p:nvGrpSpPr>
      <p:grpSpPr>
        <a:xfrm>
          <a:off x="0" y="0"/>
          <a:ext cx="0" cy="0"/>
          <a:chOff x="0" y="0"/>
          <a:chExt cx="0" cy="0"/>
        </a:xfrm>
      </p:grpSpPr>
      <p:sp>
        <p:nvSpPr>
          <p:cNvPr id="277" name="Google Shape;277;p25"/>
          <p:cNvSpPr txBox="1"/>
          <p:nvPr>
            <p:ph type="title"/>
          </p:nvPr>
        </p:nvSpPr>
        <p:spPr>
          <a:xfrm>
            <a:off x="537950" y="1456971"/>
            <a:ext cx="3570900" cy="1157400"/>
          </a:xfrm>
          <a:prstGeom prst="rect">
            <a:avLst/>
          </a:prstGeom>
          <a:noFill/>
          <a:ln>
            <a:noFill/>
          </a:ln>
        </p:spPr>
        <p:txBody>
          <a:bodyPr anchorCtr="0" anchor="t" bIns="91425" lIns="91425" spcFirstLastPara="1" rIns="91425" wrap="square" tIns="91425">
            <a:noAutofit/>
          </a:bodyPr>
          <a:lstStyle>
            <a:lvl1pPr lvl="0" marR="38100" algn="r">
              <a:lnSpc>
                <a:spcPct val="128571"/>
              </a:lnSpc>
              <a:spcBef>
                <a:spcPts val="0"/>
              </a:spcBef>
              <a:spcAft>
                <a:spcPts val="0"/>
              </a:spcAft>
              <a:buSzPts val="3400"/>
              <a:buNone/>
              <a:defRPr>
                <a:solidFill>
                  <a:srgbClr val="202124"/>
                </a:solidFill>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278" name="Google Shape;278;p25"/>
          <p:cNvSpPr txBox="1"/>
          <p:nvPr>
            <p:ph idx="1" type="subTitle"/>
          </p:nvPr>
        </p:nvSpPr>
        <p:spPr>
          <a:xfrm>
            <a:off x="968950" y="2885075"/>
            <a:ext cx="3140100" cy="10899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9" name="Google Shape;279;p25"/>
          <p:cNvSpPr/>
          <p:nvPr/>
        </p:nvSpPr>
        <p:spPr>
          <a:xfrm>
            <a:off x="5682350" y="-1125"/>
            <a:ext cx="3461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5"/>
          <p:cNvSpPr/>
          <p:nvPr/>
        </p:nvSpPr>
        <p:spPr>
          <a:xfrm rot="10800000">
            <a:off x="2371632" y="-2100630"/>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5"/>
          <p:cNvSpPr/>
          <p:nvPr/>
        </p:nvSpPr>
        <p:spPr>
          <a:xfrm>
            <a:off x="-1746050" y="3881100"/>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82" name="Shape 282"/>
        <p:cNvGrpSpPr/>
        <p:nvPr/>
      </p:nvGrpSpPr>
      <p:grpSpPr>
        <a:xfrm>
          <a:off x="0" y="0"/>
          <a:ext cx="0" cy="0"/>
          <a:chOff x="0" y="0"/>
          <a:chExt cx="0" cy="0"/>
        </a:xfrm>
      </p:grpSpPr>
      <p:sp>
        <p:nvSpPr>
          <p:cNvPr id="283" name="Google Shape;283;p26"/>
          <p:cNvSpPr txBox="1"/>
          <p:nvPr>
            <p:ph type="title"/>
          </p:nvPr>
        </p:nvSpPr>
        <p:spPr>
          <a:xfrm>
            <a:off x="720000" y="527687"/>
            <a:ext cx="4294800" cy="87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sz="5000"/>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284" name="Google Shape;284;p26"/>
          <p:cNvSpPr txBox="1"/>
          <p:nvPr>
            <p:ph idx="1" type="subTitle"/>
          </p:nvPr>
        </p:nvSpPr>
        <p:spPr>
          <a:xfrm>
            <a:off x="720000" y="1514650"/>
            <a:ext cx="3434700" cy="1276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85" name="Google Shape;285;p26"/>
          <p:cNvSpPr txBox="1"/>
          <p:nvPr/>
        </p:nvSpPr>
        <p:spPr>
          <a:xfrm>
            <a:off x="720000" y="3415775"/>
            <a:ext cx="4188000" cy="615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0" i="0" lang="de" sz="1000" u="none" cap="none" strike="noStrike">
                <a:solidFill>
                  <a:schemeClr val="dk1"/>
                </a:solidFill>
                <a:latin typeface="Open Sans"/>
                <a:ea typeface="Open Sans"/>
                <a:cs typeface="Open Sans"/>
                <a:sym typeface="Open Sans"/>
              </a:rPr>
              <a:t>CREDITS: Diese Präsentationsvorlage wurde von </a:t>
            </a:r>
            <a:r>
              <a:rPr b="1" i="0" lang="de" sz="1000" u="none" cap="none" strike="noStrike">
                <a:solidFill>
                  <a:schemeClr val="hlink"/>
                </a:solidFill>
                <a:uFill>
                  <a:noFill/>
                </a:uFill>
                <a:latin typeface="Open Sans"/>
                <a:ea typeface="Open Sans"/>
                <a:cs typeface="Open Sans"/>
                <a:sym typeface="Open Sans"/>
                <a:hlinkClick r:id="rId2"/>
              </a:rPr>
              <a:t>Slidesgo</a:t>
            </a:r>
            <a:r>
              <a:rPr b="0" i="0" lang="de" sz="1000" u="none" cap="none" strike="noStrike">
                <a:solidFill>
                  <a:schemeClr val="dk1"/>
                </a:solidFill>
                <a:latin typeface="Open Sans"/>
                <a:ea typeface="Open Sans"/>
                <a:cs typeface="Open Sans"/>
                <a:sym typeface="Open Sans"/>
              </a:rPr>
              <a:t> erstellt, inklusive Icons von</a:t>
            </a:r>
            <a:r>
              <a:rPr b="1" i="0" lang="de" sz="1000" u="none" cap="none" strike="noStrike">
                <a:solidFill>
                  <a:schemeClr val="dk1"/>
                </a:solidFill>
                <a:latin typeface="Open Sans"/>
                <a:ea typeface="Open Sans"/>
                <a:cs typeface="Open Sans"/>
                <a:sym typeface="Open Sans"/>
              </a:rPr>
              <a:t> </a:t>
            </a:r>
            <a:r>
              <a:rPr b="1" i="0" lang="de" sz="1000" u="none" cap="none" strike="noStrike">
                <a:solidFill>
                  <a:schemeClr val="hlink"/>
                </a:solidFill>
                <a:uFill>
                  <a:noFill/>
                </a:uFill>
                <a:latin typeface="Open Sans"/>
                <a:ea typeface="Open Sans"/>
                <a:cs typeface="Open Sans"/>
                <a:sym typeface="Open Sans"/>
                <a:hlinkClick r:id="rId3"/>
              </a:rPr>
              <a:t>Flaticon</a:t>
            </a:r>
            <a:r>
              <a:rPr b="0" i="0" lang="de" sz="1000" u="none" cap="none" strike="noStrike">
                <a:solidFill>
                  <a:schemeClr val="dk1"/>
                </a:solidFill>
                <a:latin typeface="Open Sans"/>
                <a:ea typeface="Open Sans"/>
                <a:cs typeface="Open Sans"/>
                <a:sym typeface="Open Sans"/>
              </a:rPr>
              <a:t>, Infografiken &amp; Bilder von </a:t>
            </a:r>
            <a:r>
              <a:rPr b="1" i="0" lang="de" sz="1000" u="none" cap="none" strike="noStrike">
                <a:solidFill>
                  <a:schemeClr val="hlink"/>
                </a:solidFill>
                <a:uFill>
                  <a:noFill/>
                </a:uFill>
                <a:latin typeface="Open Sans"/>
                <a:ea typeface="Open Sans"/>
                <a:cs typeface="Open Sans"/>
                <a:sym typeface="Open Sans"/>
                <a:hlinkClick r:id="rId4"/>
              </a:rPr>
              <a:t>Freepik</a:t>
            </a:r>
            <a:endParaRPr b="1" i="0" sz="1000" u="none" cap="none" strike="noStrike">
              <a:solidFill>
                <a:schemeClr val="dk1"/>
              </a:solidFill>
              <a:latin typeface="Open Sans"/>
              <a:ea typeface="Open Sans"/>
              <a:cs typeface="Open Sans"/>
              <a:sym typeface="Open Sans"/>
            </a:endParaRPr>
          </a:p>
        </p:txBody>
      </p:sp>
      <p:sp>
        <p:nvSpPr>
          <p:cNvPr id="286" name="Google Shape;286;p26"/>
          <p:cNvSpPr/>
          <p:nvPr/>
        </p:nvSpPr>
        <p:spPr>
          <a:xfrm rot="-2700000">
            <a:off x="3421185" y="-4345425"/>
            <a:ext cx="2301633" cy="6791619"/>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6"/>
          <p:cNvSpPr/>
          <p:nvPr/>
        </p:nvSpPr>
        <p:spPr>
          <a:xfrm rot="-2700000">
            <a:off x="7807360" y="2268600"/>
            <a:ext cx="2301633" cy="6791619"/>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6"/>
          <p:cNvSpPr/>
          <p:nvPr/>
        </p:nvSpPr>
        <p:spPr>
          <a:xfrm>
            <a:off x="5731321" y="0"/>
            <a:ext cx="34248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6"/>
          <p:cNvSpPr/>
          <p:nvPr/>
        </p:nvSpPr>
        <p:spPr>
          <a:xfrm>
            <a:off x="3544400" y="2117875"/>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6"/>
          <p:cNvSpPr/>
          <p:nvPr/>
        </p:nvSpPr>
        <p:spPr>
          <a:xfrm rot="10800000">
            <a:off x="7649857" y="-1615880"/>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1" name="Google Shape;291;p26"/>
          <p:cNvGrpSpPr/>
          <p:nvPr/>
        </p:nvGrpSpPr>
        <p:grpSpPr>
          <a:xfrm rot="5400000">
            <a:off x="6598029" y="3856967"/>
            <a:ext cx="2618424" cy="1542781"/>
            <a:chOff x="5757925" y="3437150"/>
            <a:chExt cx="421375" cy="248275"/>
          </a:xfrm>
        </p:grpSpPr>
        <p:sp>
          <p:nvSpPr>
            <p:cNvPr id="292" name="Google Shape;292;p26"/>
            <p:cNvSpPr/>
            <p:nvPr/>
          </p:nvSpPr>
          <p:spPr>
            <a:xfrm>
              <a:off x="5757925" y="3437150"/>
              <a:ext cx="421375" cy="248275"/>
            </a:xfrm>
            <a:custGeom>
              <a:rect b="b" l="l" r="r" t="t"/>
              <a:pathLst>
                <a:path extrusionOk="0" h="9931" w="16855">
                  <a:moveTo>
                    <a:pt x="5376" y="3006"/>
                  </a:moveTo>
                  <a:lnTo>
                    <a:pt x="5740" y="3143"/>
                  </a:lnTo>
                  <a:lnTo>
                    <a:pt x="6059" y="3325"/>
                  </a:lnTo>
                  <a:lnTo>
                    <a:pt x="6378" y="3553"/>
                  </a:lnTo>
                  <a:lnTo>
                    <a:pt x="6605" y="3872"/>
                  </a:lnTo>
                  <a:lnTo>
                    <a:pt x="6788" y="4191"/>
                  </a:lnTo>
                  <a:lnTo>
                    <a:pt x="6924" y="4555"/>
                  </a:lnTo>
                  <a:lnTo>
                    <a:pt x="6924" y="4965"/>
                  </a:lnTo>
                  <a:lnTo>
                    <a:pt x="6924" y="5375"/>
                  </a:lnTo>
                  <a:lnTo>
                    <a:pt x="6788" y="5740"/>
                  </a:lnTo>
                  <a:lnTo>
                    <a:pt x="6605" y="6058"/>
                  </a:lnTo>
                  <a:lnTo>
                    <a:pt x="6378" y="6377"/>
                  </a:lnTo>
                  <a:lnTo>
                    <a:pt x="6059" y="6605"/>
                  </a:lnTo>
                  <a:lnTo>
                    <a:pt x="5740" y="6787"/>
                  </a:lnTo>
                  <a:lnTo>
                    <a:pt x="5376" y="6924"/>
                  </a:lnTo>
                  <a:lnTo>
                    <a:pt x="4966" y="6924"/>
                  </a:lnTo>
                  <a:lnTo>
                    <a:pt x="4510" y="6878"/>
                  </a:lnTo>
                  <a:lnTo>
                    <a:pt x="4100" y="6742"/>
                  </a:lnTo>
                  <a:lnTo>
                    <a:pt x="3781" y="6560"/>
                  </a:lnTo>
                  <a:lnTo>
                    <a:pt x="3508" y="6286"/>
                  </a:lnTo>
                  <a:lnTo>
                    <a:pt x="3280" y="6013"/>
                  </a:lnTo>
                  <a:lnTo>
                    <a:pt x="3098" y="5694"/>
                  </a:lnTo>
                  <a:lnTo>
                    <a:pt x="3007" y="5330"/>
                  </a:lnTo>
                  <a:lnTo>
                    <a:pt x="3007" y="4965"/>
                  </a:lnTo>
                  <a:lnTo>
                    <a:pt x="3007" y="4601"/>
                  </a:lnTo>
                  <a:lnTo>
                    <a:pt x="3098" y="4236"/>
                  </a:lnTo>
                  <a:lnTo>
                    <a:pt x="3280" y="3917"/>
                  </a:lnTo>
                  <a:lnTo>
                    <a:pt x="3508" y="3644"/>
                  </a:lnTo>
                  <a:lnTo>
                    <a:pt x="3781" y="3371"/>
                  </a:lnTo>
                  <a:lnTo>
                    <a:pt x="4100" y="3189"/>
                  </a:lnTo>
                  <a:lnTo>
                    <a:pt x="4510" y="3052"/>
                  </a:lnTo>
                  <a:lnTo>
                    <a:pt x="4966" y="3006"/>
                  </a:lnTo>
                  <a:close/>
                  <a:moveTo>
                    <a:pt x="11889" y="3006"/>
                  </a:moveTo>
                  <a:lnTo>
                    <a:pt x="12345" y="3052"/>
                  </a:lnTo>
                  <a:lnTo>
                    <a:pt x="12755" y="3189"/>
                  </a:lnTo>
                  <a:lnTo>
                    <a:pt x="13074" y="3371"/>
                  </a:lnTo>
                  <a:lnTo>
                    <a:pt x="13393" y="3644"/>
                  </a:lnTo>
                  <a:lnTo>
                    <a:pt x="13575" y="3917"/>
                  </a:lnTo>
                  <a:lnTo>
                    <a:pt x="13757" y="4236"/>
                  </a:lnTo>
                  <a:lnTo>
                    <a:pt x="13848" y="4601"/>
                  </a:lnTo>
                  <a:lnTo>
                    <a:pt x="13848" y="4965"/>
                  </a:lnTo>
                  <a:lnTo>
                    <a:pt x="13848" y="5330"/>
                  </a:lnTo>
                  <a:lnTo>
                    <a:pt x="13757" y="5694"/>
                  </a:lnTo>
                  <a:lnTo>
                    <a:pt x="13575" y="6013"/>
                  </a:lnTo>
                  <a:lnTo>
                    <a:pt x="13393" y="6286"/>
                  </a:lnTo>
                  <a:lnTo>
                    <a:pt x="13074" y="6560"/>
                  </a:lnTo>
                  <a:lnTo>
                    <a:pt x="12755" y="6742"/>
                  </a:lnTo>
                  <a:lnTo>
                    <a:pt x="12345" y="6878"/>
                  </a:lnTo>
                  <a:lnTo>
                    <a:pt x="11889" y="6924"/>
                  </a:lnTo>
                  <a:lnTo>
                    <a:pt x="11480" y="6924"/>
                  </a:lnTo>
                  <a:lnTo>
                    <a:pt x="11115" y="6787"/>
                  </a:lnTo>
                  <a:lnTo>
                    <a:pt x="10796" y="6605"/>
                  </a:lnTo>
                  <a:lnTo>
                    <a:pt x="10477" y="6377"/>
                  </a:lnTo>
                  <a:lnTo>
                    <a:pt x="10250" y="6058"/>
                  </a:lnTo>
                  <a:lnTo>
                    <a:pt x="10067" y="5740"/>
                  </a:lnTo>
                  <a:lnTo>
                    <a:pt x="9976" y="5375"/>
                  </a:lnTo>
                  <a:lnTo>
                    <a:pt x="9931" y="4965"/>
                  </a:lnTo>
                  <a:lnTo>
                    <a:pt x="9976" y="4555"/>
                  </a:lnTo>
                  <a:lnTo>
                    <a:pt x="10067" y="4191"/>
                  </a:lnTo>
                  <a:lnTo>
                    <a:pt x="10250" y="3872"/>
                  </a:lnTo>
                  <a:lnTo>
                    <a:pt x="10477" y="3553"/>
                  </a:lnTo>
                  <a:lnTo>
                    <a:pt x="10796" y="3325"/>
                  </a:lnTo>
                  <a:lnTo>
                    <a:pt x="11115" y="3143"/>
                  </a:lnTo>
                  <a:lnTo>
                    <a:pt x="11480" y="3006"/>
                  </a:lnTo>
                  <a:close/>
                  <a:moveTo>
                    <a:pt x="11707" y="1002"/>
                  </a:moveTo>
                  <a:lnTo>
                    <a:pt x="12299" y="1048"/>
                  </a:lnTo>
                  <a:lnTo>
                    <a:pt x="12846" y="1139"/>
                  </a:lnTo>
                  <a:lnTo>
                    <a:pt x="13393" y="1321"/>
                  </a:lnTo>
                  <a:lnTo>
                    <a:pt x="13894" y="1549"/>
                  </a:lnTo>
                  <a:lnTo>
                    <a:pt x="14349" y="1868"/>
                  </a:lnTo>
                  <a:lnTo>
                    <a:pt x="14759" y="2232"/>
                  </a:lnTo>
                  <a:lnTo>
                    <a:pt x="15124" y="2688"/>
                  </a:lnTo>
                  <a:lnTo>
                    <a:pt x="15443" y="3189"/>
                  </a:lnTo>
                  <a:lnTo>
                    <a:pt x="15670" y="3735"/>
                  </a:lnTo>
                  <a:lnTo>
                    <a:pt x="15807" y="4327"/>
                  </a:lnTo>
                  <a:lnTo>
                    <a:pt x="15853" y="4965"/>
                  </a:lnTo>
                  <a:lnTo>
                    <a:pt x="15853" y="5375"/>
                  </a:lnTo>
                  <a:lnTo>
                    <a:pt x="15761" y="5740"/>
                  </a:lnTo>
                  <a:lnTo>
                    <a:pt x="15670" y="6150"/>
                  </a:lnTo>
                  <a:lnTo>
                    <a:pt x="15534" y="6514"/>
                  </a:lnTo>
                  <a:lnTo>
                    <a:pt x="15397" y="6833"/>
                  </a:lnTo>
                  <a:lnTo>
                    <a:pt x="15169" y="7197"/>
                  </a:lnTo>
                  <a:lnTo>
                    <a:pt x="14942" y="7471"/>
                  </a:lnTo>
                  <a:lnTo>
                    <a:pt x="14714" y="7744"/>
                  </a:lnTo>
                  <a:lnTo>
                    <a:pt x="14395" y="8017"/>
                  </a:lnTo>
                  <a:lnTo>
                    <a:pt x="14122" y="8245"/>
                  </a:lnTo>
                  <a:lnTo>
                    <a:pt x="13803" y="8427"/>
                  </a:lnTo>
                  <a:lnTo>
                    <a:pt x="13438" y="8609"/>
                  </a:lnTo>
                  <a:lnTo>
                    <a:pt x="13074" y="8746"/>
                  </a:lnTo>
                  <a:lnTo>
                    <a:pt x="12709" y="8837"/>
                  </a:lnTo>
                  <a:lnTo>
                    <a:pt x="12299" y="8883"/>
                  </a:lnTo>
                  <a:lnTo>
                    <a:pt x="11889" y="8928"/>
                  </a:lnTo>
                  <a:lnTo>
                    <a:pt x="11480" y="8883"/>
                  </a:lnTo>
                  <a:lnTo>
                    <a:pt x="11115" y="8837"/>
                  </a:lnTo>
                  <a:lnTo>
                    <a:pt x="10705" y="8746"/>
                  </a:lnTo>
                  <a:lnTo>
                    <a:pt x="10341" y="8609"/>
                  </a:lnTo>
                  <a:lnTo>
                    <a:pt x="10022" y="8473"/>
                  </a:lnTo>
                  <a:lnTo>
                    <a:pt x="9703" y="8245"/>
                  </a:lnTo>
                  <a:lnTo>
                    <a:pt x="9384" y="8017"/>
                  </a:lnTo>
                  <a:lnTo>
                    <a:pt x="9111" y="7789"/>
                  </a:lnTo>
                  <a:lnTo>
                    <a:pt x="8837" y="7471"/>
                  </a:lnTo>
                  <a:lnTo>
                    <a:pt x="8610" y="7197"/>
                  </a:lnTo>
                  <a:lnTo>
                    <a:pt x="8428" y="6878"/>
                  </a:lnTo>
                  <a:lnTo>
                    <a:pt x="8245" y="6514"/>
                  </a:lnTo>
                  <a:lnTo>
                    <a:pt x="8109" y="6150"/>
                  </a:lnTo>
                  <a:lnTo>
                    <a:pt x="8018" y="5785"/>
                  </a:lnTo>
                  <a:lnTo>
                    <a:pt x="7972" y="5375"/>
                  </a:lnTo>
                  <a:lnTo>
                    <a:pt x="7926" y="4965"/>
                  </a:lnTo>
                  <a:lnTo>
                    <a:pt x="7926" y="4646"/>
                  </a:lnTo>
                  <a:lnTo>
                    <a:pt x="7881" y="4373"/>
                  </a:lnTo>
                  <a:lnTo>
                    <a:pt x="7790" y="4100"/>
                  </a:lnTo>
                  <a:lnTo>
                    <a:pt x="7699" y="3826"/>
                  </a:lnTo>
                  <a:lnTo>
                    <a:pt x="7562" y="3553"/>
                  </a:lnTo>
                  <a:lnTo>
                    <a:pt x="7425" y="3325"/>
                  </a:lnTo>
                  <a:lnTo>
                    <a:pt x="7061" y="2870"/>
                  </a:lnTo>
                  <a:lnTo>
                    <a:pt x="6605" y="2505"/>
                  </a:lnTo>
                  <a:lnTo>
                    <a:pt x="6378" y="2369"/>
                  </a:lnTo>
                  <a:lnTo>
                    <a:pt x="6104" y="2232"/>
                  </a:lnTo>
                  <a:lnTo>
                    <a:pt x="5831" y="2141"/>
                  </a:lnTo>
                  <a:lnTo>
                    <a:pt x="5558" y="2050"/>
                  </a:lnTo>
                  <a:lnTo>
                    <a:pt x="5284" y="2004"/>
                  </a:lnTo>
                  <a:lnTo>
                    <a:pt x="4647" y="2004"/>
                  </a:lnTo>
                  <a:lnTo>
                    <a:pt x="4373" y="2050"/>
                  </a:lnTo>
                  <a:lnTo>
                    <a:pt x="4100" y="2141"/>
                  </a:lnTo>
                  <a:lnTo>
                    <a:pt x="3827" y="2232"/>
                  </a:lnTo>
                  <a:lnTo>
                    <a:pt x="3553" y="2369"/>
                  </a:lnTo>
                  <a:lnTo>
                    <a:pt x="3326" y="2505"/>
                  </a:lnTo>
                  <a:lnTo>
                    <a:pt x="2870" y="2870"/>
                  </a:lnTo>
                  <a:lnTo>
                    <a:pt x="2506" y="3325"/>
                  </a:lnTo>
                  <a:lnTo>
                    <a:pt x="2369" y="3553"/>
                  </a:lnTo>
                  <a:lnTo>
                    <a:pt x="2232" y="3826"/>
                  </a:lnTo>
                  <a:lnTo>
                    <a:pt x="2141" y="4100"/>
                  </a:lnTo>
                  <a:lnTo>
                    <a:pt x="2050" y="4373"/>
                  </a:lnTo>
                  <a:lnTo>
                    <a:pt x="2005" y="4646"/>
                  </a:lnTo>
                  <a:lnTo>
                    <a:pt x="2005" y="4965"/>
                  </a:lnTo>
                  <a:lnTo>
                    <a:pt x="2050" y="5466"/>
                  </a:lnTo>
                  <a:lnTo>
                    <a:pt x="2141" y="5922"/>
                  </a:lnTo>
                  <a:lnTo>
                    <a:pt x="2324" y="6377"/>
                  </a:lnTo>
                  <a:lnTo>
                    <a:pt x="2597" y="6742"/>
                  </a:lnTo>
                  <a:lnTo>
                    <a:pt x="2870" y="7106"/>
                  </a:lnTo>
                  <a:lnTo>
                    <a:pt x="3235" y="7379"/>
                  </a:lnTo>
                  <a:lnTo>
                    <a:pt x="3599" y="7607"/>
                  </a:lnTo>
                  <a:lnTo>
                    <a:pt x="4009" y="7744"/>
                  </a:lnTo>
                  <a:lnTo>
                    <a:pt x="4419" y="7881"/>
                  </a:lnTo>
                  <a:lnTo>
                    <a:pt x="4874" y="7926"/>
                  </a:lnTo>
                  <a:lnTo>
                    <a:pt x="5284" y="7926"/>
                  </a:lnTo>
                  <a:lnTo>
                    <a:pt x="5740" y="7835"/>
                  </a:lnTo>
                  <a:lnTo>
                    <a:pt x="6150" y="7698"/>
                  </a:lnTo>
                  <a:lnTo>
                    <a:pt x="6560" y="7471"/>
                  </a:lnTo>
                  <a:lnTo>
                    <a:pt x="6970" y="7152"/>
                  </a:lnTo>
                  <a:lnTo>
                    <a:pt x="7289" y="6787"/>
                  </a:lnTo>
                  <a:lnTo>
                    <a:pt x="7516" y="7288"/>
                  </a:lnTo>
                  <a:lnTo>
                    <a:pt x="7790" y="7744"/>
                  </a:lnTo>
                  <a:lnTo>
                    <a:pt x="7334" y="8154"/>
                  </a:lnTo>
                  <a:lnTo>
                    <a:pt x="6788" y="8473"/>
                  </a:lnTo>
                  <a:lnTo>
                    <a:pt x="6241" y="8700"/>
                  </a:lnTo>
                  <a:lnTo>
                    <a:pt x="5694" y="8883"/>
                  </a:lnTo>
                  <a:lnTo>
                    <a:pt x="5148" y="8928"/>
                  </a:lnTo>
                  <a:lnTo>
                    <a:pt x="4556" y="8883"/>
                  </a:lnTo>
                  <a:lnTo>
                    <a:pt x="4009" y="8792"/>
                  </a:lnTo>
                  <a:lnTo>
                    <a:pt x="3462" y="8609"/>
                  </a:lnTo>
                  <a:lnTo>
                    <a:pt x="2961" y="8382"/>
                  </a:lnTo>
                  <a:lnTo>
                    <a:pt x="2506" y="8063"/>
                  </a:lnTo>
                  <a:lnTo>
                    <a:pt x="2096" y="7698"/>
                  </a:lnTo>
                  <a:lnTo>
                    <a:pt x="1731" y="7243"/>
                  </a:lnTo>
                  <a:lnTo>
                    <a:pt x="1412" y="6742"/>
                  </a:lnTo>
                  <a:lnTo>
                    <a:pt x="1185" y="6195"/>
                  </a:lnTo>
                  <a:lnTo>
                    <a:pt x="1048" y="5603"/>
                  </a:lnTo>
                  <a:lnTo>
                    <a:pt x="1002" y="4965"/>
                  </a:lnTo>
                  <a:lnTo>
                    <a:pt x="1048" y="4464"/>
                  </a:lnTo>
                  <a:lnTo>
                    <a:pt x="1139" y="4054"/>
                  </a:lnTo>
                  <a:lnTo>
                    <a:pt x="1230" y="3599"/>
                  </a:lnTo>
                  <a:lnTo>
                    <a:pt x="1412" y="3234"/>
                  </a:lnTo>
                  <a:lnTo>
                    <a:pt x="1595" y="2870"/>
                  </a:lnTo>
                  <a:lnTo>
                    <a:pt x="1822" y="2551"/>
                  </a:lnTo>
                  <a:lnTo>
                    <a:pt x="2050" y="2278"/>
                  </a:lnTo>
                  <a:lnTo>
                    <a:pt x="2324" y="2004"/>
                  </a:lnTo>
                  <a:lnTo>
                    <a:pt x="2597" y="1777"/>
                  </a:lnTo>
                  <a:lnTo>
                    <a:pt x="2916" y="1549"/>
                  </a:lnTo>
                  <a:lnTo>
                    <a:pt x="3235" y="1412"/>
                  </a:lnTo>
                  <a:lnTo>
                    <a:pt x="3553" y="1275"/>
                  </a:lnTo>
                  <a:lnTo>
                    <a:pt x="3918" y="1139"/>
                  </a:lnTo>
                  <a:lnTo>
                    <a:pt x="4282" y="1093"/>
                  </a:lnTo>
                  <a:lnTo>
                    <a:pt x="4601" y="1048"/>
                  </a:lnTo>
                  <a:lnTo>
                    <a:pt x="4966" y="1002"/>
                  </a:lnTo>
                  <a:lnTo>
                    <a:pt x="5330" y="1048"/>
                  </a:lnTo>
                  <a:lnTo>
                    <a:pt x="5694" y="1093"/>
                  </a:lnTo>
                  <a:lnTo>
                    <a:pt x="6059" y="1184"/>
                  </a:lnTo>
                  <a:lnTo>
                    <a:pt x="6378" y="1275"/>
                  </a:lnTo>
                  <a:lnTo>
                    <a:pt x="6742" y="1412"/>
                  </a:lnTo>
                  <a:lnTo>
                    <a:pt x="7061" y="1594"/>
                  </a:lnTo>
                  <a:lnTo>
                    <a:pt x="7334" y="1777"/>
                  </a:lnTo>
                  <a:lnTo>
                    <a:pt x="7653" y="2004"/>
                  </a:lnTo>
                  <a:lnTo>
                    <a:pt x="7926" y="2278"/>
                  </a:lnTo>
                  <a:lnTo>
                    <a:pt x="8154" y="2596"/>
                  </a:lnTo>
                  <a:lnTo>
                    <a:pt x="8336" y="2915"/>
                  </a:lnTo>
                  <a:lnTo>
                    <a:pt x="8519" y="3234"/>
                  </a:lnTo>
                  <a:lnTo>
                    <a:pt x="8701" y="3644"/>
                  </a:lnTo>
                  <a:lnTo>
                    <a:pt x="8792" y="4054"/>
                  </a:lnTo>
                  <a:lnTo>
                    <a:pt x="8883" y="4510"/>
                  </a:lnTo>
                  <a:lnTo>
                    <a:pt x="8929" y="4965"/>
                  </a:lnTo>
                  <a:lnTo>
                    <a:pt x="8929" y="5284"/>
                  </a:lnTo>
                  <a:lnTo>
                    <a:pt x="8974" y="5557"/>
                  </a:lnTo>
                  <a:lnTo>
                    <a:pt x="9065" y="5831"/>
                  </a:lnTo>
                  <a:lnTo>
                    <a:pt x="9156" y="6104"/>
                  </a:lnTo>
                  <a:lnTo>
                    <a:pt x="9293" y="6377"/>
                  </a:lnTo>
                  <a:lnTo>
                    <a:pt x="9430" y="6605"/>
                  </a:lnTo>
                  <a:lnTo>
                    <a:pt x="9794" y="7061"/>
                  </a:lnTo>
                  <a:lnTo>
                    <a:pt x="10250" y="7425"/>
                  </a:lnTo>
                  <a:lnTo>
                    <a:pt x="10477" y="7562"/>
                  </a:lnTo>
                  <a:lnTo>
                    <a:pt x="10751" y="7698"/>
                  </a:lnTo>
                  <a:lnTo>
                    <a:pt x="11024" y="7789"/>
                  </a:lnTo>
                  <a:lnTo>
                    <a:pt x="11297" y="7881"/>
                  </a:lnTo>
                  <a:lnTo>
                    <a:pt x="11571" y="7926"/>
                  </a:lnTo>
                  <a:lnTo>
                    <a:pt x="12208" y="7926"/>
                  </a:lnTo>
                  <a:lnTo>
                    <a:pt x="12482" y="7881"/>
                  </a:lnTo>
                  <a:lnTo>
                    <a:pt x="12801" y="7789"/>
                  </a:lnTo>
                  <a:lnTo>
                    <a:pt x="13028" y="7698"/>
                  </a:lnTo>
                  <a:lnTo>
                    <a:pt x="13302" y="7562"/>
                  </a:lnTo>
                  <a:lnTo>
                    <a:pt x="13575" y="7425"/>
                  </a:lnTo>
                  <a:lnTo>
                    <a:pt x="13985" y="7061"/>
                  </a:lnTo>
                  <a:lnTo>
                    <a:pt x="14349" y="6605"/>
                  </a:lnTo>
                  <a:lnTo>
                    <a:pt x="14486" y="6377"/>
                  </a:lnTo>
                  <a:lnTo>
                    <a:pt x="14623" y="6104"/>
                  </a:lnTo>
                  <a:lnTo>
                    <a:pt x="14714" y="5831"/>
                  </a:lnTo>
                  <a:lnTo>
                    <a:pt x="14805" y="5557"/>
                  </a:lnTo>
                  <a:lnTo>
                    <a:pt x="14850" y="5284"/>
                  </a:lnTo>
                  <a:lnTo>
                    <a:pt x="14850" y="4965"/>
                  </a:lnTo>
                  <a:lnTo>
                    <a:pt x="14805" y="4464"/>
                  </a:lnTo>
                  <a:lnTo>
                    <a:pt x="14714" y="3963"/>
                  </a:lnTo>
                  <a:lnTo>
                    <a:pt x="14532" y="3553"/>
                  </a:lnTo>
                  <a:lnTo>
                    <a:pt x="14258" y="3189"/>
                  </a:lnTo>
                  <a:lnTo>
                    <a:pt x="13985" y="2824"/>
                  </a:lnTo>
                  <a:lnTo>
                    <a:pt x="13620" y="2551"/>
                  </a:lnTo>
                  <a:lnTo>
                    <a:pt x="13256" y="2323"/>
                  </a:lnTo>
                  <a:lnTo>
                    <a:pt x="12846" y="2187"/>
                  </a:lnTo>
                  <a:lnTo>
                    <a:pt x="12436" y="2050"/>
                  </a:lnTo>
                  <a:lnTo>
                    <a:pt x="11981" y="2004"/>
                  </a:lnTo>
                  <a:lnTo>
                    <a:pt x="11571" y="2004"/>
                  </a:lnTo>
                  <a:lnTo>
                    <a:pt x="11115" y="2095"/>
                  </a:lnTo>
                  <a:lnTo>
                    <a:pt x="10705" y="2232"/>
                  </a:lnTo>
                  <a:lnTo>
                    <a:pt x="10295" y="2460"/>
                  </a:lnTo>
                  <a:lnTo>
                    <a:pt x="9885" y="2779"/>
                  </a:lnTo>
                  <a:lnTo>
                    <a:pt x="9566" y="3143"/>
                  </a:lnTo>
                  <a:lnTo>
                    <a:pt x="9339" y="2642"/>
                  </a:lnTo>
                  <a:lnTo>
                    <a:pt x="9065" y="2187"/>
                  </a:lnTo>
                  <a:lnTo>
                    <a:pt x="9566" y="1777"/>
                  </a:lnTo>
                  <a:lnTo>
                    <a:pt x="10067" y="1458"/>
                  </a:lnTo>
                  <a:lnTo>
                    <a:pt x="10614" y="1230"/>
                  </a:lnTo>
                  <a:lnTo>
                    <a:pt x="11161" y="1048"/>
                  </a:lnTo>
                  <a:lnTo>
                    <a:pt x="11707" y="1002"/>
                  </a:lnTo>
                  <a:close/>
                  <a:moveTo>
                    <a:pt x="5102" y="0"/>
                  </a:moveTo>
                  <a:lnTo>
                    <a:pt x="4419" y="46"/>
                  </a:lnTo>
                  <a:lnTo>
                    <a:pt x="3736" y="182"/>
                  </a:lnTo>
                  <a:lnTo>
                    <a:pt x="3052" y="410"/>
                  </a:lnTo>
                  <a:lnTo>
                    <a:pt x="2415" y="729"/>
                  </a:lnTo>
                  <a:lnTo>
                    <a:pt x="1868" y="1139"/>
                  </a:lnTo>
                  <a:lnTo>
                    <a:pt x="1321" y="1594"/>
                  </a:lnTo>
                  <a:lnTo>
                    <a:pt x="911" y="2141"/>
                  </a:lnTo>
                  <a:lnTo>
                    <a:pt x="501" y="2779"/>
                  </a:lnTo>
                  <a:lnTo>
                    <a:pt x="365" y="3098"/>
                  </a:lnTo>
                  <a:lnTo>
                    <a:pt x="228" y="3416"/>
                  </a:lnTo>
                  <a:lnTo>
                    <a:pt x="137" y="3781"/>
                  </a:lnTo>
                  <a:lnTo>
                    <a:pt x="91" y="4191"/>
                  </a:lnTo>
                  <a:lnTo>
                    <a:pt x="46" y="4555"/>
                  </a:lnTo>
                  <a:lnTo>
                    <a:pt x="0" y="4965"/>
                  </a:lnTo>
                  <a:lnTo>
                    <a:pt x="46" y="5375"/>
                  </a:lnTo>
                  <a:lnTo>
                    <a:pt x="91" y="5740"/>
                  </a:lnTo>
                  <a:lnTo>
                    <a:pt x="137" y="6150"/>
                  </a:lnTo>
                  <a:lnTo>
                    <a:pt x="228" y="6514"/>
                  </a:lnTo>
                  <a:lnTo>
                    <a:pt x="365" y="6833"/>
                  </a:lnTo>
                  <a:lnTo>
                    <a:pt x="501" y="7152"/>
                  </a:lnTo>
                  <a:lnTo>
                    <a:pt x="911" y="7789"/>
                  </a:lnTo>
                  <a:lnTo>
                    <a:pt x="1321" y="8336"/>
                  </a:lnTo>
                  <a:lnTo>
                    <a:pt x="1868" y="8792"/>
                  </a:lnTo>
                  <a:lnTo>
                    <a:pt x="2415" y="9202"/>
                  </a:lnTo>
                  <a:lnTo>
                    <a:pt x="3052" y="9520"/>
                  </a:lnTo>
                  <a:lnTo>
                    <a:pt x="3736" y="9748"/>
                  </a:lnTo>
                  <a:lnTo>
                    <a:pt x="4419" y="9885"/>
                  </a:lnTo>
                  <a:lnTo>
                    <a:pt x="5102" y="9930"/>
                  </a:lnTo>
                  <a:lnTo>
                    <a:pt x="5831" y="9839"/>
                  </a:lnTo>
                  <a:lnTo>
                    <a:pt x="6514" y="9703"/>
                  </a:lnTo>
                  <a:lnTo>
                    <a:pt x="6833" y="9566"/>
                  </a:lnTo>
                  <a:lnTo>
                    <a:pt x="7198" y="9384"/>
                  </a:lnTo>
                  <a:lnTo>
                    <a:pt x="7516" y="9202"/>
                  </a:lnTo>
                  <a:lnTo>
                    <a:pt x="7835" y="9019"/>
                  </a:lnTo>
                  <a:lnTo>
                    <a:pt x="8154" y="8792"/>
                  </a:lnTo>
                  <a:lnTo>
                    <a:pt x="8428" y="8518"/>
                  </a:lnTo>
                  <a:lnTo>
                    <a:pt x="8746" y="8792"/>
                  </a:lnTo>
                  <a:lnTo>
                    <a:pt x="9020" y="9019"/>
                  </a:lnTo>
                  <a:lnTo>
                    <a:pt x="9339" y="9202"/>
                  </a:lnTo>
                  <a:lnTo>
                    <a:pt x="9657" y="9384"/>
                  </a:lnTo>
                  <a:lnTo>
                    <a:pt x="10022" y="9566"/>
                  </a:lnTo>
                  <a:lnTo>
                    <a:pt x="10341" y="9703"/>
                  </a:lnTo>
                  <a:lnTo>
                    <a:pt x="11070" y="9839"/>
                  </a:lnTo>
                  <a:lnTo>
                    <a:pt x="11753" y="9930"/>
                  </a:lnTo>
                  <a:lnTo>
                    <a:pt x="12436" y="9885"/>
                  </a:lnTo>
                  <a:lnTo>
                    <a:pt x="13119" y="9748"/>
                  </a:lnTo>
                  <a:lnTo>
                    <a:pt x="13803" y="9520"/>
                  </a:lnTo>
                  <a:lnTo>
                    <a:pt x="14440" y="9202"/>
                  </a:lnTo>
                  <a:lnTo>
                    <a:pt x="14987" y="8792"/>
                  </a:lnTo>
                  <a:lnTo>
                    <a:pt x="15534" y="8336"/>
                  </a:lnTo>
                  <a:lnTo>
                    <a:pt x="15989" y="7789"/>
                  </a:lnTo>
                  <a:lnTo>
                    <a:pt x="16354" y="7152"/>
                  </a:lnTo>
                  <a:lnTo>
                    <a:pt x="16490" y="6833"/>
                  </a:lnTo>
                  <a:lnTo>
                    <a:pt x="16627" y="6514"/>
                  </a:lnTo>
                  <a:lnTo>
                    <a:pt x="16718" y="6150"/>
                  </a:lnTo>
                  <a:lnTo>
                    <a:pt x="16809" y="5740"/>
                  </a:lnTo>
                  <a:lnTo>
                    <a:pt x="16855" y="5375"/>
                  </a:lnTo>
                  <a:lnTo>
                    <a:pt x="16855" y="4965"/>
                  </a:lnTo>
                  <a:lnTo>
                    <a:pt x="16809" y="4464"/>
                  </a:lnTo>
                  <a:lnTo>
                    <a:pt x="16764" y="3963"/>
                  </a:lnTo>
                  <a:lnTo>
                    <a:pt x="16627" y="3508"/>
                  </a:lnTo>
                  <a:lnTo>
                    <a:pt x="16445" y="3052"/>
                  </a:lnTo>
                  <a:lnTo>
                    <a:pt x="16263" y="2596"/>
                  </a:lnTo>
                  <a:lnTo>
                    <a:pt x="15989" y="2187"/>
                  </a:lnTo>
                  <a:lnTo>
                    <a:pt x="15716" y="1822"/>
                  </a:lnTo>
                  <a:lnTo>
                    <a:pt x="15397" y="1458"/>
                  </a:lnTo>
                  <a:lnTo>
                    <a:pt x="15033" y="1139"/>
                  </a:lnTo>
                  <a:lnTo>
                    <a:pt x="14668" y="865"/>
                  </a:lnTo>
                  <a:lnTo>
                    <a:pt x="14258" y="592"/>
                  </a:lnTo>
                  <a:lnTo>
                    <a:pt x="13803" y="410"/>
                  </a:lnTo>
                  <a:lnTo>
                    <a:pt x="13347" y="228"/>
                  </a:lnTo>
                  <a:lnTo>
                    <a:pt x="12892" y="137"/>
                  </a:lnTo>
                  <a:lnTo>
                    <a:pt x="12391" y="46"/>
                  </a:lnTo>
                  <a:lnTo>
                    <a:pt x="11889" y="0"/>
                  </a:lnTo>
                  <a:lnTo>
                    <a:pt x="11388" y="46"/>
                  </a:lnTo>
                  <a:lnTo>
                    <a:pt x="10933" y="91"/>
                  </a:lnTo>
                  <a:lnTo>
                    <a:pt x="10477" y="228"/>
                  </a:lnTo>
                  <a:lnTo>
                    <a:pt x="10022" y="364"/>
                  </a:lnTo>
                  <a:lnTo>
                    <a:pt x="9566" y="592"/>
                  </a:lnTo>
                  <a:lnTo>
                    <a:pt x="9156" y="820"/>
                  </a:lnTo>
                  <a:lnTo>
                    <a:pt x="8792" y="1093"/>
                  </a:lnTo>
                  <a:lnTo>
                    <a:pt x="8428" y="1412"/>
                  </a:lnTo>
                  <a:lnTo>
                    <a:pt x="8154" y="1139"/>
                  </a:lnTo>
                  <a:lnTo>
                    <a:pt x="7835" y="911"/>
                  </a:lnTo>
                  <a:lnTo>
                    <a:pt x="7516" y="729"/>
                  </a:lnTo>
                  <a:lnTo>
                    <a:pt x="7198" y="547"/>
                  </a:lnTo>
                  <a:lnTo>
                    <a:pt x="6833" y="364"/>
                  </a:lnTo>
                  <a:lnTo>
                    <a:pt x="6514" y="228"/>
                  </a:lnTo>
                  <a:lnTo>
                    <a:pt x="5785" y="91"/>
                  </a:lnTo>
                  <a:lnTo>
                    <a:pt x="510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6"/>
            <p:cNvSpPr/>
            <p:nvPr/>
          </p:nvSpPr>
          <p:spPr>
            <a:xfrm>
              <a:off x="5757925" y="3437150"/>
              <a:ext cx="421375" cy="248275"/>
            </a:xfrm>
            <a:custGeom>
              <a:rect b="b" l="l" r="r" t="t"/>
              <a:pathLst>
                <a:path extrusionOk="0" fill="none" h="9931" w="16855">
                  <a:moveTo>
                    <a:pt x="11889" y="0"/>
                  </a:moveTo>
                  <a:lnTo>
                    <a:pt x="11889" y="0"/>
                  </a:lnTo>
                  <a:lnTo>
                    <a:pt x="11388" y="46"/>
                  </a:lnTo>
                  <a:lnTo>
                    <a:pt x="10933" y="91"/>
                  </a:lnTo>
                  <a:lnTo>
                    <a:pt x="10477" y="228"/>
                  </a:lnTo>
                  <a:lnTo>
                    <a:pt x="10022" y="364"/>
                  </a:lnTo>
                  <a:lnTo>
                    <a:pt x="9566" y="592"/>
                  </a:lnTo>
                  <a:lnTo>
                    <a:pt x="9156" y="820"/>
                  </a:lnTo>
                  <a:lnTo>
                    <a:pt x="8792" y="1093"/>
                  </a:lnTo>
                  <a:lnTo>
                    <a:pt x="8428" y="1412"/>
                  </a:lnTo>
                  <a:lnTo>
                    <a:pt x="8428" y="1412"/>
                  </a:lnTo>
                  <a:lnTo>
                    <a:pt x="8154" y="1139"/>
                  </a:lnTo>
                  <a:lnTo>
                    <a:pt x="7835" y="911"/>
                  </a:lnTo>
                  <a:lnTo>
                    <a:pt x="7516" y="729"/>
                  </a:lnTo>
                  <a:lnTo>
                    <a:pt x="7198" y="547"/>
                  </a:lnTo>
                  <a:lnTo>
                    <a:pt x="6833" y="364"/>
                  </a:lnTo>
                  <a:lnTo>
                    <a:pt x="6514" y="228"/>
                  </a:lnTo>
                  <a:lnTo>
                    <a:pt x="5785" y="91"/>
                  </a:lnTo>
                  <a:lnTo>
                    <a:pt x="5102" y="0"/>
                  </a:lnTo>
                  <a:lnTo>
                    <a:pt x="4419" y="46"/>
                  </a:lnTo>
                  <a:lnTo>
                    <a:pt x="3736" y="182"/>
                  </a:lnTo>
                  <a:lnTo>
                    <a:pt x="3052" y="410"/>
                  </a:lnTo>
                  <a:lnTo>
                    <a:pt x="2415" y="729"/>
                  </a:lnTo>
                  <a:lnTo>
                    <a:pt x="1868" y="1139"/>
                  </a:lnTo>
                  <a:lnTo>
                    <a:pt x="1321" y="1594"/>
                  </a:lnTo>
                  <a:lnTo>
                    <a:pt x="911" y="2141"/>
                  </a:lnTo>
                  <a:lnTo>
                    <a:pt x="501" y="2779"/>
                  </a:lnTo>
                  <a:lnTo>
                    <a:pt x="365" y="3098"/>
                  </a:lnTo>
                  <a:lnTo>
                    <a:pt x="228" y="3416"/>
                  </a:lnTo>
                  <a:lnTo>
                    <a:pt x="137" y="3781"/>
                  </a:lnTo>
                  <a:lnTo>
                    <a:pt x="91" y="4191"/>
                  </a:lnTo>
                  <a:lnTo>
                    <a:pt x="46" y="4555"/>
                  </a:lnTo>
                  <a:lnTo>
                    <a:pt x="0" y="4965"/>
                  </a:lnTo>
                  <a:lnTo>
                    <a:pt x="0" y="4965"/>
                  </a:lnTo>
                  <a:lnTo>
                    <a:pt x="46" y="5375"/>
                  </a:lnTo>
                  <a:lnTo>
                    <a:pt x="91" y="5740"/>
                  </a:lnTo>
                  <a:lnTo>
                    <a:pt x="137" y="6150"/>
                  </a:lnTo>
                  <a:lnTo>
                    <a:pt x="228" y="6514"/>
                  </a:lnTo>
                  <a:lnTo>
                    <a:pt x="365" y="6833"/>
                  </a:lnTo>
                  <a:lnTo>
                    <a:pt x="501" y="7152"/>
                  </a:lnTo>
                  <a:lnTo>
                    <a:pt x="911" y="7789"/>
                  </a:lnTo>
                  <a:lnTo>
                    <a:pt x="1321" y="8336"/>
                  </a:lnTo>
                  <a:lnTo>
                    <a:pt x="1868" y="8792"/>
                  </a:lnTo>
                  <a:lnTo>
                    <a:pt x="2415" y="9202"/>
                  </a:lnTo>
                  <a:lnTo>
                    <a:pt x="3052" y="9520"/>
                  </a:lnTo>
                  <a:lnTo>
                    <a:pt x="3736" y="9748"/>
                  </a:lnTo>
                  <a:lnTo>
                    <a:pt x="4419" y="9885"/>
                  </a:lnTo>
                  <a:lnTo>
                    <a:pt x="5102" y="9930"/>
                  </a:lnTo>
                  <a:lnTo>
                    <a:pt x="5831" y="9839"/>
                  </a:lnTo>
                  <a:lnTo>
                    <a:pt x="6514" y="9703"/>
                  </a:lnTo>
                  <a:lnTo>
                    <a:pt x="6833" y="9566"/>
                  </a:lnTo>
                  <a:lnTo>
                    <a:pt x="7198" y="9384"/>
                  </a:lnTo>
                  <a:lnTo>
                    <a:pt x="7516" y="9202"/>
                  </a:lnTo>
                  <a:lnTo>
                    <a:pt x="7835" y="9019"/>
                  </a:lnTo>
                  <a:lnTo>
                    <a:pt x="8154" y="8792"/>
                  </a:lnTo>
                  <a:lnTo>
                    <a:pt x="8428" y="8518"/>
                  </a:lnTo>
                  <a:lnTo>
                    <a:pt x="8428" y="8518"/>
                  </a:lnTo>
                  <a:lnTo>
                    <a:pt x="8746" y="8792"/>
                  </a:lnTo>
                  <a:lnTo>
                    <a:pt x="9020" y="9019"/>
                  </a:lnTo>
                  <a:lnTo>
                    <a:pt x="9339" y="9202"/>
                  </a:lnTo>
                  <a:lnTo>
                    <a:pt x="9657" y="9384"/>
                  </a:lnTo>
                  <a:lnTo>
                    <a:pt x="10022" y="9566"/>
                  </a:lnTo>
                  <a:lnTo>
                    <a:pt x="10341" y="9703"/>
                  </a:lnTo>
                  <a:lnTo>
                    <a:pt x="11070" y="9839"/>
                  </a:lnTo>
                  <a:lnTo>
                    <a:pt x="11753" y="9930"/>
                  </a:lnTo>
                  <a:lnTo>
                    <a:pt x="12436" y="9885"/>
                  </a:lnTo>
                  <a:lnTo>
                    <a:pt x="13119" y="9748"/>
                  </a:lnTo>
                  <a:lnTo>
                    <a:pt x="13803" y="9520"/>
                  </a:lnTo>
                  <a:lnTo>
                    <a:pt x="14440" y="9202"/>
                  </a:lnTo>
                  <a:lnTo>
                    <a:pt x="14987" y="8792"/>
                  </a:lnTo>
                  <a:lnTo>
                    <a:pt x="15534" y="8336"/>
                  </a:lnTo>
                  <a:lnTo>
                    <a:pt x="15989" y="7789"/>
                  </a:lnTo>
                  <a:lnTo>
                    <a:pt x="16354" y="7152"/>
                  </a:lnTo>
                  <a:lnTo>
                    <a:pt x="16490" y="6833"/>
                  </a:lnTo>
                  <a:lnTo>
                    <a:pt x="16627" y="6514"/>
                  </a:lnTo>
                  <a:lnTo>
                    <a:pt x="16718" y="6150"/>
                  </a:lnTo>
                  <a:lnTo>
                    <a:pt x="16809" y="5740"/>
                  </a:lnTo>
                  <a:lnTo>
                    <a:pt x="16855" y="5375"/>
                  </a:lnTo>
                  <a:lnTo>
                    <a:pt x="16855" y="4965"/>
                  </a:lnTo>
                  <a:lnTo>
                    <a:pt x="16855" y="4965"/>
                  </a:lnTo>
                  <a:lnTo>
                    <a:pt x="16809" y="4464"/>
                  </a:lnTo>
                  <a:lnTo>
                    <a:pt x="16764" y="3963"/>
                  </a:lnTo>
                  <a:lnTo>
                    <a:pt x="16627" y="3508"/>
                  </a:lnTo>
                  <a:lnTo>
                    <a:pt x="16445" y="3052"/>
                  </a:lnTo>
                  <a:lnTo>
                    <a:pt x="16263" y="2596"/>
                  </a:lnTo>
                  <a:lnTo>
                    <a:pt x="15989" y="2187"/>
                  </a:lnTo>
                  <a:lnTo>
                    <a:pt x="15716" y="1822"/>
                  </a:lnTo>
                  <a:lnTo>
                    <a:pt x="15397" y="1458"/>
                  </a:lnTo>
                  <a:lnTo>
                    <a:pt x="15033" y="1139"/>
                  </a:lnTo>
                  <a:lnTo>
                    <a:pt x="14668" y="865"/>
                  </a:lnTo>
                  <a:lnTo>
                    <a:pt x="14258" y="592"/>
                  </a:lnTo>
                  <a:lnTo>
                    <a:pt x="13803" y="410"/>
                  </a:lnTo>
                  <a:lnTo>
                    <a:pt x="13347" y="228"/>
                  </a:lnTo>
                  <a:lnTo>
                    <a:pt x="12892" y="137"/>
                  </a:lnTo>
                  <a:lnTo>
                    <a:pt x="12391" y="46"/>
                  </a:lnTo>
                  <a:lnTo>
                    <a:pt x="11889" y="0"/>
                  </a:lnTo>
                  <a:lnTo>
                    <a:pt x="11889"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6"/>
            <p:cNvSpPr/>
            <p:nvPr/>
          </p:nvSpPr>
          <p:spPr>
            <a:xfrm>
              <a:off x="5782975" y="3462200"/>
              <a:ext cx="371275" cy="198175"/>
            </a:xfrm>
            <a:custGeom>
              <a:rect b="b" l="l" r="r" t="t"/>
              <a:pathLst>
                <a:path extrusionOk="0" fill="none" h="7927" w="14851">
                  <a:moveTo>
                    <a:pt x="10887" y="7926"/>
                  </a:moveTo>
                  <a:lnTo>
                    <a:pt x="10887" y="7926"/>
                  </a:lnTo>
                  <a:lnTo>
                    <a:pt x="10478" y="7881"/>
                  </a:lnTo>
                  <a:lnTo>
                    <a:pt x="10113" y="7835"/>
                  </a:lnTo>
                  <a:lnTo>
                    <a:pt x="9703" y="7744"/>
                  </a:lnTo>
                  <a:lnTo>
                    <a:pt x="9339" y="7607"/>
                  </a:lnTo>
                  <a:lnTo>
                    <a:pt x="9020" y="7471"/>
                  </a:lnTo>
                  <a:lnTo>
                    <a:pt x="8701" y="7243"/>
                  </a:lnTo>
                  <a:lnTo>
                    <a:pt x="8382" y="7015"/>
                  </a:lnTo>
                  <a:lnTo>
                    <a:pt x="8109" y="6787"/>
                  </a:lnTo>
                  <a:lnTo>
                    <a:pt x="7835" y="6469"/>
                  </a:lnTo>
                  <a:lnTo>
                    <a:pt x="7608" y="6195"/>
                  </a:lnTo>
                  <a:lnTo>
                    <a:pt x="7426" y="5876"/>
                  </a:lnTo>
                  <a:lnTo>
                    <a:pt x="7243" y="5512"/>
                  </a:lnTo>
                  <a:lnTo>
                    <a:pt x="7107" y="5148"/>
                  </a:lnTo>
                  <a:lnTo>
                    <a:pt x="7016" y="4783"/>
                  </a:lnTo>
                  <a:lnTo>
                    <a:pt x="6970" y="4373"/>
                  </a:lnTo>
                  <a:lnTo>
                    <a:pt x="6924" y="3963"/>
                  </a:lnTo>
                  <a:lnTo>
                    <a:pt x="6924" y="3963"/>
                  </a:lnTo>
                  <a:lnTo>
                    <a:pt x="6924" y="3644"/>
                  </a:lnTo>
                  <a:lnTo>
                    <a:pt x="6879" y="3371"/>
                  </a:lnTo>
                  <a:lnTo>
                    <a:pt x="6788" y="3098"/>
                  </a:lnTo>
                  <a:lnTo>
                    <a:pt x="6697" y="2824"/>
                  </a:lnTo>
                  <a:lnTo>
                    <a:pt x="6560" y="2551"/>
                  </a:lnTo>
                  <a:lnTo>
                    <a:pt x="6423" y="2323"/>
                  </a:lnTo>
                  <a:lnTo>
                    <a:pt x="6059" y="1868"/>
                  </a:lnTo>
                  <a:lnTo>
                    <a:pt x="5603" y="1503"/>
                  </a:lnTo>
                  <a:lnTo>
                    <a:pt x="5376" y="1367"/>
                  </a:lnTo>
                  <a:lnTo>
                    <a:pt x="5102" y="1230"/>
                  </a:lnTo>
                  <a:lnTo>
                    <a:pt x="4829" y="1139"/>
                  </a:lnTo>
                  <a:lnTo>
                    <a:pt x="4556" y="1048"/>
                  </a:lnTo>
                  <a:lnTo>
                    <a:pt x="4282" y="1002"/>
                  </a:lnTo>
                  <a:lnTo>
                    <a:pt x="3964" y="1002"/>
                  </a:lnTo>
                  <a:lnTo>
                    <a:pt x="3964" y="1002"/>
                  </a:lnTo>
                  <a:lnTo>
                    <a:pt x="3645" y="1002"/>
                  </a:lnTo>
                  <a:lnTo>
                    <a:pt x="3371" y="1048"/>
                  </a:lnTo>
                  <a:lnTo>
                    <a:pt x="3098" y="1139"/>
                  </a:lnTo>
                  <a:lnTo>
                    <a:pt x="2825" y="1230"/>
                  </a:lnTo>
                  <a:lnTo>
                    <a:pt x="2551" y="1367"/>
                  </a:lnTo>
                  <a:lnTo>
                    <a:pt x="2324" y="1503"/>
                  </a:lnTo>
                  <a:lnTo>
                    <a:pt x="1868" y="1868"/>
                  </a:lnTo>
                  <a:lnTo>
                    <a:pt x="1504" y="2323"/>
                  </a:lnTo>
                  <a:lnTo>
                    <a:pt x="1367" y="2551"/>
                  </a:lnTo>
                  <a:lnTo>
                    <a:pt x="1230" y="2824"/>
                  </a:lnTo>
                  <a:lnTo>
                    <a:pt x="1139" y="3098"/>
                  </a:lnTo>
                  <a:lnTo>
                    <a:pt x="1048" y="3371"/>
                  </a:lnTo>
                  <a:lnTo>
                    <a:pt x="1003" y="3644"/>
                  </a:lnTo>
                  <a:lnTo>
                    <a:pt x="1003" y="3963"/>
                  </a:lnTo>
                  <a:lnTo>
                    <a:pt x="1003" y="3963"/>
                  </a:lnTo>
                  <a:lnTo>
                    <a:pt x="1048" y="4464"/>
                  </a:lnTo>
                  <a:lnTo>
                    <a:pt x="1139" y="4920"/>
                  </a:lnTo>
                  <a:lnTo>
                    <a:pt x="1322" y="5375"/>
                  </a:lnTo>
                  <a:lnTo>
                    <a:pt x="1595" y="5740"/>
                  </a:lnTo>
                  <a:lnTo>
                    <a:pt x="1868" y="6104"/>
                  </a:lnTo>
                  <a:lnTo>
                    <a:pt x="2233" y="6377"/>
                  </a:lnTo>
                  <a:lnTo>
                    <a:pt x="2597" y="6605"/>
                  </a:lnTo>
                  <a:lnTo>
                    <a:pt x="3007" y="6742"/>
                  </a:lnTo>
                  <a:lnTo>
                    <a:pt x="3417" y="6879"/>
                  </a:lnTo>
                  <a:lnTo>
                    <a:pt x="3872" y="6924"/>
                  </a:lnTo>
                  <a:lnTo>
                    <a:pt x="4282" y="6924"/>
                  </a:lnTo>
                  <a:lnTo>
                    <a:pt x="4738" y="6833"/>
                  </a:lnTo>
                  <a:lnTo>
                    <a:pt x="5148" y="6696"/>
                  </a:lnTo>
                  <a:lnTo>
                    <a:pt x="5558" y="6469"/>
                  </a:lnTo>
                  <a:lnTo>
                    <a:pt x="5968" y="6150"/>
                  </a:lnTo>
                  <a:lnTo>
                    <a:pt x="6287" y="5785"/>
                  </a:lnTo>
                  <a:lnTo>
                    <a:pt x="6287" y="5785"/>
                  </a:lnTo>
                  <a:lnTo>
                    <a:pt x="6514" y="6286"/>
                  </a:lnTo>
                  <a:lnTo>
                    <a:pt x="6788" y="6742"/>
                  </a:lnTo>
                  <a:lnTo>
                    <a:pt x="6788" y="6742"/>
                  </a:lnTo>
                  <a:lnTo>
                    <a:pt x="6332" y="7152"/>
                  </a:lnTo>
                  <a:lnTo>
                    <a:pt x="5786" y="7471"/>
                  </a:lnTo>
                  <a:lnTo>
                    <a:pt x="5239" y="7698"/>
                  </a:lnTo>
                  <a:lnTo>
                    <a:pt x="4692" y="7881"/>
                  </a:lnTo>
                  <a:lnTo>
                    <a:pt x="4146" y="7926"/>
                  </a:lnTo>
                  <a:lnTo>
                    <a:pt x="3554" y="7881"/>
                  </a:lnTo>
                  <a:lnTo>
                    <a:pt x="3007" y="7790"/>
                  </a:lnTo>
                  <a:lnTo>
                    <a:pt x="2460" y="7607"/>
                  </a:lnTo>
                  <a:lnTo>
                    <a:pt x="1959" y="7380"/>
                  </a:lnTo>
                  <a:lnTo>
                    <a:pt x="1504" y="7061"/>
                  </a:lnTo>
                  <a:lnTo>
                    <a:pt x="1094" y="6696"/>
                  </a:lnTo>
                  <a:lnTo>
                    <a:pt x="729" y="6241"/>
                  </a:lnTo>
                  <a:lnTo>
                    <a:pt x="410" y="5740"/>
                  </a:lnTo>
                  <a:lnTo>
                    <a:pt x="183" y="5193"/>
                  </a:lnTo>
                  <a:lnTo>
                    <a:pt x="46" y="4601"/>
                  </a:lnTo>
                  <a:lnTo>
                    <a:pt x="0" y="3963"/>
                  </a:lnTo>
                  <a:lnTo>
                    <a:pt x="0" y="3963"/>
                  </a:lnTo>
                  <a:lnTo>
                    <a:pt x="46" y="3462"/>
                  </a:lnTo>
                  <a:lnTo>
                    <a:pt x="137" y="3052"/>
                  </a:lnTo>
                  <a:lnTo>
                    <a:pt x="228" y="2597"/>
                  </a:lnTo>
                  <a:lnTo>
                    <a:pt x="410" y="2232"/>
                  </a:lnTo>
                  <a:lnTo>
                    <a:pt x="593" y="1868"/>
                  </a:lnTo>
                  <a:lnTo>
                    <a:pt x="820" y="1549"/>
                  </a:lnTo>
                  <a:lnTo>
                    <a:pt x="1048" y="1276"/>
                  </a:lnTo>
                  <a:lnTo>
                    <a:pt x="1322" y="1002"/>
                  </a:lnTo>
                  <a:lnTo>
                    <a:pt x="1595" y="775"/>
                  </a:lnTo>
                  <a:lnTo>
                    <a:pt x="1914" y="547"/>
                  </a:lnTo>
                  <a:lnTo>
                    <a:pt x="2233" y="410"/>
                  </a:lnTo>
                  <a:lnTo>
                    <a:pt x="2551" y="273"/>
                  </a:lnTo>
                  <a:lnTo>
                    <a:pt x="2916" y="137"/>
                  </a:lnTo>
                  <a:lnTo>
                    <a:pt x="3280" y="91"/>
                  </a:lnTo>
                  <a:lnTo>
                    <a:pt x="3599" y="46"/>
                  </a:lnTo>
                  <a:lnTo>
                    <a:pt x="3964" y="0"/>
                  </a:lnTo>
                  <a:lnTo>
                    <a:pt x="4328" y="46"/>
                  </a:lnTo>
                  <a:lnTo>
                    <a:pt x="4692" y="91"/>
                  </a:lnTo>
                  <a:lnTo>
                    <a:pt x="5057" y="182"/>
                  </a:lnTo>
                  <a:lnTo>
                    <a:pt x="5376" y="273"/>
                  </a:lnTo>
                  <a:lnTo>
                    <a:pt x="5740" y="410"/>
                  </a:lnTo>
                  <a:lnTo>
                    <a:pt x="6059" y="592"/>
                  </a:lnTo>
                  <a:lnTo>
                    <a:pt x="6332" y="775"/>
                  </a:lnTo>
                  <a:lnTo>
                    <a:pt x="6651" y="1002"/>
                  </a:lnTo>
                  <a:lnTo>
                    <a:pt x="6924" y="1276"/>
                  </a:lnTo>
                  <a:lnTo>
                    <a:pt x="7152" y="1594"/>
                  </a:lnTo>
                  <a:lnTo>
                    <a:pt x="7334" y="1913"/>
                  </a:lnTo>
                  <a:lnTo>
                    <a:pt x="7517" y="2232"/>
                  </a:lnTo>
                  <a:lnTo>
                    <a:pt x="7699" y="2642"/>
                  </a:lnTo>
                  <a:lnTo>
                    <a:pt x="7790" y="3052"/>
                  </a:lnTo>
                  <a:lnTo>
                    <a:pt x="7881" y="3508"/>
                  </a:lnTo>
                  <a:lnTo>
                    <a:pt x="7927" y="3963"/>
                  </a:lnTo>
                  <a:lnTo>
                    <a:pt x="7927" y="3963"/>
                  </a:lnTo>
                  <a:lnTo>
                    <a:pt x="7927" y="4282"/>
                  </a:lnTo>
                  <a:lnTo>
                    <a:pt x="7972" y="4555"/>
                  </a:lnTo>
                  <a:lnTo>
                    <a:pt x="8063" y="4829"/>
                  </a:lnTo>
                  <a:lnTo>
                    <a:pt x="8154" y="5102"/>
                  </a:lnTo>
                  <a:lnTo>
                    <a:pt x="8291" y="5375"/>
                  </a:lnTo>
                  <a:lnTo>
                    <a:pt x="8428" y="5603"/>
                  </a:lnTo>
                  <a:lnTo>
                    <a:pt x="8792" y="6059"/>
                  </a:lnTo>
                  <a:lnTo>
                    <a:pt x="9248" y="6423"/>
                  </a:lnTo>
                  <a:lnTo>
                    <a:pt x="9475" y="6560"/>
                  </a:lnTo>
                  <a:lnTo>
                    <a:pt x="9749" y="6696"/>
                  </a:lnTo>
                  <a:lnTo>
                    <a:pt x="10022" y="6787"/>
                  </a:lnTo>
                  <a:lnTo>
                    <a:pt x="10295" y="6879"/>
                  </a:lnTo>
                  <a:lnTo>
                    <a:pt x="10569" y="6924"/>
                  </a:lnTo>
                  <a:lnTo>
                    <a:pt x="10887" y="6924"/>
                  </a:lnTo>
                  <a:lnTo>
                    <a:pt x="10887" y="6924"/>
                  </a:lnTo>
                  <a:lnTo>
                    <a:pt x="11206" y="6924"/>
                  </a:lnTo>
                  <a:lnTo>
                    <a:pt x="11480" y="6879"/>
                  </a:lnTo>
                  <a:lnTo>
                    <a:pt x="11799" y="6787"/>
                  </a:lnTo>
                  <a:lnTo>
                    <a:pt x="12026" y="6696"/>
                  </a:lnTo>
                  <a:lnTo>
                    <a:pt x="12300" y="6560"/>
                  </a:lnTo>
                  <a:lnTo>
                    <a:pt x="12573" y="6423"/>
                  </a:lnTo>
                  <a:lnTo>
                    <a:pt x="12983" y="6059"/>
                  </a:lnTo>
                  <a:lnTo>
                    <a:pt x="13347" y="5603"/>
                  </a:lnTo>
                  <a:lnTo>
                    <a:pt x="13484" y="5375"/>
                  </a:lnTo>
                  <a:lnTo>
                    <a:pt x="13621" y="5102"/>
                  </a:lnTo>
                  <a:lnTo>
                    <a:pt x="13712" y="4829"/>
                  </a:lnTo>
                  <a:lnTo>
                    <a:pt x="13803" y="4555"/>
                  </a:lnTo>
                  <a:lnTo>
                    <a:pt x="13848" y="4282"/>
                  </a:lnTo>
                  <a:lnTo>
                    <a:pt x="13848" y="3963"/>
                  </a:lnTo>
                  <a:lnTo>
                    <a:pt x="13848" y="3963"/>
                  </a:lnTo>
                  <a:lnTo>
                    <a:pt x="13803" y="3462"/>
                  </a:lnTo>
                  <a:lnTo>
                    <a:pt x="13712" y="2961"/>
                  </a:lnTo>
                  <a:lnTo>
                    <a:pt x="13530" y="2551"/>
                  </a:lnTo>
                  <a:lnTo>
                    <a:pt x="13256" y="2187"/>
                  </a:lnTo>
                  <a:lnTo>
                    <a:pt x="12983" y="1822"/>
                  </a:lnTo>
                  <a:lnTo>
                    <a:pt x="12618" y="1549"/>
                  </a:lnTo>
                  <a:lnTo>
                    <a:pt x="12254" y="1321"/>
                  </a:lnTo>
                  <a:lnTo>
                    <a:pt x="11844" y="1185"/>
                  </a:lnTo>
                  <a:lnTo>
                    <a:pt x="11434" y="1048"/>
                  </a:lnTo>
                  <a:lnTo>
                    <a:pt x="10979" y="1002"/>
                  </a:lnTo>
                  <a:lnTo>
                    <a:pt x="10569" y="1002"/>
                  </a:lnTo>
                  <a:lnTo>
                    <a:pt x="10113" y="1093"/>
                  </a:lnTo>
                  <a:lnTo>
                    <a:pt x="9703" y="1230"/>
                  </a:lnTo>
                  <a:lnTo>
                    <a:pt x="9293" y="1458"/>
                  </a:lnTo>
                  <a:lnTo>
                    <a:pt x="8883" y="1777"/>
                  </a:lnTo>
                  <a:lnTo>
                    <a:pt x="8564" y="2141"/>
                  </a:lnTo>
                  <a:lnTo>
                    <a:pt x="8564" y="2141"/>
                  </a:lnTo>
                  <a:lnTo>
                    <a:pt x="8337" y="1640"/>
                  </a:lnTo>
                  <a:lnTo>
                    <a:pt x="8063" y="1185"/>
                  </a:lnTo>
                  <a:lnTo>
                    <a:pt x="8063" y="1185"/>
                  </a:lnTo>
                  <a:lnTo>
                    <a:pt x="8564" y="775"/>
                  </a:lnTo>
                  <a:lnTo>
                    <a:pt x="9065" y="456"/>
                  </a:lnTo>
                  <a:lnTo>
                    <a:pt x="9612" y="228"/>
                  </a:lnTo>
                  <a:lnTo>
                    <a:pt x="10159" y="46"/>
                  </a:lnTo>
                  <a:lnTo>
                    <a:pt x="10705" y="0"/>
                  </a:lnTo>
                  <a:lnTo>
                    <a:pt x="11297" y="46"/>
                  </a:lnTo>
                  <a:lnTo>
                    <a:pt x="11844" y="137"/>
                  </a:lnTo>
                  <a:lnTo>
                    <a:pt x="12391" y="319"/>
                  </a:lnTo>
                  <a:lnTo>
                    <a:pt x="12892" y="547"/>
                  </a:lnTo>
                  <a:lnTo>
                    <a:pt x="13347" y="866"/>
                  </a:lnTo>
                  <a:lnTo>
                    <a:pt x="13757" y="1230"/>
                  </a:lnTo>
                  <a:lnTo>
                    <a:pt x="14122" y="1686"/>
                  </a:lnTo>
                  <a:lnTo>
                    <a:pt x="14441" y="2187"/>
                  </a:lnTo>
                  <a:lnTo>
                    <a:pt x="14668" y="2733"/>
                  </a:lnTo>
                  <a:lnTo>
                    <a:pt x="14805" y="3325"/>
                  </a:lnTo>
                  <a:lnTo>
                    <a:pt x="14851" y="3963"/>
                  </a:lnTo>
                  <a:lnTo>
                    <a:pt x="14851" y="3963"/>
                  </a:lnTo>
                  <a:lnTo>
                    <a:pt x="14851" y="4373"/>
                  </a:lnTo>
                  <a:lnTo>
                    <a:pt x="14759" y="4738"/>
                  </a:lnTo>
                  <a:lnTo>
                    <a:pt x="14668" y="5148"/>
                  </a:lnTo>
                  <a:lnTo>
                    <a:pt x="14532" y="5512"/>
                  </a:lnTo>
                  <a:lnTo>
                    <a:pt x="14395" y="5831"/>
                  </a:lnTo>
                  <a:lnTo>
                    <a:pt x="14167" y="6195"/>
                  </a:lnTo>
                  <a:lnTo>
                    <a:pt x="13940" y="6469"/>
                  </a:lnTo>
                  <a:lnTo>
                    <a:pt x="13712" y="6742"/>
                  </a:lnTo>
                  <a:lnTo>
                    <a:pt x="13393" y="7015"/>
                  </a:lnTo>
                  <a:lnTo>
                    <a:pt x="13120" y="7243"/>
                  </a:lnTo>
                  <a:lnTo>
                    <a:pt x="12801" y="7425"/>
                  </a:lnTo>
                  <a:lnTo>
                    <a:pt x="12436" y="7607"/>
                  </a:lnTo>
                  <a:lnTo>
                    <a:pt x="12072" y="7744"/>
                  </a:lnTo>
                  <a:lnTo>
                    <a:pt x="11707" y="7835"/>
                  </a:lnTo>
                  <a:lnTo>
                    <a:pt x="11297" y="7881"/>
                  </a:lnTo>
                  <a:lnTo>
                    <a:pt x="10887" y="7926"/>
                  </a:lnTo>
                  <a:lnTo>
                    <a:pt x="10887" y="7926"/>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6"/>
            <p:cNvSpPr/>
            <p:nvPr/>
          </p:nvSpPr>
          <p:spPr>
            <a:xfrm>
              <a:off x="5833075" y="3512300"/>
              <a:ext cx="97975" cy="97950"/>
            </a:xfrm>
            <a:custGeom>
              <a:rect b="b" l="l" r="r" t="t"/>
              <a:pathLst>
                <a:path extrusionOk="0" fill="none" h="3918" w="3919">
                  <a:moveTo>
                    <a:pt x="3918" y="1959"/>
                  </a:moveTo>
                  <a:lnTo>
                    <a:pt x="3918" y="1959"/>
                  </a:lnTo>
                  <a:lnTo>
                    <a:pt x="3918" y="2369"/>
                  </a:lnTo>
                  <a:lnTo>
                    <a:pt x="3782" y="2734"/>
                  </a:lnTo>
                  <a:lnTo>
                    <a:pt x="3599" y="3052"/>
                  </a:lnTo>
                  <a:lnTo>
                    <a:pt x="3372" y="3371"/>
                  </a:lnTo>
                  <a:lnTo>
                    <a:pt x="3053" y="3599"/>
                  </a:lnTo>
                  <a:lnTo>
                    <a:pt x="2734" y="3781"/>
                  </a:lnTo>
                  <a:lnTo>
                    <a:pt x="2370" y="3918"/>
                  </a:lnTo>
                  <a:lnTo>
                    <a:pt x="1960" y="3918"/>
                  </a:lnTo>
                  <a:lnTo>
                    <a:pt x="1960" y="3918"/>
                  </a:lnTo>
                  <a:lnTo>
                    <a:pt x="1504" y="3872"/>
                  </a:lnTo>
                  <a:lnTo>
                    <a:pt x="1094" y="3736"/>
                  </a:lnTo>
                  <a:lnTo>
                    <a:pt x="775" y="3554"/>
                  </a:lnTo>
                  <a:lnTo>
                    <a:pt x="502" y="3280"/>
                  </a:lnTo>
                  <a:lnTo>
                    <a:pt x="274" y="3007"/>
                  </a:lnTo>
                  <a:lnTo>
                    <a:pt x="92" y="2688"/>
                  </a:lnTo>
                  <a:lnTo>
                    <a:pt x="1" y="2324"/>
                  </a:lnTo>
                  <a:lnTo>
                    <a:pt x="1" y="1959"/>
                  </a:lnTo>
                  <a:lnTo>
                    <a:pt x="1" y="1595"/>
                  </a:lnTo>
                  <a:lnTo>
                    <a:pt x="92" y="1230"/>
                  </a:lnTo>
                  <a:lnTo>
                    <a:pt x="274" y="911"/>
                  </a:lnTo>
                  <a:lnTo>
                    <a:pt x="502" y="638"/>
                  </a:lnTo>
                  <a:lnTo>
                    <a:pt x="775" y="365"/>
                  </a:lnTo>
                  <a:lnTo>
                    <a:pt x="1094" y="183"/>
                  </a:lnTo>
                  <a:lnTo>
                    <a:pt x="1504" y="46"/>
                  </a:lnTo>
                  <a:lnTo>
                    <a:pt x="1960" y="0"/>
                  </a:lnTo>
                  <a:lnTo>
                    <a:pt x="1960" y="0"/>
                  </a:lnTo>
                  <a:lnTo>
                    <a:pt x="2370" y="0"/>
                  </a:lnTo>
                  <a:lnTo>
                    <a:pt x="2734" y="137"/>
                  </a:lnTo>
                  <a:lnTo>
                    <a:pt x="3053" y="319"/>
                  </a:lnTo>
                  <a:lnTo>
                    <a:pt x="3372" y="547"/>
                  </a:lnTo>
                  <a:lnTo>
                    <a:pt x="3599" y="866"/>
                  </a:lnTo>
                  <a:lnTo>
                    <a:pt x="3782" y="1185"/>
                  </a:lnTo>
                  <a:lnTo>
                    <a:pt x="3918" y="1549"/>
                  </a:lnTo>
                  <a:lnTo>
                    <a:pt x="3918" y="1959"/>
                  </a:lnTo>
                  <a:lnTo>
                    <a:pt x="3918" y="1959"/>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6"/>
            <p:cNvSpPr/>
            <p:nvPr/>
          </p:nvSpPr>
          <p:spPr>
            <a:xfrm>
              <a:off x="6006175" y="3512300"/>
              <a:ext cx="97975" cy="97950"/>
            </a:xfrm>
            <a:custGeom>
              <a:rect b="b" l="l" r="r" t="t"/>
              <a:pathLst>
                <a:path extrusionOk="0" fill="none" h="3918" w="3919">
                  <a:moveTo>
                    <a:pt x="1" y="1959"/>
                  </a:moveTo>
                  <a:lnTo>
                    <a:pt x="1" y="1959"/>
                  </a:lnTo>
                  <a:lnTo>
                    <a:pt x="46" y="1549"/>
                  </a:lnTo>
                  <a:lnTo>
                    <a:pt x="137" y="1185"/>
                  </a:lnTo>
                  <a:lnTo>
                    <a:pt x="320" y="866"/>
                  </a:lnTo>
                  <a:lnTo>
                    <a:pt x="547" y="547"/>
                  </a:lnTo>
                  <a:lnTo>
                    <a:pt x="866" y="319"/>
                  </a:lnTo>
                  <a:lnTo>
                    <a:pt x="1185" y="137"/>
                  </a:lnTo>
                  <a:lnTo>
                    <a:pt x="1550" y="0"/>
                  </a:lnTo>
                  <a:lnTo>
                    <a:pt x="1959" y="0"/>
                  </a:lnTo>
                  <a:lnTo>
                    <a:pt x="1959" y="0"/>
                  </a:lnTo>
                  <a:lnTo>
                    <a:pt x="2415" y="46"/>
                  </a:lnTo>
                  <a:lnTo>
                    <a:pt x="2825" y="183"/>
                  </a:lnTo>
                  <a:lnTo>
                    <a:pt x="3144" y="365"/>
                  </a:lnTo>
                  <a:lnTo>
                    <a:pt x="3463" y="638"/>
                  </a:lnTo>
                  <a:lnTo>
                    <a:pt x="3645" y="911"/>
                  </a:lnTo>
                  <a:lnTo>
                    <a:pt x="3827" y="1230"/>
                  </a:lnTo>
                  <a:lnTo>
                    <a:pt x="3918" y="1595"/>
                  </a:lnTo>
                  <a:lnTo>
                    <a:pt x="3918" y="1959"/>
                  </a:lnTo>
                  <a:lnTo>
                    <a:pt x="3918" y="2324"/>
                  </a:lnTo>
                  <a:lnTo>
                    <a:pt x="3827" y="2688"/>
                  </a:lnTo>
                  <a:lnTo>
                    <a:pt x="3645" y="3007"/>
                  </a:lnTo>
                  <a:lnTo>
                    <a:pt x="3463" y="3280"/>
                  </a:lnTo>
                  <a:lnTo>
                    <a:pt x="3144" y="3554"/>
                  </a:lnTo>
                  <a:lnTo>
                    <a:pt x="2825" y="3736"/>
                  </a:lnTo>
                  <a:lnTo>
                    <a:pt x="2415" y="3872"/>
                  </a:lnTo>
                  <a:lnTo>
                    <a:pt x="1959" y="3918"/>
                  </a:lnTo>
                  <a:lnTo>
                    <a:pt x="1959" y="3918"/>
                  </a:lnTo>
                  <a:lnTo>
                    <a:pt x="1550" y="3918"/>
                  </a:lnTo>
                  <a:lnTo>
                    <a:pt x="1185" y="3781"/>
                  </a:lnTo>
                  <a:lnTo>
                    <a:pt x="866" y="3599"/>
                  </a:lnTo>
                  <a:lnTo>
                    <a:pt x="547" y="3371"/>
                  </a:lnTo>
                  <a:lnTo>
                    <a:pt x="320" y="3052"/>
                  </a:lnTo>
                  <a:lnTo>
                    <a:pt x="137" y="2734"/>
                  </a:lnTo>
                  <a:lnTo>
                    <a:pt x="46" y="2369"/>
                  </a:lnTo>
                  <a:lnTo>
                    <a:pt x="1" y="1959"/>
                  </a:lnTo>
                  <a:lnTo>
                    <a:pt x="1" y="1959"/>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6"/>
            <p:cNvSpPr/>
            <p:nvPr/>
          </p:nvSpPr>
          <p:spPr>
            <a:xfrm>
              <a:off x="6006175" y="3561275"/>
              <a:ext cx="25" cy="25"/>
            </a:xfrm>
            <a:custGeom>
              <a:rect b="b" l="l" r="r" t="t"/>
              <a:pathLst>
                <a:path extrusionOk="0" fill="none" h="1" w="1">
                  <a:moveTo>
                    <a:pt x="1" y="0"/>
                  </a:moveTo>
                  <a:lnTo>
                    <a:pt x="1"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8" name="Google Shape;298;p26"/>
          <p:cNvGrpSpPr/>
          <p:nvPr/>
        </p:nvGrpSpPr>
        <p:grpSpPr>
          <a:xfrm rot="-5400000">
            <a:off x="4196640" y="-1210671"/>
            <a:ext cx="2618424" cy="2604287"/>
            <a:chOff x="5101975" y="1229000"/>
            <a:chExt cx="421375" cy="419100"/>
          </a:xfrm>
        </p:grpSpPr>
        <p:sp>
          <p:nvSpPr>
            <p:cNvPr id="299" name="Google Shape;299;p26"/>
            <p:cNvSpPr/>
            <p:nvPr/>
          </p:nvSpPr>
          <p:spPr>
            <a:xfrm>
              <a:off x="5152075" y="1377050"/>
              <a:ext cx="223225" cy="220950"/>
            </a:xfrm>
            <a:custGeom>
              <a:rect b="b" l="l" r="r" t="t"/>
              <a:pathLst>
                <a:path extrusionOk="0" h="8838" w="8929">
                  <a:moveTo>
                    <a:pt x="4465" y="957"/>
                  </a:moveTo>
                  <a:lnTo>
                    <a:pt x="5011" y="1002"/>
                  </a:lnTo>
                  <a:lnTo>
                    <a:pt x="5558" y="1139"/>
                  </a:lnTo>
                  <a:lnTo>
                    <a:pt x="6059" y="1367"/>
                  </a:lnTo>
                  <a:lnTo>
                    <a:pt x="6514" y="1640"/>
                  </a:lnTo>
                  <a:lnTo>
                    <a:pt x="5102" y="3098"/>
                  </a:lnTo>
                  <a:lnTo>
                    <a:pt x="4783" y="3007"/>
                  </a:lnTo>
                  <a:lnTo>
                    <a:pt x="4465" y="2961"/>
                  </a:lnTo>
                  <a:lnTo>
                    <a:pt x="4146" y="3007"/>
                  </a:lnTo>
                  <a:lnTo>
                    <a:pt x="3827" y="3098"/>
                  </a:lnTo>
                  <a:lnTo>
                    <a:pt x="2369" y="1640"/>
                  </a:lnTo>
                  <a:lnTo>
                    <a:pt x="2870" y="1367"/>
                  </a:lnTo>
                  <a:lnTo>
                    <a:pt x="3371" y="1139"/>
                  </a:lnTo>
                  <a:lnTo>
                    <a:pt x="3918" y="1002"/>
                  </a:lnTo>
                  <a:lnTo>
                    <a:pt x="4465" y="957"/>
                  </a:lnTo>
                  <a:close/>
                  <a:moveTo>
                    <a:pt x="4465" y="3918"/>
                  </a:moveTo>
                  <a:lnTo>
                    <a:pt x="4647" y="3963"/>
                  </a:lnTo>
                  <a:lnTo>
                    <a:pt x="4829" y="4100"/>
                  </a:lnTo>
                  <a:lnTo>
                    <a:pt x="4920" y="4237"/>
                  </a:lnTo>
                  <a:lnTo>
                    <a:pt x="4966" y="4419"/>
                  </a:lnTo>
                  <a:lnTo>
                    <a:pt x="4920" y="4601"/>
                  </a:lnTo>
                  <a:lnTo>
                    <a:pt x="4829" y="4783"/>
                  </a:lnTo>
                  <a:lnTo>
                    <a:pt x="4647" y="4920"/>
                  </a:lnTo>
                  <a:lnTo>
                    <a:pt x="4419" y="4920"/>
                  </a:lnTo>
                  <a:lnTo>
                    <a:pt x="4282" y="4874"/>
                  </a:lnTo>
                  <a:lnTo>
                    <a:pt x="4100" y="4783"/>
                  </a:lnTo>
                  <a:lnTo>
                    <a:pt x="4009" y="4647"/>
                  </a:lnTo>
                  <a:lnTo>
                    <a:pt x="3964" y="4464"/>
                  </a:lnTo>
                  <a:lnTo>
                    <a:pt x="4009" y="4282"/>
                  </a:lnTo>
                  <a:lnTo>
                    <a:pt x="4100" y="4100"/>
                  </a:lnTo>
                  <a:lnTo>
                    <a:pt x="4282" y="3963"/>
                  </a:lnTo>
                  <a:lnTo>
                    <a:pt x="4465" y="3918"/>
                  </a:lnTo>
                  <a:close/>
                  <a:moveTo>
                    <a:pt x="1686" y="2369"/>
                  </a:moveTo>
                  <a:lnTo>
                    <a:pt x="3144" y="3781"/>
                  </a:lnTo>
                  <a:lnTo>
                    <a:pt x="3007" y="4100"/>
                  </a:lnTo>
                  <a:lnTo>
                    <a:pt x="2961" y="4419"/>
                  </a:lnTo>
                  <a:lnTo>
                    <a:pt x="3007" y="4738"/>
                  </a:lnTo>
                  <a:lnTo>
                    <a:pt x="3144" y="5057"/>
                  </a:lnTo>
                  <a:lnTo>
                    <a:pt x="1686" y="6514"/>
                  </a:lnTo>
                  <a:lnTo>
                    <a:pt x="1413" y="6013"/>
                  </a:lnTo>
                  <a:lnTo>
                    <a:pt x="1185" y="5512"/>
                  </a:lnTo>
                  <a:lnTo>
                    <a:pt x="1048" y="4965"/>
                  </a:lnTo>
                  <a:lnTo>
                    <a:pt x="1003" y="4419"/>
                  </a:lnTo>
                  <a:lnTo>
                    <a:pt x="1048" y="3872"/>
                  </a:lnTo>
                  <a:lnTo>
                    <a:pt x="1185" y="3371"/>
                  </a:lnTo>
                  <a:lnTo>
                    <a:pt x="1367" y="2825"/>
                  </a:lnTo>
                  <a:lnTo>
                    <a:pt x="1686" y="2369"/>
                  </a:lnTo>
                  <a:close/>
                  <a:moveTo>
                    <a:pt x="7243" y="2369"/>
                  </a:moveTo>
                  <a:lnTo>
                    <a:pt x="7517" y="2825"/>
                  </a:lnTo>
                  <a:lnTo>
                    <a:pt x="7744" y="3326"/>
                  </a:lnTo>
                  <a:lnTo>
                    <a:pt x="7881" y="3872"/>
                  </a:lnTo>
                  <a:lnTo>
                    <a:pt x="7927" y="4419"/>
                  </a:lnTo>
                  <a:lnTo>
                    <a:pt x="7881" y="4965"/>
                  </a:lnTo>
                  <a:lnTo>
                    <a:pt x="7744" y="5512"/>
                  </a:lnTo>
                  <a:lnTo>
                    <a:pt x="7517" y="6013"/>
                  </a:lnTo>
                  <a:lnTo>
                    <a:pt x="7243" y="6514"/>
                  </a:lnTo>
                  <a:lnTo>
                    <a:pt x="5786" y="5057"/>
                  </a:lnTo>
                  <a:lnTo>
                    <a:pt x="5922" y="4738"/>
                  </a:lnTo>
                  <a:lnTo>
                    <a:pt x="5922" y="4419"/>
                  </a:lnTo>
                  <a:lnTo>
                    <a:pt x="5922" y="4100"/>
                  </a:lnTo>
                  <a:lnTo>
                    <a:pt x="5786" y="3781"/>
                  </a:lnTo>
                  <a:lnTo>
                    <a:pt x="7243" y="2369"/>
                  </a:lnTo>
                  <a:close/>
                  <a:moveTo>
                    <a:pt x="5102" y="5785"/>
                  </a:moveTo>
                  <a:lnTo>
                    <a:pt x="6514" y="7198"/>
                  </a:lnTo>
                  <a:lnTo>
                    <a:pt x="6059" y="7516"/>
                  </a:lnTo>
                  <a:lnTo>
                    <a:pt x="5558" y="7699"/>
                  </a:lnTo>
                  <a:lnTo>
                    <a:pt x="5011" y="7835"/>
                  </a:lnTo>
                  <a:lnTo>
                    <a:pt x="4465" y="7881"/>
                  </a:lnTo>
                  <a:lnTo>
                    <a:pt x="3918" y="7835"/>
                  </a:lnTo>
                  <a:lnTo>
                    <a:pt x="3371" y="7699"/>
                  </a:lnTo>
                  <a:lnTo>
                    <a:pt x="2870" y="7516"/>
                  </a:lnTo>
                  <a:lnTo>
                    <a:pt x="2369" y="7198"/>
                  </a:lnTo>
                  <a:lnTo>
                    <a:pt x="3827" y="5785"/>
                  </a:lnTo>
                  <a:lnTo>
                    <a:pt x="4146" y="5877"/>
                  </a:lnTo>
                  <a:lnTo>
                    <a:pt x="4465" y="5922"/>
                  </a:lnTo>
                  <a:lnTo>
                    <a:pt x="4783" y="5877"/>
                  </a:lnTo>
                  <a:lnTo>
                    <a:pt x="5102" y="5785"/>
                  </a:lnTo>
                  <a:close/>
                  <a:moveTo>
                    <a:pt x="4009" y="0"/>
                  </a:moveTo>
                  <a:lnTo>
                    <a:pt x="3554" y="91"/>
                  </a:lnTo>
                  <a:lnTo>
                    <a:pt x="3144" y="183"/>
                  </a:lnTo>
                  <a:lnTo>
                    <a:pt x="2734" y="319"/>
                  </a:lnTo>
                  <a:lnTo>
                    <a:pt x="2324" y="501"/>
                  </a:lnTo>
                  <a:lnTo>
                    <a:pt x="1959" y="729"/>
                  </a:lnTo>
                  <a:lnTo>
                    <a:pt x="1640" y="1002"/>
                  </a:lnTo>
                  <a:lnTo>
                    <a:pt x="1321" y="1276"/>
                  </a:lnTo>
                  <a:lnTo>
                    <a:pt x="1048" y="1595"/>
                  </a:lnTo>
                  <a:lnTo>
                    <a:pt x="775" y="1959"/>
                  </a:lnTo>
                  <a:lnTo>
                    <a:pt x="547" y="2323"/>
                  </a:lnTo>
                  <a:lnTo>
                    <a:pt x="365" y="2688"/>
                  </a:lnTo>
                  <a:lnTo>
                    <a:pt x="228" y="3098"/>
                  </a:lnTo>
                  <a:lnTo>
                    <a:pt x="92" y="3553"/>
                  </a:lnTo>
                  <a:lnTo>
                    <a:pt x="46" y="3963"/>
                  </a:lnTo>
                  <a:lnTo>
                    <a:pt x="0" y="4419"/>
                  </a:lnTo>
                  <a:lnTo>
                    <a:pt x="46" y="4965"/>
                  </a:lnTo>
                  <a:lnTo>
                    <a:pt x="137" y="5467"/>
                  </a:lnTo>
                  <a:lnTo>
                    <a:pt x="274" y="5922"/>
                  </a:lnTo>
                  <a:lnTo>
                    <a:pt x="456" y="6378"/>
                  </a:lnTo>
                  <a:lnTo>
                    <a:pt x="638" y="6742"/>
                  </a:lnTo>
                  <a:lnTo>
                    <a:pt x="912" y="7106"/>
                  </a:lnTo>
                  <a:lnTo>
                    <a:pt x="1185" y="7471"/>
                  </a:lnTo>
                  <a:lnTo>
                    <a:pt x="1458" y="7744"/>
                  </a:lnTo>
                  <a:lnTo>
                    <a:pt x="1777" y="8017"/>
                  </a:lnTo>
                  <a:lnTo>
                    <a:pt x="2141" y="8245"/>
                  </a:lnTo>
                  <a:lnTo>
                    <a:pt x="2506" y="8427"/>
                  </a:lnTo>
                  <a:lnTo>
                    <a:pt x="2870" y="8564"/>
                  </a:lnTo>
                  <a:lnTo>
                    <a:pt x="3235" y="8701"/>
                  </a:lnTo>
                  <a:lnTo>
                    <a:pt x="3645" y="8792"/>
                  </a:lnTo>
                  <a:lnTo>
                    <a:pt x="4055" y="8837"/>
                  </a:lnTo>
                  <a:lnTo>
                    <a:pt x="4875" y="8837"/>
                  </a:lnTo>
                  <a:lnTo>
                    <a:pt x="5285" y="8792"/>
                  </a:lnTo>
                  <a:lnTo>
                    <a:pt x="5649" y="8701"/>
                  </a:lnTo>
                  <a:lnTo>
                    <a:pt x="6059" y="8564"/>
                  </a:lnTo>
                  <a:lnTo>
                    <a:pt x="6423" y="8427"/>
                  </a:lnTo>
                  <a:lnTo>
                    <a:pt x="6788" y="8245"/>
                  </a:lnTo>
                  <a:lnTo>
                    <a:pt x="7152" y="8017"/>
                  </a:lnTo>
                  <a:lnTo>
                    <a:pt x="7471" y="7744"/>
                  </a:lnTo>
                  <a:lnTo>
                    <a:pt x="7744" y="7471"/>
                  </a:lnTo>
                  <a:lnTo>
                    <a:pt x="8018" y="7106"/>
                  </a:lnTo>
                  <a:lnTo>
                    <a:pt x="8245" y="6742"/>
                  </a:lnTo>
                  <a:lnTo>
                    <a:pt x="8473" y="6378"/>
                  </a:lnTo>
                  <a:lnTo>
                    <a:pt x="8655" y="5922"/>
                  </a:lnTo>
                  <a:lnTo>
                    <a:pt x="8792" y="5467"/>
                  </a:lnTo>
                  <a:lnTo>
                    <a:pt x="8883" y="4965"/>
                  </a:lnTo>
                  <a:lnTo>
                    <a:pt x="8929" y="4419"/>
                  </a:lnTo>
                  <a:lnTo>
                    <a:pt x="8883" y="3963"/>
                  </a:lnTo>
                  <a:lnTo>
                    <a:pt x="8838" y="3553"/>
                  </a:lnTo>
                  <a:lnTo>
                    <a:pt x="8701" y="3098"/>
                  </a:lnTo>
                  <a:lnTo>
                    <a:pt x="8564" y="2688"/>
                  </a:lnTo>
                  <a:lnTo>
                    <a:pt x="8382" y="2323"/>
                  </a:lnTo>
                  <a:lnTo>
                    <a:pt x="8154" y="1959"/>
                  </a:lnTo>
                  <a:lnTo>
                    <a:pt x="7881" y="1595"/>
                  </a:lnTo>
                  <a:lnTo>
                    <a:pt x="7608" y="1276"/>
                  </a:lnTo>
                  <a:lnTo>
                    <a:pt x="7289" y="1002"/>
                  </a:lnTo>
                  <a:lnTo>
                    <a:pt x="6970" y="729"/>
                  </a:lnTo>
                  <a:lnTo>
                    <a:pt x="6606" y="501"/>
                  </a:lnTo>
                  <a:lnTo>
                    <a:pt x="6196" y="319"/>
                  </a:lnTo>
                  <a:lnTo>
                    <a:pt x="5786" y="183"/>
                  </a:lnTo>
                  <a:lnTo>
                    <a:pt x="5376" y="91"/>
                  </a:lnTo>
                  <a:lnTo>
                    <a:pt x="492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6"/>
            <p:cNvSpPr/>
            <p:nvPr/>
          </p:nvSpPr>
          <p:spPr>
            <a:xfrm>
              <a:off x="5152075" y="1377050"/>
              <a:ext cx="223225" cy="220950"/>
            </a:xfrm>
            <a:custGeom>
              <a:rect b="b" l="l" r="r" t="t"/>
              <a:pathLst>
                <a:path extrusionOk="0" fill="none" h="8838" w="8929">
                  <a:moveTo>
                    <a:pt x="4465" y="0"/>
                  </a:moveTo>
                  <a:lnTo>
                    <a:pt x="4465" y="0"/>
                  </a:lnTo>
                  <a:lnTo>
                    <a:pt x="4009" y="0"/>
                  </a:lnTo>
                  <a:lnTo>
                    <a:pt x="3554" y="91"/>
                  </a:lnTo>
                  <a:lnTo>
                    <a:pt x="3144" y="183"/>
                  </a:lnTo>
                  <a:lnTo>
                    <a:pt x="2734" y="319"/>
                  </a:lnTo>
                  <a:lnTo>
                    <a:pt x="2324" y="501"/>
                  </a:lnTo>
                  <a:lnTo>
                    <a:pt x="1959" y="729"/>
                  </a:lnTo>
                  <a:lnTo>
                    <a:pt x="1640" y="1002"/>
                  </a:lnTo>
                  <a:lnTo>
                    <a:pt x="1321" y="1276"/>
                  </a:lnTo>
                  <a:lnTo>
                    <a:pt x="1048" y="1595"/>
                  </a:lnTo>
                  <a:lnTo>
                    <a:pt x="775" y="1959"/>
                  </a:lnTo>
                  <a:lnTo>
                    <a:pt x="547" y="2323"/>
                  </a:lnTo>
                  <a:lnTo>
                    <a:pt x="365" y="2688"/>
                  </a:lnTo>
                  <a:lnTo>
                    <a:pt x="228" y="3098"/>
                  </a:lnTo>
                  <a:lnTo>
                    <a:pt x="92" y="3553"/>
                  </a:lnTo>
                  <a:lnTo>
                    <a:pt x="46" y="3963"/>
                  </a:lnTo>
                  <a:lnTo>
                    <a:pt x="0" y="4419"/>
                  </a:lnTo>
                  <a:lnTo>
                    <a:pt x="0" y="4419"/>
                  </a:lnTo>
                  <a:lnTo>
                    <a:pt x="46" y="4965"/>
                  </a:lnTo>
                  <a:lnTo>
                    <a:pt x="137" y="5467"/>
                  </a:lnTo>
                  <a:lnTo>
                    <a:pt x="274" y="5922"/>
                  </a:lnTo>
                  <a:lnTo>
                    <a:pt x="456" y="6378"/>
                  </a:lnTo>
                  <a:lnTo>
                    <a:pt x="638" y="6742"/>
                  </a:lnTo>
                  <a:lnTo>
                    <a:pt x="912" y="7106"/>
                  </a:lnTo>
                  <a:lnTo>
                    <a:pt x="1185" y="7471"/>
                  </a:lnTo>
                  <a:lnTo>
                    <a:pt x="1458" y="7744"/>
                  </a:lnTo>
                  <a:lnTo>
                    <a:pt x="1777" y="8017"/>
                  </a:lnTo>
                  <a:lnTo>
                    <a:pt x="2141" y="8245"/>
                  </a:lnTo>
                  <a:lnTo>
                    <a:pt x="2506" y="8427"/>
                  </a:lnTo>
                  <a:lnTo>
                    <a:pt x="2870" y="8564"/>
                  </a:lnTo>
                  <a:lnTo>
                    <a:pt x="3235" y="8701"/>
                  </a:lnTo>
                  <a:lnTo>
                    <a:pt x="3645" y="8792"/>
                  </a:lnTo>
                  <a:lnTo>
                    <a:pt x="4055" y="8837"/>
                  </a:lnTo>
                  <a:lnTo>
                    <a:pt x="4465" y="8837"/>
                  </a:lnTo>
                  <a:lnTo>
                    <a:pt x="4875" y="8837"/>
                  </a:lnTo>
                  <a:lnTo>
                    <a:pt x="5285" y="8792"/>
                  </a:lnTo>
                  <a:lnTo>
                    <a:pt x="5649" y="8701"/>
                  </a:lnTo>
                  <a:lnTo>
                    <a:pt x="6059" y="8564"/>
                  </a:lnTo>
                  <a:lnTo>
                    <a:pt x="6423" y="8427"/>
                  </a:lnTo>
                  <a:lnTo>
                    <a:pt x="6788" y="8245"/>
                  </a:lnTo>
                  <a:lnTo>
                    <a:pt x="7152" y="8017"/>
                  </a:lnTo>
                  <a:lnTo>
                    <a:pt x="7471" y="7744"/>
                  </a:lnTo>
                  <a:lnTo>
                    <a:pt x="7744" y="7471"/>
                  </a:lnTo>
                  <a:lnTo>
                    <a:pt x="8018" y="7106"/>
                  </a:lnTo>
                  <a:lnTo>
                    <a:pt x="8245" y="6742"/>
                  </a:lnTo>
                  <a:lnTo>
                    <a:pt x="8473" y="6378"/>
                  </a:lnTo>
                  <a:lnTo>
                    <a:pt x="8655" y="5922"/>
                  </a:lnTo>
                  <a:lnTo>
                    <a:pt x="8792" y="5467"/>
                  </a:lnTo>
                  <a:lnTo>
                    <a:pt x="8883" y="4965"/>
                  </a:lnTo>
                  <a:lnTo>
                    <a:pt x="8929" y="4419"/>
                  </a:lnTo>
                  <a:lnTo>
                    <a:pt x="8929" y="4419"/>
                  </a:lnTo>
                  <a:lnTo>
                    <a:pt x="8883" y="3963"/>
                  </a:lnTo>
                  <a:lnTo>
                    <a:pt x="8838" y="3553"/>
                  </a:lnTo>
                  <a:lnTo>
                    <a:pt x="8701" y="3098"/>
                  </a:lnTo>
                  <a:lnTo>
                    <a:pt x="8564" y="2688"/>
                  </a:lnTo>
                  <a:lnTo>
                    <a:pt x="8382" y="2323"/>
                  </a:lnTo>
                  <a:lnTo>
                    <a:pt x="8154" y="1959"/>
                  </a:lnTo>
                  <a:lnTo>
                    <a:pt x="7881" y="1595"/>
                  </a:lnTo>
                  <a:lnTo>
                    <a:pt x="7608" y="1276"/>
                  </a:lnTo>
                  <a:lnTo>
                    <a:pt x="7289" y="1002"/>
                  </a:lnTo>
                  <a:lnTo>
                    <a:pt x="6970" y="729"/>
                  </a:lnTo>
                  <a:lnTo>
                    <a:pt x="6606" y="501"/>
                  </a:lnTo>
                  <a:lnTo>
                    <a:pt x="6196" y="319"/>
                  </a:lnTo>
                  <a:lnTo>
                    <a:pt x="5786" y="183"/>
                  </a:lnTo>
                  <a:lnTo>
                    <a:pt x="5376" y="91"/>
                  </a:lnTo>
                  <a:lnTo>
                    <a:pt x="4920" y="0"/>
                  </a:lnTo>
                  <a:lnTo>
                    <a:pt x="4465" y="0"/>
                  </a:lnTo>
                  <a:lnTo>
                    <a:pt x="4465"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6"/>
            <p:cNvSpPr/>
            <p:nvPr/>
          </p:nvSpPr>
          <p:spPr>
            <a:xfrm>
              <a:off x="5211300" y="1400950"/>
              <a:ext cx="103650" cy="53550"/>
            </a:xfrm>
            <a:custGeom>
              <a:rect b="b" l="l" r="r" t="t"/>
              <a:pathLst>
                <a:path extrusionOk="0" fill="none" h="2142" w="4146">
                  <a:moveTo>
                    <a:pt x="4145" y="684"/>
                  </a:moveTo>
                  <a:lnTo>
                    <a:pt x="2733" y="2142"/>
                  </a:lnTo>
                  <a:lnTo>
                    <a:pt x="2733" y="2142"/>
                  </a:lnTo>
                  <a:lnTo>
                    <a:pt x="2414" y="2051"/>
                  </a:lnTo>
                  <a:lnTo>
                    <a:pt x="2096" y="2005"/>
                  </a:lnTo>
                  <a:lnTo>
                    <a:pt x="1777" y="2051"/>
                  </a:lnTo>
                  <a:lnTo>
                    <a:pt x="1458" y="2142"/>
                  </a:lnTo>
                  <a:lnTo>
                    <a:pt x="0" y="684"/>
                  </a:lnTo>
                  <a:lnTo>
                    <a:pt x="0" y="684"/>
                  </a:lnTo>
                  <a:lnTo>
                    <a:pt x="501" y="411"/>
                  </a:lnTo>
                  <a:lnTo>
                    <a:pt x="1002" y="183"/>
                  </a:lnTo>
                  <a:lnTo>
                    <a:pt x="1549" y="46"/>
                  </a:lnTo>
                  <a:lnTo>
                    <a:pt x="2096" y="1"/>
                  </a:lnTo>
                  <a:lnTo>
                    <a:pt x="2642" y="46"/>
                  </a:lnTo>
                  <a:lnTo>
                    <a:pt x="3189" y="183"/>
                  </a:lnTo>
                  <a:lnTo>
                    <a:pt x="3690" y="411"/>
                  </a:lnTo>
                  <a:lnTo>
                    <a:pt x="4145" y="684"/>
                  </a:lnTo>
                  <a:lnTo>
                    <a:pt x="4145" y="684"/>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6"/>
            <p:cNvSpPr/>
            <p:nvPr/>
          </p:nvSpPr>
          <p:spPr>
            <a:xfrm>
              <a:off x="5251150" y="1474975"/>
              <a:ext cx="25075" cy="25075"/>
            </a:xfrm>
            <a:custGeom>
              <a:rect b="b" l="l" r="r" t="t"/>
              <a:pathLst>
                <a:path extrusionOk="0" fill="none" h="1003" w="1003">
                  <a:moveTo>
                    <a:pt x="137" y="183"/>
                  </a:moveTo>
                  <a:lnTo>
                    <a:pt x="137" y="183"/>
                  </a:lnTo>
                  <a:lnTo>
                    <a:pt x="319" y="46"/>
                  </a:lnTo>
                  <a:lnTo>
                    <a:pt x="502" y="1"/>
                  </a:lnTo>
                  <a:lnTo>
                    <a:pt x="684" y="46"/>
                  </a:lnTo>
                  <a:lnTo>
                    <a:pt x="866" y="183"/>
                  </a:lnTo>
                  <a:lnTo>
                    <a:pt x="866" y="183"/>
                  </a:lnTo>
                  <a:lnTo>
                    <a:pt x="957" y="320"/>
                  </a:lnTo>
                  <a:lnTo>
                    <a:pt x="1003" y="502"/>
                  </a:lnTo>
                  <a:lnTo>
                    <a:pt x="957" y="684"/>
                  </a:lnTo>
                  <a:lnTo>
                    <a:pt x="866" y="866"/>
                  </a:lnTo>
                  <a:lnTo>
                    <a:pt x="866" y="866"/>
                  </a:lnTo>
                  <a:lnTo>
                    <a:pt x="684" y="1003"/>
                  </a:lnTo>
                  <a:lnTo>
                    <a:pt x="456" y="1003"/>
                  </a:lnTo>
                  <a:lnTo>
                    <a:pt x="319" y="957"/>
                  </a:lnTo>
                  <a:lnTo>
                    <a:pt x="137" y="866"/>
                  </a:lnTo>
                  <a:lnTo>
                    <a:pt x="46" y="730"/>
                  </a:lnTo>
                  <a:lnTo>
                    <a:pt x="1" y="547"/>
                  </a:lnTo>
                  <a:lnTo>
                    <a:pt x="46" y="365"/>
                  </a:lnTo>
                  <a:lnTo>
                    <a:pt x="137" y="183"/>
                  </a:lnTo>
                  <a:lnTo>
                    <a:pt x="137" y="183"/>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26"/>
            <p:cNvSpPr/>
            <p:nvPr/>
          </p:nvSpPr>
          <p:spPr>
            <a:xfrm>
              <a:off x="5177125" y="1436275"/>
              <a:ext cx="53550" cy="103650"/>
            </a:xfrm>
            <a:custGeom>
              <a:rect b="b" l="l" r="r" t="t"/>
              <a:pathLst>
                <a:path extrusionOk="0" fill="none" h="4146" w="2142">
                  <a:moveTo>
                    <a:pt x="684" y="0"/>
                  </a:moveTo>
                  <a:lnTo>
                    <a:pt x="2142" y="1412"/>
                  </a:lnTo>
                  <a:lnTo>
                    <a:pt x="2142" y="1412"/>
                  </a:lnTo>
                  <a:lnTo>
                    <a:pt x="2005" y="1731"/>
                  </a:lnTo>
                  <a:lnTo>
                    <a:pt x="1959" y="2050"/>
                  </a:lnTo>
                  <a:lnTo>
                    <a:pt x="2005" y="2369"/>
                  </a:lnTo>
                  <a:lnTo>
                    <a:pt x="2142" y="2688"/>
                  </a:lnTo>
                  <a:lnTo>
                    <a:pt x="684" y="4145"/>
                  </a:lnTo>
                  <a:lnTo>
                    <a:pt x="684" y="4145"/>
                  </a:lnTo>
                  <a:lnTo>
                    <a:pt x="411" y="3644"/>
                  </a:lnTo>
                  <a:lnTo>
                    <a:pt x="183" y="3143"/>
                  </a:lnTo>
                  <a:lnTo>
                    <a:pt x="46" y="2596"/>
                  </a:lnTo>
                  <a:lnTo>
                    <a:pt x="1" y="2050"/>
                  </a:lnTo>
                  <a:lnTo>
                    <a:pt x="46" y="1503"/>
                  </a:lnTo>
                  <a:lnTo>
                    <a:pt x="183" y="1002"/>
                  </a:lnTo>
                  <a:lnTo>
                    <a:pt x="365" y="456"/>
                  </a:lnTo>
                  <a:lnTo>
                    <a:pt x="684" y="0"/>
                  </a:lnTo>
                  <a:lnTo>
                    <a:pt x="684"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26"/>
            <p:cNvSpPr/>
            <p:nvPr/>
          </p:nvSpPr>
          <p:spPr>
            <a:xfrm>
              <a:off x="5211300" y="1521675"/>
              <a:ext cx="103650" cy="52400"/>
            </a:xfrm>
            <a:custGeom>
              <a:rect b="b" l="l" r="r" t="t"/>
              <a:pathLst>
                <a:path extrusionOk="0" fill="none" h="2096" w="4146">
                  <a:moveTo>
                    <a:pt x="0" y="1413"/>
                  </a:moveTo>
                  <a:lnTo>
                    <a:pt x="1458" y="0"/>
                  </a:lnTo>
                  <a:lnTo>
                    <a:pt x="1458" y="0"/>
                  </a:lnTo>
                  <a:lnTo>
                    <a:pt x="1777" y="92"/>
                  </a:lnTo>
                  <a:lnTo>
                    <a:pt x="2096" y="137"/>
                  </a:lnTo>
                  <a:lnTo>
                    <a:pt x="2414" y="92"/>
                  </a:lnTo>
                  <a:lnTo>
                    <a:pt x="2733" y="0"/>
                  </a:lnTo>
                  <a:lnTo>
                    <a:pt x="4145" y="1413"/>
                  </a:lnTo>
                  <a:lnTo>
                    <a:pt x="4145" y="1413"/>
                  </a:lnTo>
                  <a:lnTo>
                    <a:pt x="3690" y="1731"/>
                  </a:lnTo>
                  <a:lnTo>
                    <a:pt x="3189" y="1914"/>
                  </a:lnTo>
                  <a:lnTo>
                    <a:pt x="2642" y="2050"/>
                  </a:lnTo>
                  <a:lnTo>
                    <a:pt x="2096" y="2096"/>
                  </a:lnTo>
                  <a:lnTo>
                    <a:pt x="1549" y="2050"/>
                  </a:lnTo>
                  <a:lnTo>
                    <a:pt x="1002" y="1914"/>
                  </a:lnTo>
                  <a:lnTo>
                    <a:pt x="501" y="1731"/>
                  </a:lnTo>
                  <a:lnTo>
                    <a:pt x="0" y="1413"/>
                  </a:lnTo>
                  <a:lnTo>
                    <a:pt x="0" y="1413"/>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6"/>
            <p:cNvSpPr/>
            <p:nvPr/>
          </p:nvSpPr>
          <p:spPr>
            <a:xfrm>
              <a:off x="5296700" y="1436275"/>
              <a:ext cx="53550" cy="103650"/>
            </a:xfrm>
            <a:custGeom>
              <a:rect b="b" l="l" r="r" t="t"/>
              <a:pathLst>
                <a:path extrusionOk="0" fill="none" h="4146" w="2142">
                  <a:moveTo>
                    <a:pt x="1458" y="4145"/>
                  </a:moveTo>
                  <a:lnTo>
                    <a:pt x="1" y="2688"/>
                  </a:lnTo>
                  <a:lnTo>
                    <a:pt x="1" y="2688"/>
                  </a:lnTo>
                  <a:lnTo>
                    <a:pt x="137" y="2369"/>
                  </a:lnTo>
                  <a:lnTo>
                    <a:pt x="137" y="2050"/>
                  </a:lnTo>
                  <a:lnTo>
                    <a:pt x="137" y="1731"/>
                  </a:lnTo>
                  <a:lnTo>
                    <a:pt x="1" y="1412"/>
                  </a:lnTo>
                  <a:lnTo>
                    <a:pt x="1458" y="0"/>
                  </a:lnTo>
                  <a:lnTo>
                    <a:pt x="1458" y="0"/>
                  </a:lnTo>
                  <a:lnTo>
                    <a:pt x="1732" y="456"/>
                  </a:lnTo>
                  <a:lnTo>
                    <a:pt x="1959" y="957"/>
                  </a:lnTo>
                  <a:lnTo>
                    <a:pt x="2096" y="1503"/>
                  </a:lnTo>
                  <a:lnTo>
                    <a:pt x="2142" y="2050"/>
                  </a:lnTo>
                  <a:lnTo>
                    <a:pt x="2096" y="2596"/>
                  </a:lnTo>
                  <a:lnTo>
                    <a:pt x="1959" y="3143"/>
                  </a:lnTo>
                  <a:lnTo>
                    <a:pt x="1732" y="3644"/>
                  </a:lnTo>
                  <a:lnTo>
                    <a:pt x="1458" y="4145"/>
                  </a:lnTo>
                  <a:lnTo>
                    <a:pt x="1458" y="4145"/>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6"/>
            <p:cNvSpPr/>
            <p:nvPr/>
          </p:nvSpPr>
          <p:spPr>
            <a:xfrm>
              <a:off x="5333150" y="1539900"/>
              <a:ext cx="25" cy="25"/>
            </a:xfrm>
            <a:custGeom>
              <a:rect b="b" l="l" r="r" t="t"/>
              <a:pathLst>
                <a:path extrusionOk="0" fill="none" h="1" w="1">
                  <a:moveTo>
                    <a:pt x="0" y="0"/>
                  </a:moveTo>
                  <a:lnTo>
                    <a:pt x="0"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6"/>
            <p:cNvSpPr/>
            <p:nvPr/>
          </p:nvSpPr>
          <p:spPr>
            <a:xfrm>
              <a:off x="5101975" y="1229000"/>
              <a:ext cx="421375" cy="419100"/>
            </a:xfrm>
            <a:custGeom>
              <a:rect b="b" l="l" r="r" t="t"/>
              <a:pathLst>
                <a:path extrusionOk="0" h="16764" w="16855">
                  <a:moveTo>
                    <a:pt x="13894" y="957"/>
                  </a:moveTo>
                  <a:lnTo>
                    <a:pt x="14258" y="1003"/>
                  </a:lnTo>
                  <a:lnTo>
                    <a:pt x="14668" y="1139"/>
                  </a:lnTo>
                  <a:lnTo>
                    <a:pt x="14987" y="1322"/>
                  </a:lnTo>
                  <a:lnTo>
                    <a:pt x="15260" y="1549"/>
                  </a:lnTo>
                  <a:lnTo>
                    <a:pt x="15534" y="1823"/>
                  </a:lnTo>
                  <a:lnTo>
                    <a:pt x="15716" y="2187"/>
                  </a:lnTo>
                  <a:lnTo>
                    <a:pt x="15807" y="2551"/>
                  </a:lnTo>
                  <a:lnTo>
                    <a:pt x="15852" y="2916"/>
                  </a:lnTo>
                  <a:lnTo>
                    <a:pt x="14395" y="2916"/>
                  </a:lnTo>
                  <a:lnTo>
                    <a:pt x="14395" y="1959"/>
                  </a:lnTo>
                  <a:lnTo>
                    <a:pt x="13393" y="1959"/>
                  </a:lnTo>
                  <a:lnTo>
                    <a:pt x="13393" y="2916"/>
                  </a:lnTo>
                  <a:lnTo>
                    <a:pt x="11889" y="2916"/>
                  </a:lnTo>
                  <a:lnTo>
                    <a:pt x="11935" y="2551"/>
                  </a:lnTo>
                  <a:lnTo>
                    <a:pt x="12072" y="2187"/>
                  </a:lnTo>
                  <a:lnTo>
                    <a:pt x="12254" y="1823"/>
                  </a:lnTo>
                  <a:lnTo>
                    <a:pt x="12482" y="1549"/>
                  </a:lnTo>
                  <a:lnTo>
                    <a:pt x="12755" y="1322"/>
                  </a:lnTo>
                  <a:lnTo>
                    <a:pt x="13119" y="1139"/>
                  </a:lnTo>
                  <a:lnTo>
                    <a:pt x="13484" y="1003"/>
                  </a:lnTo>
                  <a:lnTo>
                    <a:pt x="13894" y="957"/>
                  </a:lnTo>
                  <a:close/>
                  <a:moveTo>
                    <a:pt x="15579" y="3918"/>
                  </a:moveTo>
                  <a:lnTo>
                    <a:pt x="15442" y="4146"/>
                  </a:lnTo>
                  <a:lnTo>
                    <a:pt x="15260" y="4374"/>
                  </a:lnTo>
                  <a:lnTo>
                    <a:pt x="15078" y="4510"/>
                  </a:lnTo>
                  <a:lnTo>
                    <a:pt x="14850" y="4647"/>
                  </a:lnTo>
                  <a:lnTo>
                    <a:pt x="14622" y="4784"/>
                  </a:lnTo>
                  <a:lnTo>
                    <a:pt x="14395" y="4829"/>
                  </a:lnTo>
                  <a:lnTo>
                    <a:pt x="14121" y="4875"/>
                  </a:lnTo>
                  <a:lnTo>
                    <a:pt x="13894" y="4920"/>
                  </a:lnTo>
                  <a:lnTo>
                    <a:pt x="13620" y="4875"/>
                  </a:lnTo>
                  <a:lnTo>
                    <a:pt x="13393" y="4829"/>
                  </a:lnTo>
                  <a:lnTo>
                    <a:pt x="13165" y="4784"/>
                  </a:lnTo>
                  <a:lnTo>
                    <a:pt x="12937" y="4647"/>
                  </a:lnTo>
                  <a:lnTo>
                    <a:pt x="12709" y="4510"/>
                  </a:lnTo>
                  <a:lnTo>
                    <a:pt x="12482" y="4374"/>
                  </a:lnTo>
                  <a:lnTo>
                    <a:pt x="12345" y="4146"/>
                  </a:lnTo>
                  <a:lnTo>
                    <a:pt x="12163" y="3918"/>
                  </a:lnTo>
                  <a:close/>
                  <a:moveTo>
                    <a:pt x="6469" y="4920"/>
                  </a:moveTo>
                  <a:lnTo>
                    <a:pt x="6970" y="4966"/>
                  </a:lnTo>
                  <a:lnTo>
                    <a:pt x="7516" y="5011"/>
                  </a:lnTo>
                  <a:lnTo>
                    <a:pt x="8017" y="5148"/>
                  </a:lnTo>
                  <a:lnTo>
                    <a:pt x="8518" y="5330"/>
                  </a:lnTo>
                  <a:lnTo>
                    <a:pt x="8974" y="5558"/>
                  </a:lnTo>
                  <a:lnTo>
                    <a:pt x="9475" y="5831"/>
                  </a:lnTo>
                  <a:lnTo>
                    <a:pt x="9885" y="6150"/>
                  </a:lnTo>
                  <a:lnTo>
                    <a:pt x="10295" y="6514"/>
                  </a:lnTo>
                  <a:lnTo>
                    <a:pt x="10705" y="6924"/>
                  </a:lnTo>
                  <a:lnTo>
                    <a:pt x="11024" y="7380"/>
                  </a:lnTo>
                  <a:lnTo>
                    <a:pt x="11297" y="7836"/>
                  </a:lnTo>
                  <a:lnTo>
                    <a:pt x="11525" y="8291"/>
                  </a:lnTo>
                  <a:lnTo>
                    <a:pt x="11662" y="8792"/>
                  </a:lnTo>
                  <a:lnTo>
                    <a:pt x="11798" y="9293"/>
                  </a:lnTo>
                  <a:lnTo>
                    <a:pt x="11889" y="9840"/>
                  </a:lnTo>
                  <a:lnTo>
                    <a:pt x="11889" y="10341"/>
                  </a:lnTo>
                  <a:lnTo>
                    <a:pt x="11889" y="10887"/>
                  </a:lnTo>
                  <a:lnTo>
                    <a:pt x="11798" y="11389"/>
                  </a:lnTo>
                  <a:lnTo>
                    <a:pt x="11662" y="11890"/>
                  </a:lnTo>
                  <a:lnTo>
                    <a:pt x="11525" y="12391"/>
                  </a:lnTo>
                  <a:lnTo>
                    <a:pt x="11297" y="12892"/>
                  </a:lnTo>
                  <a:lnTo>
                    <a:pt x="11024" y="13347"/>
                  </a:lnTo>
                  <a:lnTo>
                    <a:pt x="10705" y="13803"/>
                  </a:lnTo>
                  <a:lnTo>
                    <a:pt x="10295" y="14213"/>
                  </a:lnTo>
                  <a:lnTo>
                    <a:pt x="9885" y="14577"/>
                  </a:lnTo>
                  <a:lnTo>
                    <a:pt x="9475" y="14896"/>
                  </a:lnTo>
                  <a:lnTo>
                    <a:pt x="8974" y="15169"/>
                  </a:lnTo>
                  <a:lnTo>
                    <a:pt x="8518" y="15397"/>
                  </a:lnTo>
                  <a:lnTo>
                    <a:pt x="8017" y="15579"/>
                  </a:lnTo>
                  <a:lnTo>
                    <a:pt x="7516" y="15670"/>
                  </a:lnTo>
                  <a:lnTo>
                    <a:pt x="6970" y="15762"/>
                  </a:lnTo>
                  <a:lnTo>
                    <a:pt x="6469" y="15807"/>
                  </a:lnTo>
                  <a:lnTo>
                    <a:pt x="5968" y="15762"/>
                  </a:lnTo>
                  <a:lnTo>
                    <a:pt x="5421" y="15670"/>
                  </a:lnTo>
                  <a:lnTo>
                    <a:pt x="4920" y="15579"/>
                  </a:lnTo>
                  <a:lnTo>
                    <a:pt x="4419" y="15397"/>
                  </a:lnTo>
                  <a:lnTo>
                    <a:pt x="3918" y="15169"/>
                  </a:lnTo>
                  <a:lnTo>
                    <a:pt x="3462" y="14896"/>
                  </a:lnTo>
                  <a:lnTo>
                    <a:pt x="3052" y="14577"/>
                  </a:lnTo>
                  <a:lnTo>
                    <a:pt x="2642" y="14213"/>
                  </a:lnTo>
                  <a:lnTo>
                    <a:pt x="2232" y="13803"/>
                  </a:lnTo>
                  <a:lnTo>
                    <a:pt x="1913" y="13347"/>
                  </a:lnTo>
                  <a:lnTo>
                    <a:pt x="1640" y="12892"/>
                  </a:lnTo>
                  <a:lnTo>
                    <a:pt x="1412" y="12391"/>
                  </a:lnTo>
                  <a:lnTo>
                    <a:pt x="1276" y="11890"/>
                  </a:lnTo>
                  <a:lnTo>
                    <a:pt x="1139" y="11389"/>
                  </a:lnTo>
                  <a:lnTo>
                    <a:pt x="1048" y="10887"/>
                  </a:lnTo>
                  <a:lnTo>
                    <a:pt x="1048" y="10341"/>
                  </a:lnTo>
                  <a:lnTo>
                    <a:pt x="1048" y="9840"/>
                  </a:lnTo>
                  <a:lnTo>
                    <a:pt x="1139" y="9293"/>
                  </a:lnTo>
                  <a:lnTo>
                    <a:pt x="1276" y="8792"/>
                  </a:lnTo>
                  <a:lnTo>
                    <a:pt x="1412" y="8291"/>
                  </a:lnTo>
                  <a:lnTo>
                    <a:pt x="1640" y="7836"/>
                  </a:lnTo>
                  <a:lnTo>
                    <a:pt x="1913" y="7380"/>
                  </a:lnTo>
                  <a:lnTo>
                    <a:pt x="2232" y="6924"/>
                  </a:lnTo>
                  <a:lnTo>
                    <a:pt x="2642" y="6514"/>
                  </a:lnTo>
                  <a:lnTo>
                    <a:pt x="3052" y="6150"/>
                  </a:lnTo>
                  <a:lnTo>
                    <a:pt x="3462" y="5831"/>
                  </a:lnTo>
                  <a:lnTo>
                    <a:pt x="3918" y="5558"/>
                  </a:lnTo>
                  <a:lnTo>
                    <a:pt x="4419" y="5330"/>
                  </a:lnTo>
                  <a:lnTo>
                    <a:pt x="4920" y="5148"/>
                  </a:lnTo>
                  <a:lnTo>
                    <a:pt x="5421" y="5011"/>
                  </a:lnTo>
                  <a:lnTo>
                    <a:pt x="5968" y="4966"/>
                  </a:lnTo>
                  <a:lnTo>
                    <a:pt x="6469" y="4920"/>
                  </a:lnTo>
                  <a:close/>
                  <a:moveTo>
                    <a:pt x="13894" y="1"/>
                  </a:moveTo>
                  <a:lnTo>
                    <a:pt x="13347" y="46"/>
                  </a:lnTo>
                  <a:lnTo>
                    <a:pt x="12800" y="183"/>
                  </a:lnTo>
                  <a:lnTo>
                    <a:pt x="12345" y="411"/>
                  </a:lnTo>
                  <a:lnTo>
                    <a:pt x="11889" y="729"/>
                  </a:lnTo>
                  <a:lnTo>
                    <a:pt x="11707" y="912"/>
                  </a:lnTo>
                  <a:lnTo>
                    <a:pt x="11525" y="1139"/>
                  </a:lnTo>
                  <a:lnTo>
                    <a:pt x="11343" y="1367"/>
                  </a:lnTo>
                  <a:lnTo>
                    <a:pt x="11206" y="1640"/>
                  </a:lnTo>
                  <a:lnTo>
                    <a:pt x="11115" y="1914"/>
                  </a:lnTo>
                  <a:lnTo>
                    <a:pt x="11024" y="2233"/>
                  </a:lnTo>
                  <a:lnTo>
                    <a:pt x="10933" y="2597"/>
                  </a:lnTo>
                  <a:lnTo>
                    <a:pt x="10933" y="2916"/>
                  </a:lnTo>
                  <a:lnTo>
                    <a:pt x="10978" y="3463"/>
                  </a:lnTo>
                  <a:lnTo>
                    <a:pt x="11115" y="3964"/>
                  </a:lnTo>
                  <a:lnTo>
                    <a:pt x="11343" y="4465"/>
                  </a:lnTo>
                  <a:lnTo>
                    <a:pt x="11616" y="4875"/>
                  </a:lnTo>
                  <a:lnTo>
                    <a:pt x="11980" y="5239"/>
                  </a:lnTo>
                  <a:lnTo>
                    <a:pt x="12390" y="5512"/>
                  </a:lnTo>
                  <a:lnTo>
                    <a:pt x="12891" y="5740"/>
                  </a:lnTo>
                  <a:lnTo>
                    <a:pt x="13393" y="5877"/>
                  </a:lnTo>
                  <a:lnTo>
                    <a:pt x="13393" y="7881"/>
                  </a:lnTo>
                  <a:lnTo>
                    <a:pt x="15852" y="7881"/>
                  </a:lnTo>
                  <a:lnTo>
                    <a:pt x="15852" y="9384"/>
                  </a:lnTo>
                  <a:lnTo>
                    <a:pt x="12800" y="9384"/>
                  </a:lnTo>
                  <a:lnTo>
                    <a:pt x="12709" y="8883"/>
                  </a:lnTo>
                  <a:lnTo>
                    <a:pt x="12573" y="8382"/>
                  </a:lnTo>
                  <a:lnTo>
                    <a:pt x="12436" y="7927"/>
                  </a:lnTo>
                  <a:lnTo>
                    <a:pt x="12208" y="7471"/>
                  </a:lnTo>
                  <a:lnTo>
                    <a:pt x="11980" y="7016"/>
                  </a:lnTo>
                  <a:lnTo>
                    <a:pt x="11707" y="6606"/>
                  </a:lnTo>
                  <a:lnTo>
                    <a:pt x="11388" y="6196"/>
                  </a:lnTo>
                  <a:lnTo>
                    <a:pt x="11024" y="5831"/>
                  </a:lnTo>
                  <a:lnTo>
                    <a:pt x="10432" y="5330"/>
                  </a:lnTo>
                  <a:lnTo>
                    <a:pt x="9794" y="4875"/>
                  </a:lnTo>
                  <a:lnTo>
                    <a:pt x="9202" y="4556"/>
                  </a:lnTo>
                  <a:lnTo>
                    <a:pt x="8564" y="4282"/>
                  </a:lnTo>
                  <a:lnTo>
                    <a:pt x="7972" y="4100"/>
                  </a:lnTo>
                  <a:lnTo>
                    <a:pt x="7334" y="3964"/>
                  </a:lnTo>
                  <a:lnTo>
                    <a:pt x="6742" y="3918"/>
                  </a:lnTo>
                  <a:lnTo>
                    <a:pt x="6150" y="3918"/>
                  </a:lnTo>
                  <a:lnTo>
                    <a:pt x="5558" y="3964"/>
                  </a:lnTo>
                  <a:lnTo>
                    <a:pt x="4965" y="4100"/>
                  </a:lnTo>
                  <a:lnTo>
                    <a:pt x="4373" y="4282"/>
                  </a:lnTo>
                  <a:lnTo>
                    <a:pt x="3872" y="4510"/>
                  </a:lnTo>
                  <a:lnTo>
                    <a:pt x="3325" y="4784"/>
                  </a:lnTo>
                  <a:lnTo>
                    <a:pt x="2824" y="5057"/>
                  </a:lnTo>
                  <a:lnTo>
                    <a:pt x="2369" y="5421"/>
                  </a:lnTo>
                  <a:lnTo>
                    <a:pt x="1959" y="5831"/>
                  </a:lnTo>
                  <a:lnTo>
                    <a:pt x="1549" y="6287"/>
                  </a:lnTo>
                  <a:lnTo>
                    <a:pt x="1185" y="6742"/>
                  </a:lnTo>
                  <a:lnTo>
                    <a:pt x="866" y="7243"/>
                  </a:lnTo>
                  <a:lnTo>
                    <a:pt x="592" y="7744"/>
                  </a:lnTo>
                  <a:lnTo>
                    <a:pt x="365" y="8291"/>
                  </a:lnTo>
                  <a:lnTo>
                    <a:pt x="228" y="8838"/>
                  </a:lnTo>
                  <a:lnTo>
                    <a:pt x="91" y="9430"/>
                  </a:lnTo>
                  <a:lnTo>
                    <a:pt x="0" y="10022"/>
                  </a:lnTo>
                  <a:lnTo>
                    <a:pt x="0" y="10614"/>
                  </a:lnTo>
                  <a:lnTo>
                    <a:pt x="91" y="11252"/>
                  </a:lnTo>
                  <a:lnTo>
                    <a:pt x="182" y="11844"/>
                  </a:lnTo>
                  <a:lnTo>
                    <a:pt x="410" y="12482"/>
                  </a:lnTo>
                  <a:lnTo>
                    <a:pt x="683" y="13074"/>
                  </a:lnTo>
                  <a:lnTo>
                    <a:pt x="1002" y="13712"/>
                  </a:lnTo>
                  <a:lnTo>
                    <a:pt x="1412" y="14304"/>
                  </a:lnTo>
                  <a:lnTo>
                    <a:pt x="1913" y="14896"/>
                  </a:lnTo>
                  <a:lnTo>
                    <a:pt x="2323" y="15260"/>
                  </a:lnTo>
                  <a:lnTo>
                    <a:pt x="2688" y="15579"/>
                  </a:lnTo>
                  <a:lnTo>
                    <a:pt x="3143" y="15853"/>
                  </a:lnTo>
                  <a:lnTo>
                    <a:pt x="3553" y="16080"/>
                  </a:lnTo>
                  <a:lnTo>
                    <a:pt x="3963" y="16308"/>
                  </a:lnTo>
                  <a:lnTo>
                    <a:pt x="4419" y="16445"/>
                  </a:lnTo>
                  <a:lnTo>
                    <a:pt x="4874" y="16582"/>
                  </a:lnTo>
                  <a:lnTo>
                    <a:pt x="5330" y="16673"/>
                  </a:lnTo>
                  <a:lnTo>
                    <a:pt x="5785" y="16764"/>
                  </a:lnTo>
                  <a:lnTo>
                    <a:pt x="6696" y="16764"/>
                  </a:lnTo>
                  <a:lnTo>
                    <a:pt x="7152" y="16718"/>
                  </a:lnTo>
                  <a:lnTo>
                    <a:pt x="7607" y="16673"/>
                  </a:lnTo>
                  <a:lnTo>
                    <a:pt x="8063" y="16536"/>
                  </a:lnTo>
                  <a:lnTo>
                    <a:pt x="8518" y="16399"/>
                  </a:lnTo>
                  <a:lnTo>
                    <a:pt x="8928" y="16263"/>
                  </a:lnTo>
                  <a:lnTo>
                    <a:pt x="9338" y="16080"/>
                  </a:lnTo>
                  <a:lnTo>
                    <a:pt x="9748" y="15853"/>
                  </a:lnTo>
                  <a:lnTo>
                    <a:pt x="10113" y="15625"/>
                  </a:lnTo>
                  <a:lnTo>
                    <a:pt x="10477" y="15352"/>
                  </a:lnTo>
                  <a:lnTo>
                    <a:pt x="10842" y="15033"/>
                  </a:lnTo>
                  <a:lnTo>
                    <a:pt x="11160" y="14714"/>
                  </a:lnTo>
                  <a:lnTo>
                    <a:pt x="11479" y="14395"/>
                  </a:lnTo>
                  <a:lnTo>
                    <a:pt x="11753" y="14031"/>
                  </a:lnTo>
                  <a:lnTo>
                    <a:pt x="12026" y="13621"/>
                  </a:lnTo>
                  <a:lnTo>
                    <a:pt x="12254" y="13211"/>
                  </a:lnTo>
                  <a:lnTo>
                    <a:pt x="12436" y="12801"/>
                  </a:lnTo>
                  <a:lnTo>
                    <a:pt x="12573" y="12345"/>
                  </a:lnTo>
                  <a:lnTo>
                    <a:pt x="12709" y="11890"/>
                  </a:lnTo>
                  <a:lnTo>
                    <a:pt x="12800" y="11389"/>
                  </a:lnTo>
                  <a:lnTo>
                    <a:pt x="12891" y="10887"/>
                  </a:lnTo>
                  <a:lnTo>
                    <a:pt x="12891" y="10341"/>
                  </a:lnTo>
                  <a:lnTo>
                    <a:pt x="16855" y="10341"/>
                  </a:lnTo>
                  <a:lnTo>
                    <a:pt x="16855" y="6879"/>
                  </a:lnTo>
                  <a:lnTo>
                    <a:pt x="14395" y="6879"/>
                  </a:lnTo>
                  <a:lnTo>
                    <a:pt x="14395" y="5877"/>
                  </a:lnTo>
                  <a:lnTo>
                    <a:pt x="14896" y="5740"/>
                  </a:lnTo>
                  <a:lnTo>
                    <a:pt x="15351" y="5512"/>
                  </a:lnTo>
                  <a:lnTo>
                    <a:pt x="15761" y="5239"/>
                  </a:lnTo>
                  <a:lnTo>
                    <a:pt x="16126" y="4875"/>
                  </a:lnTo>
                  <a:lnTo>
                    <a:pt x="16445" y="4465"/>
                  </a:lnTo>
                  <a:lnTo>
                    <a:pt x="16672" y="3964"/>
                  </a:lnTo>
                  <a:lnTo>
                    <a:pt x="16809" y="3463"/>
                  </a:lnTo>
                  <a:lnTo>
                    <a:pt x="16855" y="2916"/>
                  </a:lnTo>
                  <a:lnTo>
                    <a:pt x="16809" y="2597"/>
                  </a:lnTo>
                  <a:lnTo>
                    <a:pt x="16763" y="2233"/>
                  </a:lnTo>
                  <a:lnTo>
                    <a:pt x="16672" y="1914"/>
                  </a:lnTo>
                  <a:lnTo>
                    <a:pt x="16536" y="1640"/>
                  </a:lnTo>
                  <a:lnTo>
                    <a:pt x="16399" y="1367"/>
                  </a:lnTo>
                  <a:lnTo>
                    <a:pt x="16262" y="1139"/>
                  </a:lnTo>
                  <a:lnTo>
                    <a:pt x="16080" y="912"/>
                  </a:lnTo>
                  <a:lnTo>
                    <a:pt x="15852" y="729"/>
                  </a:lnTo>
                  <a:lnTo>
                    <a:pt x="15442" y="411"/>
                  </a:lnTo>
                  <a:lnTo>
                    <a:pt x="14941" y="183"/>
                  </a:lnTo>
                  <a:lnTo>
                    <a:pt x="14440" y="46"/>
                  </a:lnTo>
                  <a:lnTo>
                    <a:pt x="1389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6"/>
            <p:cNvSpPr/>
            <p:nvPr/>
          </p:nvSpPr>
          <p:spPr>
            <a:xfrm>
              <a:off x="5101975" y="1229000"/>
              <a:ext cx="421375" cy="419100"/>
            </a:xfrm>
            <a:custGeom>
              <a:rect b="b" l="l" r="r" t="t"/>
              <a:pathLst>
                <a:path extrusionOk="0" fill="none" h="16764" w="16855">
                  <a:moveTo>
                    <a:pt x="14395" y="5877"/>
                  </a:moveTo>
                  <a:lnTo>
                    <a:pt x="14395" y="5877"/>
                  </a:lnTo>
                  <a:lnTo>
                    <a:pt x="14896" y="5740"/>
                  </a:lnTo>
                  <a:lnTo>
                    <a:pt x="15351" y="5512"/>
                  </a:lnTo>
                  <a:lnTo>
                    <a:pt x="15761" y="5239"/>
                  </a:lnTo>
                  <a:lnTo>
                    <a:pt x="16126" y="4875"/>
                  </a:lnTo>
                  <a:lnTo>
                    <a:pt x="16445" y="4465"/>
                  </a:lnTo>
                  <a:lnTo>
                    <a:pt x="16672" y="3964"/>
                  </a:lnTo>
                  <a:lnTo>
                    <a:pt x="16809" y="3463"/>
                  </a:lnTo>
                  <a:lnTo>
                    <a:pt x="16855" y="2916"/>
                  </a:lnTo>
                  <a:lnTo>
                    <a:pt x="16855" y="2916"/>
                  </a:lnTo>
                  <a:lnTo>
                    <a:pt x="16809" y="2597"/>
                  </a:lnTo>
                  <a:lnTo>
                    <a:pt x="16763" y="2233"/>
                  </a:lnTo>
                  <a:lnTo>
                    <a:pt x="16672" y="1914"/>
                  </a:lnTo>
                  <a:lnTo>
                    <a:pt x="16536" y="1640"/>
                  </a:lnTo>
                  <a:lnTo>
                    <a:pt x="16399" y="1367"/>
                  </a:lnTo>
                  <a:lnTo>
                    <a:pt x="16262" y="1139"/>
                  </a:lnTo>
                  <a:lnTo>
                    <a:pt x="16080" y="912"/>
                  </a:lnTo>
                  <a:lnTo>
                    <a:pt x="15852" y="729"/>
                  </a:lnTo>
                  <a:lnTo>
                    <a:pt x="15442" y="411"/>
                  </a:lnTo>
                  <a:lnTo>
                    <a:pt x="14941" y="183"/>
                  </a:lnTo>
                  <a:lnTo>
                    <a:pt x="14440" y="46"/>
                  </a:lnTo>
                  <a:lnTo>
                    <a:pt x="13894" y="1"/>
                  </a:lnTo>
                  <a:lnTo>
                    <a:pt x="13347" y="46"/>
                  </a:lnTo>
                  <a:lnTo>
                    <a:pt x="12800" y="183"/>
                  </a:lnTo>
                  <a:lnTo>
                    <a:pt x="12345" y="411"/>
                  </a:lnTo>
                  <a:lnTo>
                    <a:pt x="11889" y="729"/>
                  </a:lnTo>
                  <a:lnTo>
                    <a:pt x="11707" y="912"/>
                  </a:lnTo>
                  <a:lnTo>
                    <a:pt x="11525" y="1139"/>
                  </a:lnTo>
                  <a:lnTo>
                    <a:pt x="11343" y="1367"/>
                  </a:lnTo>
                  <a:lnTo>
                    <a:pt x="11206" y="1640"/>
                  </a:lnTo>
                  <a:lnTo>
                    <a:pt x="11115" y="1914"/>
                  </a:lnTo>
                  <a:lnTo>
                    <a:pt x="11024" y="2233"/>
                  </a:lnTo>
                  <a:lnTo>
                    <a:pt x="10933" y="2597"/>
                  </a:lnTo>
                  <a:lnTo>
                    <a:pt x="10933" y="2916"/>
                  </a:lnTo>
                  <a:lnTo>
                    <a:pt x="10933" y="2916"/>
                  </a:lnTo>
                  <a:lnTo>
                    <a:pt x="10978" y="3463"/>
                  </a:lnTo>
                  <a:lnTo>
                    <a:pt x="11115" y="3964"/>
                  </a:lnTo>
                  <a:lnTo>
                    <a:pt x="11343" y="4465"/>
                  </a:lnTo>
                  <a:lnTo>
                    <a:pt x="11616" y="4875"/>
                  </a:lnTo>
                  <a:lnTo>
                    <a:pt x="11980" y="5239"/>
                  </a:lnTo>
                  <a:lnTo>
                    <a:pt x="12390" y="5512"/>
                  </a:lnTo>
                  <a:lnTo>
                    <a:pt x="12891" y="5740"/>
                  </a:lnTo>
                  <a:lnTo>
                    <a:pt x="13393" y="5877"/>
                  </a:lnTo>
                  <a:lnTo>
                    <a:pt x="13393" y="7881"/>
                  </a:lnTo>
                  <a:lnTo>
                    <a:pt x="15852" y="7881"/>
                  </a:lnTo>
                  <a:lnTo>
                    <a:pt x="15852" y="9384"/>
                  </a:lnTo>
                  <a:lnTo>
                    <a:pt x="12800" y="9384"/>
                  </a:lnTo>
                  <a:lnTo>
                    <a:pt x="12800" y="9384"/>
                  </a:lnTo>
                  <a:lnTo>
                    <a:pt x="12709" y="8883"/>
                  </a:lnTo>
                  <a:lnTo>
                    <a:pt x="12573" y="8382"/>
                  </a:lnTo>
                  <a:lnTo>
                    <a:pt x="12436" y="7927"/>
                  </a:lnTo>
                  <a:lnTo>
                    <a:pt x="12208" y="7471"/>
                  </a:lnTo>
                  <a:lnTo>
                    <a:pt x="11980" y="7016"/>
                  </a:lnTo>
                  <a:lnTo>
                    <a:pt x="11707" y="6606"/>
                  </a:lnTo>
                  <a:lnTo>
                    <a:pt x="11388" y="6196"/>
                  </a:lnTo>
                  <a:lnTo>
                    <a:pt x="11024" y="5831"/>
                  </a:lnTo>
                  <a:lnTo>
                    <a:pt x="11024" y="5831"/>
                  </a:lnTo>
                  <a:lnTo>
                    <a:pt x="10432" y="5330"/>
                  </a:lnTo>
                  <a:lnTo>
                    <a:pt x="9794" y="4875"/>
                  </a:lnTo>
                  <a:lnTo>
                    <a:pt x="9202" y="4556"/>
                  </a:lnTo>
                  <a:lnTo>
                    <a:pt x="8564" y="4282"/>
                  </a:lnTo>
                  <a:lnTo>
                    <a:pt x="7972" y="4100"/>
                  </a:lnTo>
                  <a:lnTo>
                    <a:pt x="7334" y="3964"/>
                  </a:lnTo>
                  <a:lnTo>
                    <a:pt x="6742" y="3918"/>
                  </a:lnTo>
                  <a:lnTo>
                    <a:pt x="6150" y="3918"/>
                  </a:lnTo>
                  <a:lnTo>
                    <a:pt x="5558" y="3964"/>
                  </a:lnTo>
                  <a:lnTo>
                    <a:pt x="4965" y="4100"/>
                  </a:lnTo>
                  <a:lnTo>
                    <a:pt x="4373" y="4282"/>
                  </a:lnTo>
                  <a:lnTo>
                    <a:pt x="3872" y="4510"/>
                  </a:lnTo>
                  <a:lnTo>
                    <a:pt x="3325" y="4784"/>
                  </a:lnTo>
                  <a:lnTo>
                    <a:pt x="2824" y="5057"/>
                  </a:lnTo>
                  <a:lnTo>
                    <a:pt x="2369" y="5421"/>
                  </a:lnTo>
                  <a:lnTo>
                    <a:pt x="1959" y="5831"/>
                  </a:lnTo>
                  <a:lnTo>
                    <a:pt x="1549" y="6287"/>
                  </a:lnTo>
                  <a:lnTo>
                    <a:pt x="1185" y="6742"/>
                  </a:lnTo>
                  <a:lnTo>
                    <a:pt x="866" y="7243"/>
                  </a:lnTo>
                  <a:lnTo>
                    <a:pt x="592" y="7744"/>
                  </a:lnTo>
                  <a:lnTo>
                    <a:pt x="365" y="8291"/>
                  </a:lnTo>
                  <a:lnTo>
                    <a:pt x="228" y="8838"/>
                  </a:lnTo>
                  <a:lnTo>
                    <a:pt x="91" y="9430"/>
                  </a:lnTo>
                  <a:lnTo>
                    <a:pt x="0" y="10022"/>
                  </a:lnTo>
                  <a:lnTo>
                    <a:pt x="0" y="10614"/>
                  </a:lnTo>
                  <a:lnTo>
                    <a:pt x="91" y="11252"/>
                  </a:lnTo>
                  <a:lnTo>
                    <a:pt x="182" y="11844"/>
                  </a:lnTo>
                  <a:lnTo>
                    <a:pt x="410" y="12482"/>
                  </a:lnTo>
                  <a:lnTo>
                    <a:pt x="683" y="13074"/>
                  </a:lnTo>
                  <a:lnTo>
                    <a:pt x="1002" y="13712"/>
                  </a:lnTo>
                  <a:lnTo>
                    <a:pt x="1412" y="14304"/>
                  </a:lnTo>
                  <a:lnTo>
                    <a:pt x="1913" y="14896"/>
                  </a:lnTo>
                  <a:lnTo>
                    <a:pt x="1913" y="14896"/>
                  </a:lnTo>
                  <a:lnTo>
                    <a:pt x="2323" y="15260"/>
                  </a:lnTo>
                  <a:lnTo>
                    <a:pt x="2688" y="15579"/>
                  </a:lnTo>
                  <a:lnTo>
                    <a:pt x="3143" y="15853"/>
                  </a:lnTo>
                  <a:lnTo>
                    <a:pt x="3553" y="16080"/>
                  </a:lnTo>
                  <a:lnTo>
                    <a:pt x="3963" y="16308"/>
                  </a:lnTo>
                  <a:lnTo>
                    <a:pt x="4419" y="16445"/>
                  </a:lnTo>
                  <a:lnTo>
                    <a:pt x="4874" y="16582"/>
                  </a:lnTo>
                  <a:lnTo>
                    <a:pt x="5330" y="16673"/>
                  </a:lnTo>
                  <a:lnTo>
                    <a:pt x="5785" y="16764"/>
                  </a:lnTo>
                  <a:lnTo>
                    <a:pt x="6241" y="16764"/>
                  </a:lnTo>
                  <a:lnTo>
                    <a:pt x="6696" y="16764"/>
                  </a:lnTo>
                  <a:lnTo>
                    <a:pt x="7152" y="16718"/>
                  </a:lnTo>
                  <a:lnTo>
                    <a:pt x="7607" y="16673"/>
                  </a:lnTo>
                  <a:lnTo>
                    <a:pt x="8063" y="16536"/>
                  </a:lnTo>
                  <a:lnTo>
                    <a:pt x="8518" y="16399"/>
                  </a:lnTo>
                  <a:lnTo>
                    <a:pt x="8928" y="16263"/>
                  </a:lnTo>
                  <a:lnTo>
                    <a:pt x="9338" y="16080"/>
                  </a:lnTo>
                  <a:lnTo>
                    <a:pt x="9748" y="15853"/>
                  </a:lnTo>
                  <a:lnTo>
                    <a:pt x="10113" y="15625"/>
                  </a:lnTo>
                  <a:lnTo>
                    <a:pt x="10477" y="15352"/>
                  </a:lnTo>
                  <a:lnTo>
                    <a:pt x="10842" y="15033"/>
                  </a:lnTo>
                  <a:lnTo>
                    <a:pt x="11160" y="14714"/>
                  </a:lnTo>
                  <a:lnTo>
                    <a:pt x="11479" y="14395"/>
                  </a:lnTo>
                  <a:lnTo>
                    <a:pt x="11753" y="14031"/>
                  </a:lnTo>
                  <a:lnTo>
                    <a:pt x="12026" y="13621"/>
                  </a:lnTo>
                  <a:lnTo>
                    <a:pt x="12254" y="13211"/>
                  </a:lnTo>
                  <a:lnTo>
                    <a:pt x="12436" y="12801"/>
                  </a:lnTo>
                  <a:lnTo>
                    <a:pt x="12573" y="12345"/>
                  </a:lnTo>
                  <a:lnTo>
                    <a:pt x="12709" y="11890"/>
                  </a:lnTo>
                  <a:lnTo>
                    <a:pt x="12800" y="11389"/>
                  </a:lnTo>
                  <a:lnTo>
                    <a:pt x="12891" y="10887"/>
                  </a:lnTo>
                  <a:lnTo>
                    <a:pt x="12891" y="10341"/>
                  </a:lnTo>
                  <a:lnTo>
                    <a:pt x="16855" y="10341"/>
                  </a:lnTo>
                  <a:lnTo>
                    <a:pt x="16855" y="6879"/>
                  </a:lnTo>
                  <a:lnTo>
                    <a:pt x="14395" y="6879"/>
                  </a:lnTo>
                  <a:lnTo>
                    <a:pt x="14395" y="5877"/>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6"/>
            <p:cNvSpPr/>
            <p:nvPr/>
          </p:nvSpPr>
          <p:spPr>
            <a:xfrm>
              <a:off x="5128150" y="1352000"/>
              <a:ext cx="271075" cy="272200"/>
            </a:xfrm>
            <a:custGeom>
              <a:rect b="b" l="l" r="r" t="t"/>
              <a:pathLst>
                <a:path extrusionOk="0" fill="none" h="10888" w="10843">
                  <a:moveTo>
                    <a:pt x="9248" y="9293"/>
                  </a:moveTo>
                  <a:lnTo>
                    <a:pt x="9248" y="9293"/>
                  </a:lnTo>
                  <a:lnTo>
                    <a:pt x="8838" y="9657"/>
                  </a:lnTo>
                  <a:lnTo>
                    <a:pt x="8428" y="9976"/>
                  </a:lnTo>
                  <a:lnTo>
                    <a:pt x="7927" y="10249"/>
                  </a:lnTo>
                  <a:lnTo>
                    <a:pt x="7471" y="10477"/>
                  </a:lnTo>
                  <a:lnTo>
                    <a:pt x="6970" y="10659"/>
                  </a:lnTo>
                  <a:lnTo>
                    <a:pt x="6469" y="10750"/>
                  </a:lnTo>
                  <a:lnTo>
                    <a:pt x="5923" y="10842"/>
                  </a:lnTo>
                  <a:lnTo>
                    <a:pt x="5422" y="10887"/>
                  </a:lnTo>
                  <a:lnTo>
                    <a:pt x="4921" y="10842"/>
                  </a:lnTo>
                  <a:lnTo>
                    <a:pt x="4374" y="10750"/>
                  </a:lnTo>
                  <a:lnTo>
                    <a:pt x="3873" y="10659"/>
                  </a:lnTo>
                  <a:lnTo>
                    <a:pt x="3372" y="10477"/>
                  </a:lnTo>
                  <a:lnTo>
                    <a:pt x="2871" y="10249"/>
                  </a:lnTo>
                  <a:lnTo>
                    <a:pt x="2415" y="9976"/>
                  </a:lnTo>
                  <a:lnTo>
                    <a:pt x="2005" y="9657"/>
                  </a:lnTo>
                  <a:lnTo>
                    <a:pt x="1595" y="9293"/>
                  </a:lnTo>
                  <a:lnTo>
                    <a:pt x="1595" y="9293"/>
                  </a:lnTo>
                  <a:lnTo>
                    <a:pt x="1185" y="8883"/>
                  </a:lnTo>
                  <a:lnTo>
                    <a:pt x="866" y="8427"/>
                  </a:lnTo>
                  <a:lnTo>
                    <a:pt x="593" y="7972"/>
                  </a:lnTo>
                  <a:lnTo>
                    <a:pt x="365" y="7471"/>
                  </a:lnTo>
                  <a:lnTo>
                    <a:pt x="229" y="6970"/>
                  </a:lnTo>
                  <a:lnTo>
                    <a:pt x="92" y="6469"/>
                  </a:lnTo>
                  <a:lnTo>
                    <a:pt x="1" y="5967"/>
                  </a:lnTo>
                  <a:lnTo>
                    <a:pt x="1" y="5421"/>
                  </a:lnTo>
                  <a:lnTo>
                    <a:pt x="1" y="4920"/>
                  </a:lnTo>
                  <a:lnTo>
                    <a:pt x="92" y="4373"/>
                  </a:lnTo>
                  <a:lnTo>
                    <a:pt x="229" y="3872"/>
                  </a:lnTo>
                  <a:lnTo>
                    <a:pt x="365" y="3371"/>
                  </a:lnTo>
                  <a:lnTo>
                    <a:pt x="593" y="2916"/>
                  </a:lnTo>
                  <a:lnTo>
                    <a:pt x="866" y="2460"/>
                  </a:lnTo>
                  <a:lnTo>
                    <a:pt x="1185" y="2004"/>
                  </a:lnTo>
                  <a:lnTo>
                    <a:pt x="1595" y="1594"/>
                  </a:lnTo>
                  <a:lnTo>
                    <a:pt x="1595" y="1594"/>
                  </a:lnTo>
                  <a:lnTo>
                    <a:pt x="2005" y="1230"/>
                  </a:lnTo>
                  <a:lnTo>
                    <a:pt x="2415" y="911"/>
                  </a:lnTo>
                  <a:lnTo>
                    <a:pt x="2871" y="638"/>
                  </a:lnTo>
                  <a:lnTo>
                    <a:pt x="3372" y="410"/>
                  </a:lnTo>
                  <a:lnTo>
                    <a:pt x="3873" y="228"/>
                  </a:lnTo>
                  <a:lnTo>
                    <a:pt x="4374" y="91"/>
                  </a:lnTo>
                  <a:lnTo>
                    <a:pt x="4921" y="46"/>
                  </a:lnTo>
                  <a:lnTo>
                    <a:pt x="5422" y="0"/>
                  </a:lnTo>
                  <a:lnTo>
                    <a:pt x="5923" y="46"/>
                  </a:lnTo>
                  <a:lnTo>
                    <a:pt x="6469" y="91"/>
                  </a:lnTo>
                  <a:lnTo>
                    <a:pt x="6970" y="228"/>
                  </a:lnTo>
                  <a:lnTo>
                    <a:pt x="7471" y="410"/>
                  </a:lnTo>
                  <a:lnTo>
                    <a:pt x="7927" y="638"/>
                  </a:lnTo>
                  <a:lnTo>
                    <a:pt x="8428" y="911"/>
                  </a:lnTo>
                  <a:lnTo>
                    <a:pt x="8838" y="1230"/>
                  </a:lnTo>
                  <a:lnTo>
                    <a:pt x="9248" y="1594"/>
                  </a:lnTo>
                  <a:lnTo>
                    <a:pt x="9248" y="1594"/>
                  </a:lnTo>
                  <a:lnTo>
                    <a:pt x="9658" y="2004"/>
                  </a:lnTo>
                  <a:lnTo>
                    <a:pt x="9977" y="2460"/>
                  </a:lnTo>
                  <a:lnTo>
                    <a:pt x="10250" y="2916"/>
                  </a:lnTo>
                  <a:lnTo>
                    <a:pt x="10478" y="3371"/>
                  </a:lnTo>
                  <a:lnTo>
                    <a:pt x="10615" y="3872"/>
                  </a:lnTo>
                  <a:lnTo>
                    <a:pt x="10751" y="4373"/>
                  </a:lnTo>
                  <a:lnTo>
                    <a:pt x="10842" y="4920"/>
                  </a:lnTo>
                  <a:lnTo>
                    <a:pt x="10842" y="5421"/>
                  </a:lnTo>
                  <a:lnTo>
                    <a:pt x="10842" y="5967"/>
                  </a:lnTo>
                  <a:lnTo>
                    <a:pt x="10751" y="6469"/>
                  </a:lnTo>
                  <a:lnTo>
                    <a:pt x="10615" y="6970"/>
                  </a:lnTo>
                  <a:lnTo>
                    <a:pt x="10478" y="7471"/>
                  </a:lnTo>
                  <a:lnTo>
                    <a:pt x="10250" y="7972"/>
                  </a:lnTo>
                  <a:lnTo>
                    <a:pt x="9977" y="8427"/>
                  </a:lnTo>
                  <a:lnTo>
                    <a:pt x="9658" y="8883"/>
                  </a:lnTo>
                  <a:lnTo>
                    <a:pt x="9248" y="9293"/>
                  </a:lnTo>
                  <a:lnTo>
                    <a:pt x="9248" y="9293"/>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6"/>
            <p:cNvSpPr/>
            <p:nvPr/>
          </p:nvSpPr>
          <p:spPr>
            <a:xfrm>
              <a:off x="5399200" y="1252925"/>
              <a:ext cx="99100" cy="48975"/>
            </a:xfrm>
            <a:custGeom>
              <a:rect b="b" l="l" r="r" t="t"/>
              <a:pathLst>
                <a:path extrusionOk="0" fill="none" h="1959" w="3964">
                  <a:moveTo>
                    <a:pt x="2005" y="0"/>
                  </a:moveTo>
                  <a:lnTo>
                    <a:pt x="2005" y="0"/>
                  </a:lnTo>
                  <a:lnTo>
                    <a:pt x="2369" y="46"/>
                  </a:lnTo>
                  <a:lnTo>
                    <a:pt x="2779" y="182"/>
                  </a:lnTo>
                  <a:lnTo>
                    <a:pt x="3098" y="365"/>
                  </a:lnTo>
                  <a:lnTo>
                    <a:pt x="3371" y="592"/>
                  </a:lnTo>
                  <a:lnTo>
                    <a:pt x="3645" y="866"/>
                  </a:lnTo>
                  <a:lnTo>
                    <a:pt x="3827" y="1230"/>
                  </a:lnTo>
                  <a:lnTo>
                    <a:pt x="3918" y="1594"/>
                  </a:lnTo>
                  <a:lnTo>
                    <a:pt x="3963" y="1959"/>
                  </a:lnTo>
                  <a:lnTo>
                    <a:pt x="2506" y="1959"/>
                  </a:lnTo>
                  <a:lnTo>
                    <a:pt x="2506" y="1002"/>
                  </a:lnTo>
                  <a:lnTo>
                    <a:pt x="1504" y="1002"/>
                  </a:lnTo>
                  <a:lnTo>
                    <a:pt x="1504" y="1959"/>
                  </a:lnTo>
                  <a:lnTo>
                    <a:pt x="0" y="1959"/>
                  </a:lnTo>
                  <a:lnTo>
                    <a:pt x="0" y="1959"/>
                  </a:lnTo>
                  <a:lnTo>
                    <a:pt x="46" y="1594"/>
                  </a:lnTo>
                  <a:lnTo>
                    <a:pt x="183" y="1230"/>
                  </a:lnTo>
                  <a:lnTo>
                    <a:pt x="365" y="866"/>
                  </a:lnTo>
                  <a:lnTo>
                    <a:pt x="593" y="592"/>
                  </a:lnTo>
                  <a:lnTo>
                    <a:pt x="866" y="365"/>
                  </a:lnTo>
                  <a:lnTo>
                    <a:pt x="1230" y="182"/>
                  </a:lnTo>
                  <a:lnTo>
                    <a:pt x="1595" y="46"/>
                  </a:lnTo>
                  <a:lnTo>
                    <a:pt x="2005" y="0"/>
                  </a:lnTo>
                  <a:lnTo>
                    <a:pt x="2005"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6"/>
            <p:cNvSpPr/>
            <p:nvPr/>
          </p:nvSpPr>
          <p:spPr>
            <a:xfrm>
              <a:off x="5406025" y="1326950"/>
              <a:ext cx="85450" cy="25075"/>
            </a:xfrm>
            <a:custGeom>
              <a:rect b="b" l="l" r="r" t="t"/>
              <a:pathLst>
                <a:path extrusionOk="0" fill="none" h="1003" w="3418">
                  <a:moveTo>
                    <a:pt x="1" y="0"/>
                  </a:moveTo>
                  <a:lnTo>
                    <a:pt x="3417" y="0"/>
                  </a:lnTo>
                  <a:lnTo>
                    <a:pt x="3417" y="0"/>
                  </a:lnTo>
                  <a:lnTo>
                    <a:pt x="3280" y="228"/>
                  </a:lnTo>
                  <a:lnTo>
                    <a:pt x="3098" y="456"/>
                  </a:lnTo>
                  <a:lnTo>
                    <a:pt x="2916" y="592"/>
                  </a:lnTo>
                  <a:lnTo>
                    <a:pt x="2688" y="729"/>
                  </a:lnTo>
                  <a:lnTo>
                    <a:pt x="2460" y="866"/>
                  </a:lnTo>
                  <a:lnTo>
                    <a:pt x="2233" y="911"/>
                  </a:lnTo>
                  <a:lnTo>
                    <a:pt x="1959" y="957"/>
                  </a:lnTo>
                  <a:lnTo>
                    <a:pt x="1732" y="1002"/>
                  </a:lnTo>
                  <a:lnTo>
                    <a:pt x="1458" y="957"/>
                  </a:lnTo>
                  <a:lnTo>
                    <a:pt x="1231" y="911"/>
                  </a:lnTo>
                  <a:lnTo>
                    <a:pt x="1003" y="866"/>
                  </a:lnTo>
                  <a:lnTo>
                    <a:pt x="775" y="729"/>
                  </a:lnTo>
                  <a:lnTo>
                    <a:pt x="547" y="592"/>
                  </a:lnTo>
                  <a:lnTo>
                    <a:pt x="320" y="456"/>
                  </a:lnTo>
                  <a:lnTo>
                    <a:pt x="183" y="228"/>
                  </a:lnTo>
                  <a:lnTo>
                    <a:pt x="1" y="0"/>
                  </a:lnTo>
                  <a:lnTo>
                    <a:pt x="1"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6"/>
            <p:cNvSpPr/>
            <p:nvPr/>
          </p:nvSpPr>
          <p:spPr>
            <a:xfrm>
              <a:off x="5406025" y="1326950"/>
              <a:ext cx="25" cy="25"/>
            </a:xfrm>
            <a:custGeom>
              <a:rect b="b" l="l" r="r" t="t"/>
              <a:pathLst>
                <a:path extrusionOk="0" fill="none" h="1" w="1">
                  <a:moveTo>
                    <a:pt x="1" y="0"/>
                  </a:moveTo>
                  <a:lnTo>
                    <a:pt x="1"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13" name="Shape 313"/>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
    <p:spTree>
      <p:nvGrpSpPr>
        <p:cNvPr id="314" name="Shape 314"/>
        <p:cNvGrpSpPr/>
        <p:nvPr/>
      </p:nvGrpSpPr>
      <p:grpSpPr>
        <a:xfrm>
          <a:off x="0" y="0"/>
          <a:ext cx="0" cy="0"/>
          <a:chOff x="0" y="0"/>
          <a:chExt cx="0" cy="0"/>
        </a:xfrm>
      </p:grpSpPr>
      <p:sp>
        <p:nvSpPr>
          <p:cNvPr id="315" name="Google Shape;315;p2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400"/>
              <a:buNone/>
              <a:defRPr/>
            </a:lvl1pPr>
            <a:lvl2pPr lvl="1" algn="l">
              <a:lnSpc>
                <a:spcPct val="100000"/>
              </a:lnSpc>
              <a:spcBef>
                <a:spcPts val="0"/>
              </a:spcBef>
              <a:spcAft>
                <a:spcPts val="0"/>
              </a:spcAft>
              <a:buSzPts val="3400"/>
              <a:buNone/>
              <a:defRPr/>
            </a:lvl2pPr>
            <a:lvl3pPr lvl="2" algn="l">
              <a:lnSpc>
                <a:spcPct val="100000"/>
              </a:lnSpc>
              <a:spcBef>
                <a:spcPts val="0"/>
              </a:spcBef>
              <a:spcAft>
                <a:spcPts val="0"/>
              </a:spcAft>
              <a:buSzPts val="3400"/>
              <a:buNone/>
              <a:defRPr/>
            </a:lvl3pPr>
            <a:lvl4pPr lvl="3" algn="l">
              <a:lnSpc>
                <a:spcPct val="100000"/>
              </a:lnSpc>
              <a:spcBef>
                <a:spcPts val="0"/>
              </a:spcBef>
              <a:spcAft>
                <a:spcPts val="0"/>
              </a:spcAft>
              <a:buSzPts val="3400"/>
              <a:buNone/>
              <a:defRPr/>
            </a:lvl4pPr>
            <a:lvl5pPr lvl="4" algn="l">
              <a:lnSpc>
                <a:spcPct val="100000"/>
              </a:lnSpc>
              <a:spcBef>
                <a:spcPts val="0"/>
              </a:spcBef>
              <a:spcAft>
                <a:spcPts val="0"/>
              </a:spcAft>
              <a:buSzPts val="3400"/>
              <a:buNone/>
              <a:defRPr/>
            </a:lvl5pPr>
            <a:lvl6pPr lvl="5" algn="l">
              <a:lnSpc>
                <a:spcPct val="100000"/>
              </a:lnSpc>
              <a:spcBef>
                <a:spcPts val="0"/>
              </a:spcBef>
              <a:spcAft>
                <a:spcPts val="0"/>
              </a:spcAft>
              <a:buSzPts val="3400"/>
              <a:buNone/>
              <a:defRPr/>
            </a:lvl6pPr>
            <a:lvl7pPr lvl="6" algn="l">
              <a:lnSpc>
                <a:spcPct val="100000"/>
              </a:lnSpc>
              <a:spcBef>
                <a:spcPts val="0"/>
              </a:spcBef>
              <a:spcAft>
                <a:spcPts val="0"/>
              </a:spcAft>
              <a:buSzPts val="3400"/>
              <a:buNone/>
              <a:defRPr/>
            </a:lvl7pPr>
            <a:lvl8pPr lvl="7" algn="l">
              <a:lnSpc>
                <a:spcPct val="100000"/>
              </a:lnSpc>
              <a:spcBef>
                <a:spcPts val="0"/>
              </a:spcBef>
              <a:spcAft>
                <a:spcPts val="0"/>
              </a:spcAft>
              <a:buSzPts val="3400"/>
              <a:buNone/>
              <a:defRPr/>
            </a:lvl8pPr>
            <a:lvl9pPr lvl="8" algn="l">
              <a:lnSpc>
                <a:spcPct val="100000"/>
              </a:lnSpc>
              <a:spcBef>
                <a:spcPts val="0"/>
              </a:spcBef>
              <a:spcAft>
                <a:spcPts val="0"/>
              </a:spcAft>
              <a:buSzPts val="3400"/>
              <a:buNone/>
              <a:defRPr/>
            </a:lvl9pPr>
          </a:lstStyle>
          <a:p/>
        </p:txBody>
      </p:sp>
      <p:sp>
        <p:nvSpPr>
          <p:cNvPr id="316" name="Google Shape;316;p28"/>
          <p:cNvSpPr txBox="1"/>
          <p:nvPr>
            <p:ph idx="2" type="title"/>
          </p:nvPr>
        </p:nvSpPr>
        <p:spPr>
          <a:xfrm>
            <a:off x="4609863" y="1303850"/>
            <a:ext cx="3035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b="1"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17" name="Google Shape;317;p28"/>
          <p:cNvSpPr txBox="1"/>
          <p:nvPr>
            <p:ph idx="1" type="subTitle"/>
          </p:nvPr>
        </p:nvSpPr>
        <p:spPr>
          <a:xfrm>
            <a:off x="4609863" y="1844375"/>
            <a:ext cx="3035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8" name="Google Shape;318;p28"/>
          <p:cNvSpPr txBox="1"/>
          <p:nvPr>
            <p:ph idx="3" type="title"/>
          </p:nvPr>
        </p:nvSpPr>
        <p:spPr>
          <a:xfrm>
            <a:off x="4609863" y="2399338"/>
            <a:ext cx="3035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b="1"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19" name="Google Shape;319;p28"/>
          <p:cNvSpPr txBox="1"/>
          <p:nvPr>
            <p:ph idx="4" type="subTitle"/>
          </p:nvPr>
        </p:nvSpPr>
        <p:spPr>
          <a:xfrm>
            <a:off x="4609863" y="2939888"/>
            <a:ext cx="3035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20" name="Google Shape;320;p28"/>
          <p:cNvSpPr txBox="1"/>
          <p:nvPr>
            <p:ph idx="5" type="title"/>
          </p:nvPr>
        </p:nvSpPr>
        <p:spPr>
          <a:xfrm>
            <a:off x="4609863" y="3494825"/>
            <a:ext cx="3035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b="1"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21" name="Google Shape;321;p28"/>
          <p:cNvSpPr txBox="1"/>
          <p:nvPr>
            <p:ph idx="6" type="subTitle"/>
          </p:nvPr>
        </p:nvSpPr>
        <p:spPr>
          <a:xfrm>
            <a:off x="4609863" y="4022525"/>
            <a:ext cx="30351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22" name="Google Shape;322;p28"/>
          <p:cNvSpPr/>
          <p:nvPr/>
        </p:nvSpPr>
        <p:spPr>
          <a:xfrm rot="-2700000">
            <a:off x="-2866715" y="26475"/>
            <a:ext cx="2301633" cy="6791619"/>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ONE_COLUMN_TEXT_1">
    <p:bg>
      <p:bgPr>
        <a:solidFill>
          <a:schemeClr val="lt2"/>
        </a:solidFill>
      </p:bgPr>
    </p:bg>
    <p:spTree>
      <p:nvGrpSpPr>
        <p:cNvPr id="323" name="Shape 323"/>
        <p:cNvGrpSpPr/>
        <p:nvPr/>
      </p:nvGrpSpPr>
      <p:grpSpPr>
        <a:xfrm>
          <a:off x="0" y="0"/>
          <a:ext cx="0" cy="0"/>
          <a:chOff x="0" y="0"/>
          <a:chExt cx="0" cy="0"/>
        </a:xfrm>
      </p:grpSpPr>
      <p:grpSp>
        <p:nvGrpSpPr>
          <p:cNvPr id="324" name="Google Shape;324;p29"/>
          <p:cNvGrpSpPr/>
          <p:nvPr/>
        </p:nvGrpSpPr>
        <p:grpSpPr>
          <a:xfrm>
            <a:off x="3478113" y="-1078464"/>
            <a:ext cx="2187867" cy="2182473"/>
            <a:chOff x="238125" y="2234600"/>
            <a:chExt cx="1248925" cy="1245775"/>
          </a:xfrm>
        </p:grpSpPr>
        <p:sp>
          <p:nvSpPr>
            <p:cNvPr id="325" name="Google Shape;325;p29"/>
            <p:cNvSpPr/>
            <p:nvPr/>
          </p:nvSpPr>
          <p:spPr>
            <a:xfrm>
              <a:off x="238125" y="2234600"/>
              <a:ext cx="1248925" cy="1245775"/>
            </a:xfrm>
            <a:custGeom>
              <a:rect b="b" l="l" r="r" t="t"/>
              <a:pathLst>
                <a:path extrusionOk="0" h="49831" w="49957">
                  <a:moveTo>
                    <a:pt x="27101" y="3122"/>
                  </a:moveTo>
                  <a:lnTo>
                    <a:pt x="28975" y="3372"/>
                  </a:lnTo>
                  <a:lnTo>
                    <a:pt x="30973" y="3872"/>
                  </a:lnTo>
                  <a:lnTo>
                    <a:pt x="32971" y="4496"/>
                  </a:lnTo>
                  <a:lnTo>
                    <a:pt x="34720" y="5245"/>
                  </a:lnTo>
                  <a:lnTo>
                    <a:pt x="36593" y="6120"/>
                  </a:lnTo>
                  <a:lnTo>
                    <a:pt x="38217" y="7244"/>
                  </a:lnTo>
                  <a:lnTo>
                    <a:pt x="39840" y="8617"/>
                  </a:lnTo>
                  <a:lnTo>
                    <a:pt x="41339" y="9991"/>
                  </a:lnTo>
                  <a:lnTo>
                    <a:pt x="42713" y="11615"/>
                  </a:lnTo>
                  <a:lnTo>
                    <a:pt x="43837" y="13488"/>
                  </a:lnTo>
                  <a:lnTo>
                    <a:pt x="44836" y="15361"/>
                  </a:lnTo>
                  <a:lnTo>
                    <a:pt x="45710" y="17609"/>
                  </a:lnTo>
                  <a:lnTo>
                    <a:pt x="46334" y="19857"/>
                  </a:lnTo>
                  <a:lnTo>
                    <a:pt x="46834" y="22355"/>
                  </a:lnTo>
                  <a:lnTo>
                    <a:pt x="47084" y="24978"/>
                  </a:lnTo>
                  <a:lnTo>
                    <a:pt x="46959" y="27226"/>
                  </a:lnTo>
                  <a:lnTo>
                    <a:pt x="46584" y="29474"/>
                  </a:lnTo>
                  <a:lnTo>
                    <a:pt x="46085" y="31597"/>
                  </a:lnTo>
                  <a:lnTo>
                    <a:pt x="45335" y="33595"/>
                  </a:lnTo>
                  <a:lnTo>
                    <a:pt x="44461" y="35469"/>
                  </a:lnTo>
                  <a:lnTo>
                    <a:pt x="43337" y="37342"/>
                  </a:lnTo>
                  <a:lnTo>
                    <a:pt x="42088" y="38966"/>
                  </a:lnTo>
                  <a:lnTo>
                    <a:pt x="40589" y="40589"/>
                  </a:lnTo>
                  <a:lnTo>
                    <a:pt x="39091" y="41963"/>
                  </a:lnTo>
                  <a:lnTo>
                    <a:pt x="37342" y="43337"/>
                  </a:lnTo>
                  <a:lnTo>
                    <a:pt x="35469" y="44336"/>
                  </a:lnTo>
                  <a:lnTo>
                    <a:pt x="33596" y="45335"/>
                  </a:lnTo>
                  <a:lnTo>
                    <a:pt x="31597" y="46084"/>
                  </a:lnTo>
                  <a:lnTo>
                    <a:pt x="29474" y="46584"/>
                  </a:lnTo>
                  <a:lnTo>
                    <a:pt x="27226" y="46958"/>
                  </a:lnTo>
                  <a:lnTo>
                    <a:pt x="24978" y="47083"/>
                  </a:lnTo>
                  <a:lnTo>
                    <a:pt x="22730" y="46958"/>
                  </a:lnTo>
                  <a:lnTo>
                    <a:pt x="20607" y="46584"/>
                  </a:lnTo>
                  <a:lnTo>
                    <a:pt x="18484" y="46084"/>
                  </a:lnTo>
                  <a:lnTo>
                    <a:pt x="16486" y="45335"/>
                  </a:lnTo>
                  <a:lnTo>
                    <a:pt x="14487" y="44336"/>
                  </a:lnTo>
                  <a:lnTo>
                    <a:pt x="12739" y="43337"/>
                  </a:lnTo>
                  <a:lnTo>
                    <a:pt x="10990" y="41963"/>
                  </a:lnTo>
                  <a:lnTo>
                    <a:pt x="9492" y="40589"/>
                  </a:lnTo>
                  <a:lnTo>
                    <a:pt x="7993" y="38966"/>
                  </a:lnTo>
                  <a:lnTo>
                    <a:pt x="6744" y="37342"/>
                  </a:lnTo>
                  <a:lnTo>
                    <a:pt x="5620" y="35469"/>
                  </a:lnTo>
                  <a:lnTo>
                    <a:pt x="4746" y="33595"/>
                  </a:lnTo>
                  <a:lnTo>
                    <a:pt x="3997" y="31597"/>
                  </a:lnTo>
                  <a:lnTo>
                    <a:pt x="3497" y="29474"/>
                  </a:lnTo>
                  <a:lnTo>
                    <a:pt x="3122" y="27226"/>
                  </a:lnTo>
                  <a:lnTo>
                    <a:pt x="2997" y="24978"/>
                  </a:lnTo>
                  <a:lnTo>
                    <a:pt x="3247" y="22355"/>
                  </a:lnTo>
                  <a:lnTo>
                    <a:pt x="3622" y="19857"/>
                  </a:lnTo>
                  <a:lnTo>
                    <a:pt x="4371" y="17609"/>
                  </a:lnTo>
                  <a:lnTo>
                    <a:pt x="5245" y="15361"/>
                  </a:lnTo>
                  <a:lnTo>
                    <a:pt x="6245" y="13488"/>
                  </a:lnTo>
                  <a:lnTo>
                    <a:pt x="7369" y="11615"/>
                  </a:lnTo>
                  <a:lnTo>
                    <a:pt x="8742" y="9991"/>
                  </a:lnTo>
                  <a:lnTo>
                    <a:pt x="10241" y="8617"/>
                  </a:lnTo>
                  <a:lnTo>
                    <a:pt x="11865" y="7244"/>
                  </a:lnTo>
                  <a:lnTo>
                    <a:pt x="13488" y="6120"/>
                  </a:lnTo>
                  <a:lnTo>
                    <a:pt x="15237" y="5245"/>
                  </a:lnTo>
                  <a:lnTo>
                    <a:pt x="17110" y="4496"/>
                  </a:lnTo>
                  <a:lnTo>
                    <a:pt x="19108" y="3872"/>
                  </a:lnTo>
                  <a:lnTo>
                    <a:pt x="20982" y="3372"/>
                  </a:lnTo>
                  <a:lnTo>
                    <a:pt x="22980" y="3122"/>
                  </a:lnTo>
                  <a:close/>
                  <a:moveTo>
                    <a:pt x="24978" y="0"/>
                  </a:moveTo>
                  <a:lnTo>
                    <a:pt x="22480" y="125"/>
                  </a:lnTo>
                  <a:lnTo>
                    <a:pt x="19983" y="500"/>
                  </a:lnTo>
                  <a:lnTo>
                    <a:pt x="17610" y="1124"/>
                  </a:lnTo>
                  <a:lnTo>
                    <a:pt x="15362" y="1998"/>
                  </a:lnTo>
                  <a:lnTo>
                    <a:pt x="13114" y="2997"/>
                  </a:lnTo>
                  <a:lnTo>
                    <a:pt x="11115" y="4246"/>
                  </a:lnTo>
                  <a:lnTo>
                    <a:pt x="9117" y="5745"/>
                  </a:lnTo>
                  <a:lnTo>
                    <a:pt x="7369" y="7369"/>
                  </a:lnTo>
                  <a:lnTo>
                    <a:pt x="5745" y="9117"/>
                  </a:lnTo>
                  <a:lnTo>
                    <a:pt x="4371" y="10990"/>
                  </a:lnTo>
                  <a:lnTo>
                    <a:pt x="3122" y="13113"/>
                  </a:lnTo>
                  <a:lnTo>
                    <a:pt x="1998" y="15237"/>
                  </a:lnTo>
                  <a:lnTo>
                    <a:pt x="1124" y="17609"/>
                  </a:lnTo>
                  <a:lnTo>
                    <a:pt x="500" y="19982"/>
                  </a:lnTo>
                  <a:lnTo>
                    <a:pt x="125" y="22480"/>
                  </a:lnTo>
                  <a:lnTo>
                    <a:pt x="0" y="24978"/>
                  </a:lnTo>
                  <a:lnTo>
                    <a:pt x="250" y="27975"/>
                  </a:lnTo>
                  <a:lnTo>
                    <a:pt x="874" y="30848"/>
                  </a:lnTo>
                  <a:lnTo>
                    <a:pt x="1499" y="33470"/>
                  </a:lnTo>
                  <a:lnTo>
                    <a:pt x="2498" y="35843"/>
                  </a:lnTo>
                  <a:lnTo>
                    <a:pt x="3622" y="38091"/>
                  </a:lnTo>
                  <a:lnTo>
                    <a:pt x="4996" y="40214"/>
                  </a:lnTo>
                  <a:lnTo>
                    <a:pt x="6494" y="41963"/>
                  </a:lnTo>
                  <a:lnTo>
                    <a:pt x="8243" y="43586"/>
                  </a:lnTo>
                  <a:lnTo>
                    <a:pt x="9991" y="45085"/>
                  </a:lnTo>
                  <a:lnTo>
                    <a:pt x="11990" y="46334"/>
                  </a:lnTo>
                  <a:lnTo>
                    <a:pt x="13988" y="47458"/>
                  </a:lnTo>
                  <a:lnTo>
                    <a:pt x="16111" y="48332"/>
                  </a:lnTo>
                  <a:lnTo>
                    <a:pt x="18234" y="48957"/>
                  </a:lnTo>
                  <a:lnTo>
                    <a:pt x="20482" y="49456"/>
                  </a:lnTo>
                  <a:lnTo>
                    <a:pt x="22730" y="49706"/>
                  </a:lnTo>
                  <a:lnTo>
                    <a:pt x="24978" y="49831"/>
                  </a:lnTo>
                  <a:lnTo>
                    <a:pt x="27351" y="49706"/>
                  </a:lnTo>
                  <a:lnTo>
                    <a:pt x="29599" y="49456"/>
                  </a:lnTo>
                  <a:lnTo>
                    <a:pt x="31847" y="48957"/>
                  </a:lnTo>
                  <a:lnTo>
                    <a:pt x="33970" y="48332"/>
                  </a:lnTo>
                  <a:lnTo>
                    <a:pt x="36093" y="47458"/>
                  </a:lnTo>
                  <a:lnTo>
                    <a:pt x="38092" y="46334"/>
                  </a:lnTo>
                  <a:lnTo>
                    <a:pt x="40090" y="45085"/>
                  </a:lnTo>
                  <a:lnTo>
                    <a:pt x="41838" y="43586"/>
                  </a:lnTo>
                  <a:lnTo>
                    <a:pt x="43462" y="41963"/>
                  </a:lnTo>
                  <a:lnTo>
                    <a:pt x="45086" y="40090"/>
                  </a:lnTo>
                  <a:lnTo>
                    <a:pt x="46334" y="38091"/>
                  </a:lnTo>
                  <a:lnTo>
                    <a:pt x="47583" y="35843"/>
                  </a:lnTo>
                  <a:lnTo>
                    <a:pt x="48458" y="33470"/>
                  </a:lnTo>
                  <a:lnTo>
                    <a:pt x="49207" y="30848"/>
                  </a:lnTo>
                  <a:lnTo>
                    <a:pt x="49707" y="27975"/>
                  </a:lnTo>
                  <a:lnTo>
                    <a:pt x="49956" y="24978"/>
                  </a:lnTo>
                  <a:lnTo>
                    <a:pt x="49831" y="22480"/>
                  </a:lnTo>
                  <a:lnTo>
                    <a:pt x="49457" y="19982"/>
                  </a:lnTo>
                  <a:lnTo>
                    <a:pt x="48832" y="17609"/>
                  </a:lnTo>
                  <a:lnTo>
                    <a:pt x="48083" y="15237"/>
                  </a:lnTo>
                  <a:lnTo>
                    <a:pt x="46959" y="13113"/>
                  </a:lnTo>
                  <a:lnTo>
                    <a:pt x="45710" y="10990"/>
                  </a:lnTo>
                  <a:lnTo>
                    <a:pt x="44336" y="9117"/>
                  </a:lnTo>
                  <a:lnTo>
                    <a:pt x="42713" y="7369"/>
                  </a:lnTo>
                  <a:lnTo>
                    <a:pt x="40964" y="5745"/>
                  </a:lnTo>
                  <a:lnTo>
                    <a:pt x="38966" y="4246"/>
                  </a:lnTo>
                  <a:lnTo>
                    <a:pt x="36968" y="2997"/>
                  </a:lnTo>
                  <a:lnTo>
                    <a:pt x="34720" y="1998"/>
                  </a:lnTo>
                  <a:lnTo>
                    <a:pt x="32472" y="1124"/>
                  </a:lnTo>
                  <a:lnTo>
                    <a:pt x="30099" y="500"/>
                  </a:lnTo>
                  <a:lnTo>
                    <a:pt x="27601" y="125"/>
                  </a:lnTo>
                  <a:lnTo>
                    <a:pt x="2497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29"/>
            <p:cNvSpPr/>
            <p:nvPr/>
          </p:nvSpPr>
          <p:spPr>
            <a:xfrm>
              <a:off x="238125" y="2234600"/>
              <a:ext cx="1248925" cy="1245775"/>
            </a:xfrm>
            <a:custGeom>
              <a:rect b="b" l="l" r="r" t="t"/>
              <a:pathLst>
                <a:path extrusionOk="0" fill="none" h="49831" w="49957">
                  <a:moveTo>
                    <a:pt x="24978" y="0"/>
                  </a:moveTo>
                  <a:lnTo>
                    <a:pt x="24978" y="0"/>
                  </a:lnTo>
                  <a:lnTo>
                    <a:pt x="22480" y="125"/>
                  </a:lnTo>
                  <a:lnTo>
                    <a:pt x="19983" y="500"/>
                  </a:lnTo>
                  <a:lnTo>
                    <a:pt x="17610" y="1124"/>
                  </a:lnTo>
                  <a:lnTo>
                    <a:pt x="15362" y="1998"/>
                  </a:lnTo>
                  <a:lnTo>
                    <a:pt x="13114" y="2997"/>
                  </a:lnTo>
                  <a:lnTo>
                    <a:pt x="11115" y="4246"/>
                  </a:lnTo>
                  <a:lnTo>
                    <a:pt x="9117" y="5745"/>
                  </a:lnTo>
                  <a:lnTo>
                    <a:pt x="7369" y="7369"/>
                  </a:lnTo>
                  <a:lnTo>
                    <a:pt x="5745" y="9117"/>
                  </a:lnTo>
                  <a:lnTo>
                    <a:pt x="4371" y="10990"/>
                  </a:lnTo>
                  <a:lnTo>
                    <a:pt x="3122" y="13113"/>
                  </a:lnTo>
                  <a:lnTo>
                    <a:pt x="1998" y="15237"/>
                  </a:lnTo>
                  <a:lnTo>
                    <a:pt x="1124" y="17609"/>
                  </a:lnTo>
                  <a:lnTo>
                    <a:pt x="500" y="19982"/>
                  </a:lnTo>
                  <a:lnTo>
                    <a:pt x="125" y="22480"/>
                  </a:lnTo>
                  <a:lnTo>
                    <a:pt x="0" y="24978"/>
                  </a:lnTo>
                  <a:lnTo>
                    <a:pt x="0" y="24978"/>
                  </a:lnTo>
                  <a:lnTo>
                    <a:pt x="250" y="27975"/>
                  </a:lnTo>
                  <a:lnTo>
                    <a:pt x="874" y="30848"/>
                  </a:lnTo>
                  <a:lnTo>
                    <a:pt x="1499" y="33470"/>
                  </a:lnTo>
                  <a:lnTo>
                    <a:pt x="2498" y="35843"/>
                  </a:lnTo>
                  <a:lnTo>
                    <a:pt x="3622" y="38091"/>
                  </a:lnTo>
                  <a:lnTo>
                    <a:pt x="4996" y="40214"/>
                  </a:lnTo>
                  <a:lnTo>
                    <a:pt x="6494" y="41963"/>
                  </a:lnTo>
                  <a:lnTo>
                    <a:pt x="8243" y="43586"/>
                  </a:lnTo>
                  <a:lnTo>
                    <a:pt x="9991" y="45085"/>
                  </a:lnTo>
                  <a:lnTo>
                    <a:pt x="11990" y="46334"/>
                  </a:lnTo>
                  <a:lnTo>
                    <a:pt x="13988" y="47458"/>
                  </a:lnTo>
                  <a:lnTo>
                    <a:pt x="16111" y="48332"/>
                  </a:lnTo>
                  <a:lnTo>
                    <a:pt x="18234" y="48957"/>
                  </a:lnTo>
                  <a:lnTo>
                    <a:pt x="20482" y="49456"/>
                  </a:lnTo>
                  <a:lnTo>
                    <a:pt x="22730" y="49706"/>
                  </a:lnTo>
                  <a:lnTo>
                    <a:pt x="24978" y="49831"/>
                  </a:lnTo>
                  <a:lnTo>
                    <a:pt x="27351" y="49706"/>
                  </a:lnTo>
                  <a:lnTo>
                    <a:pt x="29599" y="49456"/>
                  </a:lnTo>
                  <a:lnTo>
                    <a:pt x="31847" y="48957"/>
                  </a:lnTo>
                  <a:lnTo>
                    <a:pt x="33970" y="48332"/>
                  </a:lnTo>
                  <a:lnTo>
                    <a:pt x="36093" y="47458"/>
                  </a:lnTo>
                  <a:lnTo>
                    <a:pt x="38092" y="46334"/>
                  </a:lnTo>
                  <a:lnTo>
                    <a:pt x="40090" y="45085"/>
                  </a:lnTo>
                  <a:lnTo>
                    <a:pt x="41838" y="43586"/>
                  </a:lnTo>
                  <a:lnTo>
                    <a:pt x="43462" y="41963"/>
                  </a:lnTo>
                  <a:lnTo>
                    <a:pt x="45086" y="40090"/>
                  </a:lnTo>
                  <a:lnTo>
                    <a:pt x="46334" y="38091"/>
                  </a:lnTo>
                  <a:lnTo>
                    <a:pt x="47583" y="35843"/>
                  </a:lnTo>
                  <a:lnTo>
                    <a:pt x="48458" y="33470"/>
                  </a:lnTo>
                  <a:lnTo>
                    <a:pt x="49207" y="30848"/>
                  </a:lnTo>
                  <a:lnTo>
                    <a:pt x="49707" y="27975"/>
                  </a:lnTo>
                  <a:lnTo>
                    <a:pt x="49956" y="24978"/>
                  </a:lnTo>
                  <a:lnTo>
                    <a:pt x="49956" y="24978"/>
                  </a:lnTo>
                  <a:lnTo>
                    <a:pt x="49831" y="22480"/>
                  </a:lnTo>
                  <a:lnTo>
                    <a:pt x="49457" y="19982"/>
                  </a:lnTo>
                  <a:lnTo>
                    <a:pt x="48832" y="17609"/>
                  </a:lnTo>
                  <a:lnTo>
                    <a:pt x="48083" y="15237"/>
                  </a:lnTo>
                  <a:lnTo>
                    <a:pt x="46959" y="13113"/>
                  </a:lnTo>
                  <a:lnTo>
                    <a:pt x="45710" y="10990"/>
                  </a:lnTo>
                  <a:lnTo>
                    <a:pt x="44336" y="9117"/>
                  </a:lnTo>
                  <a:lnTo>
                    <a:pt x="42713" y="7369"/>
                  </a:lnTo>
                  <a:lnTo>
                    <a:pt x="40964" y="5745"/>
                  </a:lnTo>
                  <a:lnTo>
                    <a:pt x="38966" y="4246"/>
                  </a:lnTo>
                  <a:lnTo>
                    <a:pt x="36968" y="2997"/>
                  </a:lnTo>
                  <a:lnTo>
                    <a:pt x="34720" y="1998"/>
                  </a:lnTo>
                  <a:lnTo>
                    <a:pt x="32472" y="1124"/>
                  </a:lnTo>
                  <a:lnTo>
                    <a:pt x="30099" y="500"/>
                  </a:lnTo>
                  <a:lnTo>
                    <a:pt x="27601" y="125"/>
                  </a:lnTo>
                  <a:lnTo>
                    <a:pt x="24978" y="0"/>
                  </a:lnTo>
                  <a:lnTo>
                    <a:pt x="24978"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9"/>
            <p:cNvSpPr/>
            <p:nvPr/>
          </p:nvSpPr>
          <p:spPr>
            <a:xfrm>
              <a:off x="313050" y="2312650"/>
              <a:ext cx="1102175" cy="1099050"/>
            </a:xfrm>
            <a:custGeom>
              <a:rect b="b" l="l" r="r" t="t"/>
              <a:pathLst>
                <a:path extrusionOk="0" fill="none" h="43962" w="44087">
                  <a:moveTo>
                    <a:pt x="21981" y="43961"/>
                  </a:moveTo>
                  <a:lnTo>
                    <a:pt x="21981" y="43961"/>
                  </a:lnTo>
                  <a:lnTo>
                    <a:pt x="19733" y="43836"/>
                  </a:lnTo>
                  <a:lnTo>
                    <a:pt x="17610" y="43462"/>
                  </a:lnTo>
                  <a:lnTo>
                    <a:pt x="15487" y="42962"/>
                  </a:lnTo>
                  <a:lnTo>
                    <a:pt x="13489" y="42213"/>
                  </a:lnTo>
                  <a:lnTo>
                    <a:pt x="11490" y="41214"/>
                  </a:lnTo>
                  <a:lnTo>
                    <a:pt x="9742" y="40215"/>
                  </a:lnTo>
                  <a:lnTo>
                    <a:pt x="7993" y="38841"/>
                  </a:lnTo>
                  <a:lnTo>
                    <a:pt x="6495" y="37467"/>
                  </a:lnTo>
                  <a:lnTo>
                    <a:pt x="4996" y="35844"/>
                  </a:lnTo>
                  <a:lnTo>
                    <a:pt x="3747" y="34220"/>
                  </a:lnTo>
                  <a:lnTo>
                    <a:pt x="2623" y="32347"/>
                  </a:lnTo>
                  <a:lnTo>
                    <a:pt x="1749" y="30473"/>
                  </a:lnTo>
                  <a:lnTo>
                    <a:pt x="1000" y="28475"/>
                  </a:lnTo>
                  <a:lnTo>
                    <a:pt x="500" y="26352"/>
                  </a:lnTo>
                  <a:lnTo>
                    <a:pt x="125" y="24104"/>
                  </a:lnTo>
                  <a:lnTo>
                    <a:pt x="0" y="21856"/>
                  </a:lnTo>
                  <a:lnTo>
                    <a:pt x="0" y="21856"/>
                  </a:lnTo>
                  <a:lnTo>
                    <a:pt x="250" y="19233"/>
                  </a:lnTo>
                  <a:lnTo>
                    <a:pt x="625" y="16735"/>
                  </a:lnTo>
                  <a:lnTo>
                    <a:pt x="1374" y="14487"/>
                  </a:lnTo>
                  <a:lnTo>
                    <a:pt x="2248" y="12239"/>
                  </a:lnTo>
                  <a:lnTo>
                    <a:pt x="3248" y="10366"/>
                  </a:lnTo>
                  <a:lnTo>
                    <a:pt x="4372" y="8493"/>
                  </a:lnTo>
                  <a:lnTo>
                    <a:pt x="5745" y="6869"/>
                  </a:lnTo>
                  <a:lnTo>
                    <a:pt x="7244" y="5495"/>
                  </a:lnTo>
                  <a:lnTo>
                    <a:pt x="8868" y="4122"/>
                  </a:lnTo>
                  <a:lnTo>
                    <a:pt x="10491" y="2998"/>
                  </a:lnTo>
                  <a:lnTo>
                    <a:pt x="12240" y="2123"/>
                  </a:lnTo>
                  <a:lnTo>
                    <a:pt x="14113" y="1374"/>
                  </a:lnTo>
                  <a:lnTo>
                    <a:pt x="16111" y="750"/>
                  </a:lnTo>
                  <a:lnTo>
                    <a:pt x="17985" y="250"/>
                  </a:lnTo>
                  <a:lnTo>
                    <a:pt x="19983" y="0"/>
                  </a:lnTo>
                  <a:lnTo>
                    <a:pt x="21981" y="0"/>
                  </a:lnTo>
                  <a:lnTo>
                    <a:pt x="24104" y="0"/>
                  </a:lnTo>
                  <a:lnTo>
                    <a:pt x="25978" y="250"/>
                  </a:lnTo>
                  <a:lnTo>
                    <a:pt x="27976" y="750"/>
                  </a:lnTo>
                  <a:lnTo>
                    <a:pt x="29974" y="1374"/>
                  </a:lnTo>
                  <a:lnTo>
                    <a:pt x="31723" y="2123"/>
                  </a:lnTo>
                  <a:lnTo>
                    <a:pt x="33596" y="2998"/>
                  </a:lnTo>
                  <a:lnTo>
                    <a:pt x="35220" y="4122"/>
                  </a:lnTo>
                  <a:lnTo>
                    <a:pt x="36843" y="5495"/>
                  </a:lnTo>
                  <a:lnTo>
                    <a:pt x="38342" y="6869"/>
                  </a:lnTo>
                  <a:lnTo>
                    <a:pt x="39716" y="8493"/>
                  </a:lnTo>
                  <a:lnTo>
                    <a:pt x="40840" y="10366"/>
                  </a:lnTo>
                  <a:lnTo>
                    <a:pt x="41839" y="12239"/>
                  </a:lnTo>
                  <a:lnTo>
                    <a:pt x="42713" y="14487"/>
                  </a:lnTo>
                  <a:lnTo>
                    <a:pt x="43337" y="16735"/>
                  </a:lnTo>
                  <a:lnTo>
                    <a:pt x="43837" y="19233"/>
                  </a:lnTo>
                  <a:lnTo>
                    <a:pt x="44087" y="21856"/>
                  </a:lnTo>
                  <a:lnTo>
                    <a:pt x="44087" y="21856"/>
                  </a:lnTo>
                  <a:lnTo>
                    <a:pt x="43962" y="24104"/>
                  </a:lnTo>
                  <a:lnTo>
                    <a:pt x="43587" y="26352"/>
                  </a:lnTo>
                  <a:lnTo>
                    <a:pt x="43088" y="28475"/>
                  </a:lnTo>
                  <a:lnTo>
                    <a:pt x="42338" y="30473"/>
                  </a:lnTo>
                  <a:lnTo>
                    <a:pt x="41464" y="32347"/>
                  </a:lnTo>
                  <a:lnTo>
                    <a:pt x="40340" y="34220"/>
                  </a:lnTo>
                  <a:lnTo>
                    <a:pt x="39091" y="35844"/>
                  </a:lnTo>
                  <a:lnTo>
                    <a:pt x="37592" y="37467"/>
                  </a:lnTo>
                  <a:lnTo>
                    <a:pt x="36094" y="38841"/>
                  </a:lnTo>
                  <a:lnTo>
                    <a:pt x="34345" y="40215"/>
                  </a:lnTo>
                  <a:lnTo>
                    <a:pt x="32472" y="41214"/>
                  </a:lnTo>
                  <a:lnTo>
                    <a:pt x="30599" y="42213"/>
                  </a:lnTo>
                  <a:lnTo>
                    <a:pt x="28600" y="42962"/>
                  </a:lnTo>
                  <a:lnTo>
                    <a:pt x="26477" y="43462"/>
                  </a:lnTo>
                  <a:lnTo>
                    <a:pt x="24229" y="43836"/>
                  </a:lnTo>
                  <a:lnTo>
                    <a:pt x="21981" y="43961"/>
                  </a:lnTo>
                  <a:lnTo>
                    <a:pt x="21981" y="4396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9"/>
            <p:cNvSpPr/>
            <p:nvPr/>
          </p:nvSpPr>
          <p:spPr>
            <a:xfrm>
              <a:off x="862575" y="3411675"/>
              <a:ext cx="25" cy="25"/>
            </a:xfrm>
            <a:custGeom>
              <a:rect b="b" l="l" r="r" t="t"/>
              <a:pathLst>
                <a:path extrusionOk="0" fill="none" h="1" w="1">
                  <a:moveTo>
                    <a:pt x="0" y="0"/>
                  </a:moveTo>
                  <a:lnTo>
                    <a:pt x="0"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9"/>
            <p:cNvSpPr/>
            <p:nvPr/>
          </p:nvSpPr>
          <p:spPr>
            <a:xfrm>
              <a:off x="384850" y="2381325"/>
              <a:ext cx="955450" cy="699425"/>
            </a:xfrm>
            <a:custGeom>
              <a:rect b="b" l="l" r="r" t="t"/>
              <a:pathLst>
                <a:path extrusionOk="0" h="27977" w="38218">
                  <a:moveTo>
                    <a:pt x="19109" y="20608"/>
                  </a:moveTo>
                  <a:lnTo>
                    <a:pt x="20108" y="20733"/>
                  </a:lnTo>
                  <a:lnTo>
                    <a:pt x="21107" y="20982"/>
                  </a:lnTo>
                  <a:lnTo>
                    <a:pt x="21982" y="21357"/>
                  </a:lnTo>
                  <a:lnTo>
                    <a:pt x="22731" y="21857"/>
                  </a:lnTo>
                  <a:lnTo>
                    <a:pt x="23480" y="22481"/>
                  </a:lnTo>
                  <a:lnTo>
                    <a:pt x="24105" y="23230"/>
                  </a:lnTo>
                  <a:lnTo>
                    <a:pt x="24479" y="24105"/>
                  </a:lnTo>
                  <a:lnTo>
                    <a:pt x="24854" y="24979"/>
                  </a:lnTo>
                  <a:lnTo>
                    <a:pt x="13489" y="24979"/>
                  </a:lnTo>
                  <a:lnTo>
                    <a:pt x="13739" y="24105"/>
                  </a:lnTo>
                  <a:lnTo>
                    <a:pt x="14238" y="23230"/>
                  </a:lnTo>
                  <a:lnTo>
                    <a:pt x="14863" y="22481"/>
                  </a:lnTo>
                  <a:lnTo>
                    <a:pt x="15487" y="21857"/>
                  </a:lnTo>
                  <a:lnTo>
                    <a:pt x="16362" y="21357"/>
                  </a:lnTo>
                  <a:lnTo>
                    <a:pt x="17236" y="20982"/>
                  </a:lnTo>
                  <a:lnTo>
                    <a:pt x="18110" y="20733"/>
                  </a:lnTo>
                  <a:lnTo>
                    <a:pt x="19109" y="20608"/>
                  </a:lnTo>
                  <a:close/>
                  <a:moveTo>
                    <a:pt x="20608" y="2998"/>
                  </a:moveTo>
                  <a:lnTo>
                    <a:pt x="21982" y="3248"/>
                  </a:lnTo>
                  <a:lnTo>
                    <a:pt x="23231" y="3498"/>
                  </a:lnTo>
                  <a:lnTo>
                    <a:pt x="24479" y="3872"/>
                  </a:lnTo>
                  <a:lnTo>
                    <a:pt x="25603" y="4372"/>
                  </a:lnTo>
                  <a:lnTo>
                    <a:pt x="26852" y="4872"/>
                  </a:lnTo>
                  <a:lnTo>
                    <a:pt x="27852" y="5496"/>
                  </a:lnTo>
                  <a:lnTo>
                    <a:pt x="28976" y="6245"/>
                  </a:lnTo>
                  <a:lnTo>
                    <a:pt x="29850" y="7120"/>
                  </a:lnTo>
                  <a:lnTo>
                    <a:pt x="27976" y="8993"/>
                  </a:lnTo>
                  <a:lnTo>
                    <a:pt x="30100" y="10991"/>
                  </a:lnTo>
                  <a:lnTo>
                    <a:pt x="31848" y="9243"/>
                  </a:lnTo>
                  <a:lnTo>
                    <a:pt x="32597" y="10242"/>
                  </a:lnTo>
                  <a:lnTo>
                    <a:pt x="33222" y="11241"/>
                  </a:lnTo>
                  <a:lnTo>
                    <a:pt x="33846" y="12365"/>
                  </a:lnTo>
                  <a:lnTo>
                    <a:pt x="34346" y="13489"/>
                  </a:lnTo>
                  <a:lnTo>
                    <a:pt x="34720" y="14613"/>
                  </a:lnTo>
                  <a:lnTo>
                    <a:pt x="34970" y="15862"/>
                  </a:lnTo>
                  <a:lnTo>
                    <a:pt x="35220" y="17111"/>
                  </a:lnTo>
                  <a:lnTo>
                    <a:pt x="35345" y="18360"/>
                  </a:lnTo>
                  <a:lnTo>
                    <a:pt x="32348" y="18360"/>
                  </a:lnTo>
                  <a:lnTo>
                    <a:pt x="32348" y="21357"/>
                  </a:lnTo>
                  <a:lnTo>
                    <a:pt x="35220" y="21357"/>
                  </a:lnTo>
                  <a:lnTo>
                    <a:pt x="34845" y="23230"/>
                  </a:lnTo>
                  <a:lnTo>
                    <a:pt x="34221" y="24979"/>
                  </a:lnTo>
                  <a:lnTo>
                    <a:pt x="27852" y="24979"/>
                  </a:lnTo>
                  <a:lnTo>
                    <a:pt x="27602" y="23730"/>
                  </a:lnTo>
                  <a:lnTo>
                    <a:pt x="27102" y="22606"/>
                  </a:lnTo>
                  <a:lnTo>
                    <a:pt x="26353" y="21482"/>
                  </a:lnTo>
                  <a:lnTo>
                    <a:pt x="25603" y="20483"/>
                  </a:lnTo>
                  <a:lnTo>
                    <a:pt x="24729" y="19609"/>
                  </a:lnTo>
                  <a:lnTo>
                    <a:pt x="23605" y="18859"/>
                  </a:lnTo>
                  <a:lnTo>
                    <a:pt x="22481" y="18360"/>
                  </a:lnTo>
                  <a:lnTo>
                    <a:pt x="21232" y="17985"/>
                  </a:lnTo>
                  <a:lnTo>
                    <a:pt x="24979" y="9492"/>
                  </a:lnTo>
                  <a:lnTo>
                    <a:pt x="22231" y="8244"/>
                  </a:lnTo>
                  <a:lnTo>
                    <a:pt x="18110" y="17735"/>
                  </a:lnTo>
                  <a:lnTo>
                    <a:pt x="16736" y="17985"/>
                  </a:lnTo>
                  <a:lnTo>
                    <a:pt x="15362" y="18485"/>
                  </a:lnTo>
                  <a:lnTo>
                    <a:pt x="14238" y="19234"/>
                  </a:lnTo>
                  <a:lnTo>
                    <a:pt x="13114" y="20108"/>
                  </a:lnTo>
                  <a:lnTo>
                    <a:pt x="12115" y="21107"/>
                  </a:lnTo>
                  <a:lnTo>
                    <a:pt x="11366" y="22356"/>
                  </a:lnTo>
                  <a:lnTo>
                    <a:pt x="10866" y="23605"/>
                  </a:lnTo>
                  <a:lnTo>
                    <a:pt x="10492" y="24979"/>
                  </a:lnTo>
                  <a:lnTo>
                    <a:pt x="4122" y="24979"/>
                  </a:lnTo>
                  <a:lnTo>
                    <a:pt x="3498" y="23230"/>
                  </a:lnTo>
                  <a:lnTo>
                    <a:pt x="3123" y="21357"/>
                  </a:lnTo>
                  <a:lnTo>
                    <a:pt x="5996" y="21357"/>
                  </a:lnTo>
                  <a:lnTo>
                    <a:pt x="5996" y="18360"/>
                  </a:lnTo>
                  <a:lnTo>
                    <a:pt x="2998" y="18360"/>
                  </a:lnTo>
                  <a:lnTo>
                    <a:pt x="3123" y="17111"/>
                  </a:lnTo>
                  <a:lnTo>
                    <a:pt x="3373" y="15862"/>
                  </a:lnTo>
                  <a:lnTo>
                    <a:pt x="3623" y="14613"/>
                  </a:lnTo>
                  <a:lnTo>
                    <a:pt x="3997" y="13489"/>
                  </a:lnTo>
                  <a:lnTo>
                    <a:pt x="4497" y="12365"/>
                  </a:lnTo>
                  <a:lnTo>
                    <a:pt x="5121" y="11241"/>
                  </a:lnTo>
                  <a:lnTo>
                    <a:pt x="5746" y="10242"/>
                  </a:lnTo>
                  <a:lnTo>
                    <a:pt x="6370" y="9243"/>
                  </a:lnTo>
                  <a:lnTo>
                    <a:pt x="8244" y="10991"/>
                  </a:lnTo>
                  <a:lnTo>
                    <a:pt x="10367" y="8993"/>
                  </a:lnTo>
                  <a:lnTo>
                    <a:pt x="8369" y="7120"/>
                  </a:lnTo>
                  <a:lnTo>
                    <a:pt x="9368" y="6245"/>
                  </a:lnTo>
                  <a:lnTo>
                    <a:pt x="10492" y="5496"/>
                  </a:lnTo>
                  <a:lnTo>
                    <a:pt x="11491" y="4872"/>
                  </a:lnTo>
                  <a:lnTo>
                    <a:pt x="12615" y="4372"/>
                  </a:lnTo>
                  <a:lnTo>
                    <a:pt x="13864" y="3872"/>
                  </a:lnTo>
                  <a:lnTo>
                    <a:pt x="15113" y="3498"/>
                  </a:lnTo>
                  <a:lnTo>
                    <a:pt x="16362" y="3248"/>
                  </a:lnTo>
                  <a:lnTo>
                    <a:pt x="17735" y="2998"/>
                  </a:lnTo>
                  <a:lnTo>
                    <a:pt x="17735" y="5871"/>
                  </a:lnTo>
                  <a:lnTo>
                    <a:pt x="20608" y="5871"/>
                  </a:lnTo>
                  <a:lnTo>
                    <a:pt x="20608" y="2998"/>
                  </a:lnTo>
                  <a:close/>
                  <a:moveTo>
                    <a:pt x="19109" y="1"/>
                  </a:moveTo>
                  <a:lnTo>
                    <a:pt x="17735" y="126"/>
                  </a:lnTo>
                  <a:lnTo>
                    <a:pt x="16486" y="251"/>
                  </a:lnTo>
                  <a:lnTo>
                    <a:pt x="15113" y="500"/>
                  </a:lnTo>
                  <a:lnTo>
                    <a:pt x="13864" y="750"/>
                  </a:lnTo>
                  <a:lnTo>
                    <a:pt x="12615" y="1125"/>
                  </a:lnTo>
                  <a:lnTo>
                    <a:pt x="11491" y="1624"/>
                  </a:lnTo>
                  <a:lnTo>
                    <a:pt x="10367" y="2124"/>
                  </a:lnTo>
                  <a:lnTo>
                    <a:pt x="9243" y="2748"/>
                  </a:lnTo>
                  <a:lnTo>
                    <a:pt x="8244" y="3373"/>
                  </a:lnTo>
                  <a:lnTo>
                    <a:pt x="7369" y="4122"/>
                  </a:lnTo>
                  <a:lnTo>
                    <a:pt x="6370" y="4996"/>
                  </a:lnTo>
                  <a:lnTo>
                    <a:pt x="5496" y="5746"/>
                  </a:lnTo>
                  <a:lnTo>
                    <a:pt x="3997" y="7619"/>
                  </a:lnTo>
                  <a:lnTo>
                    <a:pt x="2748" y="9617"/>
                  </a:lnTo>
                  <a:lnTo>
                    <a:pt x="1624" y="11740"/>
                  </a:lnTo>
                  <a:lnTo>
                    <a:pt x="875" y="13988"/>
                  </a:lnTo>
                  <a:lnTo>
                    <a:pt x="251" y="16236"/>
                  </a:lnTo>
                  <a:lnTo>
                    <a:pt x="126" y="18609"/>
                  </a:lnTo>
                  <a:lnTo>
                    <a:pt x="1" y="19858"/>
                  </a:lnTo>
                  <a:lnTo>
                    <a:pt x="126" y="20982"/>
                  </a:lnTo>
                  <a:lnTo>
                    <a:pt x="251" y="22231"/>
                  </a:lnTo>
                  <a:lnTo>
                    <a:pt x="500" y="23355"/>
                  </a:lnTo>
                  <a:lnTo>
                    <a:pt x="750" y="24479"/>
                  </a:lnTo>
                  <a:lnTo>
                    <a:pt x="1125" y="25728"/>
                  </a:lnTo>
                  <a:lnTo>
                    <a:pt x="1624" y="26852"/>
                  </a:lnTo>
                  <a:lnTo>
                    <a:pt x="2249" y="27976"/>
                  </a:lnTo>
                  <a:lnTo>
                    <a:pt x="36094" y="27976"/>
                  </a:lnTo>
                  <a:lnTo>
                    <a:pt x="36719" y="26852"/>
                  </a:lnTo>
                  <a:lnTo>
                    <a:pt x="37093" y="25728"/>
                  </a:lnTo>
                  <a:lnTo>
                    <a:pt x="37593" y="24479"/>
                  </a:lnTo>
                  <a:lnTo>
                    <a:pt x="37843" y="23355"/>
                  </a:lnTo>
                  <a:lnTo>
                    <a:pt x="38093" y="22231"/>
                  </a:lnTo>
                  <a:lnTo>
                    <a:pt x="38217" y="20982"/>
                  </a:lnTo>
                  <a:lnTo>
                    <a:pt x="38217" y="19858"/>
                  </a:lnTo>
                  <a:lnTo>
                    <a:pt x="38217" y="18609"/>
                  </a:lnTo>
                  <a:lnTo>
                    <a:pt x="37968" y="16236"/>
                  </a:lnTo>
                  <a:lnTo>
                    <a:pt x="37468" y="13988"/>
                  </a:lnTo>
                  <a:lnTo>
                    <a:pt x="36719" y="11740"/>
                  </a:lnTo>
                  <a:lnTo>
                    <a:pt x="35595" y="9617"/>
                  </a:lnTo>
                  <a:lnTo>
                    <a:pt x="34346" y="7619"/>
                  </a:lnTo>
                  <a:lnTo>
                    <a:pt x="32722" y="5746"/>
                  </a:lnTo>
                  <a:lnTo>
                    <a:pt x="31973" y="4872"/>
                  </a:lnTo>
                  <a:lnTo>
                    <a:pt x="30974" y="4122"/>
                  </a:lnTo>
                  <a:lnTo>
                    <a:pt x="29975" y="3373"/>
                  </a:lnTo>
                  <a:lnTo>
                    <a:pt x="28976" y="2748"/>
                  </a:lnTo>
                  <a:lnTo>
                    <a:pt x="27976" y="2124"/>
                  </a:lnTo>
                  <a:lnTo>
                    <a:pt x="26852" y="1624"/>
                  </a:lnTo>
                  <a:lnTo>
                    <a:pt x="25603" y="1125"/>
                  </a:lnTo>
                  <a:lnTo>
                    <a:pt x="24479" y="750"/>
                  </a:lnTo>
                  <a:lnTo>
                    <a:pt x="23231" y="500"/>
                  </a:lnTo>
                  <a:lnTo>
                    <a:pt x="21857" y="251"/>
                  </a:lnTo>
                  <a:lnTo>
                    <a:pt x="20483" y="126"/>
                  </a:lnTo>
                  <a:lnTo>
                    <a:pt x="1910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9"/>
            <p:cNvSpPr/>
            <p:nvPr/>
          </p:nvSpPr>
          <p:spPr>
            <a:xfrm>
              <a:off x="384850" y="2381325"/>
              <a:ext cx="955450" cy="699425"/>
            </a:xfrm>
            <a:custGeom>
              <a:rect b="b" l="l" r="r" t="t"/>
              <a:pathLst>
                <a:path extrusionOk="0" fill="none" h="27977" w="38218">
                  <a:moveTo>
                    <a:pt x="19109" y="1"/>
                  </a:moveTo>
                  <a:lnTo>
                    <a:pt x="19109" y="1"/>
                  </a:lnTo>
                  <a:lnTo>
                    <a:pt x="17735" y="126"/>
                  </a:lnTo>
                  <a:lnTo>
                    <a:pt x="16486" y="251"/>
                  </a:lnTo>
                  <a:lnTo>
                    <a:pt x="15113" y="500"/>
                  </a:lnTo>
                  <a:lnTo>
                    <a:pt x="13864" y="750"/>
                  </a:lnTo>
                  <a:lnTo>
                    <a:pt x="12615" y="1125"/>
                  </a:lnTo>
                  <a:lnTo>
                    <a:pt x="11491" y="1624"/>
                  </a:lnTo>
                  <a:lnTo>
                    <a:pt x="10367" y="2124"/>
                  </a:lnTo>
                  <a:lnTo>
                    <a:pt x="9243" y="2748"/>
                  </a:lnTo>
                  <a:lnTo>
                    <a:pt x="8244" y="3373"/>
                  </a:lnTo>
                  <a:lnTo>
                    <a:pt x="7369" y="4122"/>
                  </a:lnTo>
                  <a:lnTo>
                    <a:pt x="6370" y="4996"/>
                  </a:lnTo>
                  <a:lnTo>
                    <a:pt x="5496" y="5746"/>
                  </a:lnTo>
                  <a:lnTo>
                    <a:pt x="3997" y="7619"/>
                  </a:lnTo>
                  <a:lnTo>
                    <a:pt x="2748" y="9617"/>
                  </a:lnTo>
                  <a:lnTo>
                    <a:pt x="1624" y="11740"/>
                  </a:lnTo>
                  <a:lnTo>
                    <a:pt x="875" y="13988"/>
                  </a:lnTo>
                  <a:lnTo>
                    <a:pt x="251" y="16236"/>
                  </a:lnTo>
                  <a:lnTo>
                    <a:pt x="126" y="18609"/>
                  </a:lnTo>
                  <a:lnTo>
                    <a:pt x="1" y="19858"/>
                  </a:lnTo>
                  <a:lnTo>
                    <a:pt x="126" y="20982"/>
                  </a:lnTo>
                  <a:lnTo>
                    <a:pt x="251" y="22231"/>
                  </a:lnTo>
                  <a:lnTo>
                    <a:pt x="500" y="23355"/>
                  </a:lnTo>
                  <a:lnTo>
                    <a:pt x="750" y="24479"/>
                  </a:lnTo>
                  <a:lnTo>
                    <a:pt x="1125" y="25728"/>
                  </a:lnTo>
                  <a:lnTo>
                    <a:pt x="1624" y="26852"/>
                  </a:lnTo>
                  <a:lnTo>
                    <a:pt x="2249" y="27976"/>
                  </a:lnTo>
                  <a:lnTo>
                    <a:pt x="36094" y="27976"/>
                  </a:lnTo>
                  <a:lnTo>
                    <a:pt x="36094" y="27976"/>
                  </a:lnTo>
                  <a:lnTo>
                    <a:pt x="36719" y="26852"/>
                  </a:lnTo>
                  <a:lnTo>
                    <a:pt x="37093" y="25728"/>
                  </a:lnTo>
                  <a:lnTo>
                    <a:pt x="37593" y="24479"/>
                  </a:lnTo>
                  <a:lnTo>
                    <a:pt x="37843" y="23355"/>
                  </a:lnTo>
                  <a:lnTo>
                    <a:pt x="38093" y="22231"/>
                  </a:lnTo>
                  <a:lnTo>
                    <a:pt x="38217" y="20982"/>
                  </a:lnTo>
                  <a:lnTo>
                    <a:pt x="38217" y="19858"/>
                  </a:lnTo>
                  <a:lnTo>
                    <a:pt x="38217" y="18609"/>
                  </a:lnTo>
                  <a:lnTo>
                    <a:pt x="37968" y="16236"/>
                  </a:lnTo>
                  <a:lnTo>
                    <a:pt x="37468" y="13988"/>
                  </a:lnTo>
                  <a:lnTo>
                    <a:pt x="36719" y="11740"/>
                  </a:lnTo>
                  <a:lnTo>
                    <a:pt x="35595" y="9617"/>
                  </a:lnTo>
                  <a:lnTo>
                    <a:pt x="34346" y="7619"/>
                  </a:lnTo>
                  <a:lnTo>
                    <a:pt x="32722" y="5746"/>
                  </a:lnTo>
                  <a:lnTo>
                    <a:pt x="31973" y="4872"/>
                  </a:lnTo>
                  <a:lnTo>
                    <a:pt x="30974" y="4122"/>
                  </a:lnTo>
                  <a:lnTo>
                    <a:pt x="29975" y="3373"/>
                  </a:lnTo>
                  <a:lnTo>
                    <a:pt x="28976" y="2748"/>
                  </a:lnTo>
                  <a:lnTo>
                    <a:pt x="27976" y="2124"/>
                  </a:lnTo>
                  <a:lnTo>
                    <a:pt x="26852" y="1624"/>
                  </a:lnTo>
                  <a:lnTo>
                    <a:pt x="25603" y="1125"/>
                  </a:lnTo>
                  <a:lnTo>
                    <a:pt x="24479" y="750"/>
                  </a:lnTo>
                  <a:lnTo>
                    <a:pt x="23231" y="500"/>
                  </a:lnTo>
                  <a:lnTo>
                    <a:pt x="21857" y="251"/>
                  </a:lnTo>
                  <a:lnTo>
                    <a:pt x="20483" y="126"/>
                  </a:lnTo>
                  <a:lnTo>
                    <a:pt x="19109" y="1"/>
                  </a:lnTo>
                  <a:lnTo>
                    <a:pt x="1910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9"/>
            <p:cNvSpPr/>
            <p:nvPr/>
          </p:nvSpPr>
          <p:spPr>
            <a:xfrm>
              <a:off x="722075" y="2896500"/>
              <a:ext cx="284150" cy="109300"/>
            </a:xfrm>
            <a:custGeom>
              <a:rect b="b" l="l" r="r" t="t"/>
              <a:pathLst>
                <a:path extrusionOk="0" fill="none" h="4372" w="11366">
                  <a:moveTo>
                    <a:pt x="5620" y="1"/>
                  </a:moveTo>
                  <a:lnTo>
                    <a:pt x="5620" y="1"/>
                  </a:lnTo>
                  <a:lnTo>
                    <a:pt x="6619" y="126"/>
                  </a:lnTo>
                  <a:lnTo>
                    <a:pt x="7618" y="375"/>
                  </a:lnTo>
                  <a:lnTo>
                    <a:pt x="8493" y="750"/>
                  </a:lnTo>
                  <a:lnTo>
                    <a:pt x="9242" y="1250"/>
                  </a:lnTo>
                  <a:lnTo>
                    <a:pt x="9991" y="1874"/>
                  </a:lnTo>
                  <a:lnTo>
                    <a:pt x="10616" y="2623"/>
                  </a:lnTo>
                  <a:lnTo>
                    <a:pt x="10990" y="3498"/>
                  </a:lnTo>
                  <a:lnTo>
                    <a:pt x="11365" y="4372"/>
                  </a:lnTo>
                  <a:lnTo>
                    <a:pt x="0" y="4372"/>
                  </a:lnTo>
                  <a:lnTo>
                    <a:pt x="0" y="4372"/>
                  </a:lnTo>
                  <a:lnTo>
                    <a:pt x="250" y="3498"/>
                  </a:lnTo>
                  <a:lnTo>
                    <a:pt x="749" y="2623"/>
                  </a:lnTo>
                  <a:lnTo>
                    <a:pt x="1374" y="1874"/>
                  </a:lnTo>
                  <a:lnTo>
                    <a:pt x="1998" y="1250"/>
                  </a:lnTo>
                  <a:lnTo>
                    <a:pt x="2873" y="750"/>
                  </a:lnTo>
                  <a:lnTo>
                    <a:pt x="3747" y="375"/>
                  </a:lnTo>
                  <a:lnTo>
                    <a:pt x="4621" y="126"/>
                  </a:lnTo>
                  <a:lnTo>
                    <a:pt x="5620" y="1"/>
                  </a:lnTo>
                  <a:lnTo>
                    <a:pt x="5620"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9"/>
            <p:cNvSpPr/>
            <p:nvPr/>
          </p:nvSpPr>
          <p:spPr>
            <a:xfrm>
              <a:off x="459800" y="2456275"/>
              <a:ext cx="808675" cy="549525"/>
            </a:xfrm>
            <a:custGeom>
              <a:rect b="b" l="l" r="r" t="t"/>
              <a:pathLst>
                <a:path extrusionOk="0" fill="none" h="21981" w="32347">
                  <a:moveTo>
                    <a:pt x="24854" y="21981"/>
                  </a:moveTo>
                  <a:lnTo>
                    <a:pt x="24854" y="21981"/>
                  </a:lnTo>
                  <a:lnTo>
                    <a:pt x="24604" y="20732"/>
                  </a:lnTo>
                  <a:lnTo>
                    <a:pt x="24104" y="19608"/>
                  </a:lnTo>
                  <a:lnTo>
                    <a:pt x="23355" y="18484"/>
                  </a:lnTo>
                  <a:lnTo>
                    <a:pt x="22605" y="17485"/>
                  </a:lnTo>
                  <a:lnTo>
                    <a:pt x="21731" y="16611"/>
                  </a:lnTo>
                  <a:lnTo>
                    <a:pt x="20607" y="15861"/>
                  </a:lnTo>
                  <a:lnTo>
                    <a:pt x="19483" y="15362"/>
                  </a:lnTo>
                  <a:lnTo>
                    <a:pt x="18234" y="14987"/>
                  </a:lnTo>
                  <a:lnTo>
                    <a:pt x="21981" y="6494"/>
                  </a:lnTo>
                  <a:lnTo>
                    <a:pt x="19233" y="5246"/>
                  </a:lnTo>
                  <a:lnTo>
                    <a:pt x="15112" y="14737"/>
                  </a:lnTo>
                  <a:lnTo>
                    <a:pt x="15112" y="14737"/>
                  </a:lnTo>
                  <a:lnTo>
                    <a:pt x="13738" y="14987"/>
                  </a:lnTo>
                  <a:lnTo>
                    <a:pt x="12364" y="15487"/>
                  </a:lnTo>
                  <a:lnTo>
                    <a:pt x="11240" y="16236"/>
                  </a:lnTo>
                  <a:lnTo>
                    <a:pt x="10116" y="17110"/>
                  </a:lnTo>
                  <a:lnTo>
                    <a:pt x="9117" y="18109"/>
                  </a:lnTo>
                  <a:lnTo>
                    <a:pt x="8368" y="19358"/>
                  </a:lnTo>
                  <a:lnTo>
                    <a:pt x="7868" y="20607"/>
                  </a:lnTo>
                  <a:lnTo>
                    <a:pt x="7494" y="21981"/>
                  </a:lnTo>
                  <a:lnTo>
                    <a:pt x="1124" y="21981"/>
                  </a:lnTo>
                  <a:lnTo>
                    <a:pt x="1124" y="21981"/>
                  </a:lnTo>
                  <a:lnTo>
                    <a:pt x="500" y="20232"/>
                  </a:lnTo>
                  <a:lnTo>
                    <a:pt x="125" y="18359"/>
                  </a:lnTo>
                  <a:lnTo>
                    <a:pt x="2998" y="18359"/>
                  </a:lnTo>
                  <a:lnTo>
                    <a:pt x="2998" y="15362"/>
                  </a:lnTo>
                  <a:lnTo>
                    <a:pt x="0" y="15362"/>
                  </a:lnTo>
                  <a:lnTo>
                    <a:pt x="0" y="15362"/>
                  </a:lnTo>
                  <a:lnTo>
                    <a:pt x="125" y="14113"/>
                  </a:lnTo>
                  <a:lnTo>
                    <a:pt x="375" y="12864"/>
                  </a:lnTo>
                  <a:lnTo>
                    <a:pt x="625" y="11615"/>
                  </a:lnTo>
                  <a:lnTo>
                    <a:pt x="999" y="10491"/>
                  </a:lnTo>
                  <a:lnTo>
                    <a:pt x="1499" y="9367"/>
                  </a:lnTo>
                  <a:lnTo>
                    <a:pt x="2123" y="8243"/>
                  </a:lnTo>
                  <a:lnTo>
                    <a:pt x="2748" y="7244"/>
                  </a:lnTo>
                  <a:lnTo>
                    <a:pt x="3372" y="6245"/>
                  </a:lnTo>
                  <a:lnTo>
                    <a:pt x="5246" y="7993"/>
                  </a:lnTo>
                  <a:lnTo>
                    <a:pt x="7369" y="5995"/>
                  </a:lnTo>
                  <a:lnTo>
                    <a:pt x="5371" y="4122"/>
                  </a:lnTo>
                  <a:lnTo>
                    <a:pt x="5371" y="4122"/>
                  </a:lnTo>
                  <a:lnTo>
                    <a:pt x="6370" y="3247"/>
                  </a:lnTo>
                  <a:lnTo>
                    <a:pt x="7494" y="2498"/>
                  </a:lnTo>
                  <a:lnTo>
                    <a:pt x="8493" y="1874"/>
                  </a:lnTo>
                  <a:lnTo>
                    <a:pt x="9617" y="1374"/>
                  </a:lnTo>
                  <a:lnTo>
                    <a:pt x="10866" y="874"/>
                  </a:lnTo>
                  <a:lnTo>
                    <a:pt x="12115" y="500"/>
                  </a:lnTo>
                  <a:lnTo>
                    <a:pt x="13364" y="250"/>
                  </a:lnTo>
                  <a:lnTo>
                    <a:pt x="14737" y="0"/>
                  </a:lnTo>
                  <a:lnTo>
                    <a:pt x="14737" y="2873"/>
                  </a:lnTo>
                  <a:lnTo>
                    <a:pt x="17610" y="2873"/>
                  </a:lnTo>
                  <a:lnTo>
                    <a:pt x="17610" y="0"/>
                  </a:lnTo>
                  <a:lnTo>
                    <a:pt x="17610" y="0"/>
                  </a:lnTo>
                  <a:lnTo>
                    <a:pt x="18984" y="250"/>
                  </a:lnTo>
                  <a:lnTo>
                    <a:pt x="20233" y="500"/>
                  </a:lnTo>
                  <a:lnTo>
                    <a:pt x="21481" y="874"/>
                  </a:lnTo>
                  <a:lnTo>
                    <a:pt x="22605" y="1374"/>
                  </a:lnTo>
                  <a:lnTo>
                    <a:pt x="23854" y="1874"/>
                  </a:lnTo>
                  <a:lnTo>
                    <a:pt x="24854" y="2498"/>
                  </a:lnTo>
                  <a:lnTo>
                    <a:pt x="25978" y="3247"/>
                  </a:lnTo>
                  <a:lnTo>
                    <a:pt x="26852" y="4122"/>
                  </a:lnTo>
                  <a:lnTo>
                    <a:pt x="24978" y="5995"/>
                  </a:lnTo>
                  <a:lnTo>
                    <a:pt x="27102" y="7993"/>
                  </a:lnTo>
                  <a:lnTo>
                    <a:pt x="28850" y="6245"/>
                  </a:lnTo>
                  <a:lnTo>
                    <a:pt x="28850" y="6245"/>
                  </a:lnTo>
                  <a:lnTo>
                    <a:pt x="29599" y="7244"/>
                  </a:lnTo>
                  <a:lnTo>
                    <a:pt x="30224" y="8243"/>
                  </a:lnTo>
                  <a:lnTo>
                    <a:pt x="30848" y="9367"/>
                  </a:lnTo>
                  <a:lnTo>
                    <a:pt x="31348" y="10491"/>
                  </a:lnTo>
                  <a:lnTo>
                    <a:pt x="31722" y="11615"/>
                  </a:lnTo>
                  <a:lnTo>
                    <a:pt x="31972" y="12864"/>
                  </a:lnTo>
                  <a:lnTo>
                    <a:pt x="32222" y="14113"/>
                  </a:lnTo>
                  <a:lnTo>
                    <a:pt x="32347" y="15362"/>
                  </a:lnTo>
                  <a:lnTo>
                    <a:pt x="29350" y="15362"/>
                  </a:lnTo>
                  <a:lnTo>
                    <a:pt x="29350" y="18359"/>
                  </a:lnTo>
                  <a:lnTo>
                    <a:pt x="32222" y="18359"/>
                  </a:lnTo>
                  <a:lnTo>
                    <a:pt x="32222" y="18359"/>
                  </a:lnTo>
                  <a:lnTo>
                    <a:pt x="31847" y="20232"/>
                  </a:lnTo>
                  <a:lnTo>
                    <a:pt x="31223" y="21981"/>
                  </a:lnTo>
                  <a:lnTo>
                    <a:pt x="24854" y="2198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9"/>
            <p:cNvSpPr/>
            <p:nvPr/>
          </p:nvSpPr>
          <p:spPr>
            <a:xfrm>
              <a:off x="1081125" y="300577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9"/>
            <p:cNvSpPr/>
            <p:nvPr/>
          </p:nvSpPr>
          <p:spPr>
            <a:xfrm>
              <a:off x="644000" y="3190000"/>
              <a:ext cx="402800" cy="74950"/>
            </a:xfrm>
            <a:custGeom>
              <a:rect b="b" l="l" r="r" t="t"/>
              <a:pathLst>
                <a:path extrusionOk="0" h="2998" w="16112">
                  <a:moveTo>
                    <a:pt x="1" y="0"/>
                  </a:moveTo>
                  <a:lnTo>
                    <a:pt x="1" y="2998"/>
                  </a:lnTo>
                  <a:lnTo>
                    <a:pt x="16112" y="2998"/>
                  </a:lnTo>
                  <a:lnTo>
                    <a:pt x="1611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5" name="Google Shape;335;p29"/>
          <p:cNvSpPr/>
          <p:nvPr/>
        </p:nvSpPr>
        <p:spPr>
          <a:xfrm rot="10800000">
            <a:off x="-1363250" y="1451856"/>
            <a:ext cx="3176700" cy="3176700"/>
          </a:xfrm>
          <a:prstGeom prst="blockArc">
            <a:avLst>
              <a:gd fmla="val 7833780" name="adj1"/>
              <a:gd fmla="val 0" name="adj2"/>
              <a:gd fmla="val 25000" name="adj3"/>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9"/>
          <p:cNvSpPr/>
          <p:nvPr/>
        </p:nvSpPr>
        <p:spPr>
          <a:xfrm rot="-5400000">
            <a:off x="7592050" y="1336800"/>
            <a:ext cx="3176700" cy="3176700"/>
          </a:xfrm>
          <a:prstGeom prst="blockArc">
            <a:avLst>
              <a:gd fmla="val 13275520" name="adj1"/>
              <a:gd fmla="val 0" name="adj2"/>
              <a:gd fmla="val 25000" name="adj3"/>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8_2">
    <p:spTree>
      <p:nvGrpSpPr>
        <p:cNvPr id="337" name="Shape 337"/>
        <p:cNvGrpSpPr/>
        <p:nvPr/>
      </p:nvGrpSpPr>
      <p:grpSpPr>
        <a:xfrm>
          <a:off x="0" y="0"/>
          <a:ext cx="0" cy="0"/>
          <a:chOff x="0" y="0"/>
          <a:chExt cx="0" cy="0"/>
        </a:xfrm>
      </p:grpSpPr>
      <p:sp>
        <p:nvSpPr>
          <p:cNvPr id="338" name="Google Shape;338;p30"/>
          <p:cNvSpPr/>
          <p:nvPr/>
        </p:nvSpPr>
        <p:spPr>
          <a:xfrm>
            <a:off x="5399925" y="-7550"/>
            <a:ext cx="3744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9" name="Google Shape;339;p30"/>
          <p:cNvGrpSpPr/>
          <p:nvPr/>
        </p:nvGrpSpPr>
        <p:grpSpPr>
          <a:xfrm>
            <a:off x="4578388" y="2166861"/>
            <a:ext cx="2187867" cy="2182473"/>
            <a:chOff x="238125" y="2234600"/>
            <a:chExt cx="1248925" cy="1245775"/>
          </a:xfrm>
        </p:grpSpPr>
        <p:sp>
          <p:nvSpPr>
            <p:cNvPr id="340" name="Google Shape;340;p30"/>
            <p:cNvSpPr/>
            <p:nvPr/>
          </p:nvSpPr>
          <p:spPr>
            <a:xfrm>
              <a:off x="238125" y="2234600"/>
              <a:ext cx="1248925" cy="1245775"/>
            </a:xfrm>
            <a:custGeom>
              <a:rect b="b" l="l" r="r" t="t"/>
              <a:pathLst>
                <a:path extrusionOk="0" h="49831" w="49957">
                  <a:moveTo>
                    <a:pt x="27101" y="3122"/>
                  </a:moveTo>
                  <a:lnTo>
                    <a:pt x="28975" y="3372"/>
                  </a:lnTo>
                  <a:lnTo>
                    <a:pt x="30973" y="3872"/>
                  </a:lnTo>
                  <a:lnTo>
                    <a:pt x="32971" y="4496"/>
                  </a:lnTo>
                  <a:lnTo>
                    <a:pt x="34720" y="5245"/>
                  </a:lnTo>
                  <a:lnTo>
                    <a:pt x="36593" y="6120"/>
                  </a:lnTo>
                  <a:lnTo>
                    <a:pt x="38217" y="7244"/>
                  </a:lnTo>
                  <a:lnTo>
                    <a:pt x="39840" y="8617"/>
                  </a:lnTo>
                  <a:lnTo>
                    <a:pt x="41339" y="9991"/>
                  </a:lnTo>
                  <a:lnTo>
                    <a:pt x="42713" y="11615"/>
                  </a:lnTo>
                  <a:lnTo>
                    <a:pt x="43837" y="13488"/>
                  </a:lnTo>
                  <a:lnTo>
                    <a:pt x="44836" y="15361"/>
                  </a:lnTo>
                  <a:lnTo>
                    <a:pt x="45710" y="17609"/>
                  </a:lnTo>
                  <a:lnTo>
                    <a:pt x="46334" y="19857"/>
                  </a:lnTo>
                  <a:lnTo>
                    <a:pt x="46834" y="22355"/>
                  </a:lnTo>
                  <a:lnTo>
                    <a:pt x="47084" y="24978"/>
                  </a:lnTo>
                  <a:lnTo>
                    <a:pt x="46959" y="27226"/>
                  </a:lnTo>
                  <a:lnTo>
                    <a:pt x="46584" y="29474"/>
                  </a:lnTo>
                  <a:lnTo>
                    <a:pt x="46085" y="31597"/>
                  </a:lnTo>
                  <a:lnTo>
                    <a:pt x="45335" y="33595"/>
                  </a:lnTo>
                  <a:lnTo>
                    <a:pt x="44461" y="35469"/>
                  </a:lnTo>
                  <a:lnTo>
                    <a:pt x="43337" y="37342"/>
                  </a:lnTo>
                  <a:lnTo>
                    <a:pt x="42088" y="38966"/>
                  </a:lnTo>
                  <a:lnTo>
                    <a:pt x="40589" y="40589"/>
                  </a:lnTo>
                  <a:lnTo>
                    <a:pt x="39091" y="41963"/>
                  </a:lnTo>
                  <a:lnTo>
                    <a:pt x="37342" y="43337"/>
                  </a:lnTo>
                  <a:lnTo>
                    <a:pt x="35469" y="44336"/>
                  </a:lnTo>
                  <a:lnTo>
                    <a:pt x="33596" y="45335"/>
                  </a:lnTo>
                  <a:lnTo>
                    <a:pt x="31597" y="46084"/>
                  </a:lnTo>
                  <a:lnTo>
                    <a:pt x="29474" y="46584"/>
                  </a:lnTo>
                  <a:lnTo>
                    <a:pt x="27226" y="46958"/>
                  </a:lnTo>
                  <a:lnTo>
                    <a:pt x="24978" y="47083"/>
                  </a:lnTo>
                  <a:lnTo>
                    <a:pt x="22730" y="46958"/>
                  </a:lnTo>
                  <a:lnTo>
                    <a:pt x="20607" y="46584"/>
                  </a:lnTo>
                  <a:lnTo>
                    <a:pt x="18484" y="46084"/>
                  </a:lnTo>
                  <a:lnTo>
                    <a:pt x="16486" y="45335"/>
                  </a:lnTo>
                  <a:lnTo>
                    <a:pt x="14487" y="44336"/>
                  </a:lnTo>
                  <a:lnTo>
                    <a:pt x="12739" y="43337"/>
                  </a:lnTo>
                  <a:lnTo>
                    <a:pt x="10990" y="41963"/>
                  </a:lnTo>
                  <a:lnTo>
                    <a:pt x="9492" y="40589"/>
                  </a:lnTo>
                  <a:lnTo>
                    <a:pt x="7993" y="38966"/>
                  </a:lnTo>
                  <a:lnTo>
                    <a:pt x="6744" y="37342"/>
                  </a:lnTo>
                  <a:lnTo>
                    <a:pt x="5620" y="35469"/>
                  </a:lnTo>
                  <a:lnTo>
                    <a:pt x="4746" y="33595"/>
                  </a:lnTo>
                  <a:lnTo>
                    <a:pt x="3997" y="31597"/>
                  </a:lnTo>
                  <a:lnTo>
                    <a:pt x="3497" y="29474"/>
                  </a:lnTo>
                  <a:lnTo>
                    <a:pt x="3122" y="27226"/>
                  </a:lnTo>
                  <a:lnTo>
                    <a:pt x="2997" y="24978"/>
                  </a:lnTo>
                  <a:lnTo>
                    <a:pt x="3247" y="22355"/>
                  </a:lnTo>
                  <a:lnTo>
                    <a:pt x="3622" y="19857"/>
                  </a:lnTo>
                  <a:lnTo>
                    <a:pt x="4371" y="17609"/>
                  </a:lnTo>
                  <a:lnTo>
                    <a:pt x="5245" y="15361"/>
                  </a:lnTo>
                  <a:lnTo>
                    <a:pt x="6245" y="13488"/>
                  </a:lnTo>
                  <a:lnTo>
                    <a:pt x="7369" y="11615"/>
                  </a:lnTo>
                  <a:lnTo>
                    <a:pt x="8742" y="9991"/>
                  </a:lnTo>
                  <a:lnTo>
                    <a:pt x="10241" y="8617"/>
                  </a:lnTo>
                  <a:lnTo>
                    <a:pt x="11865" y="7244"/>
                  </a:lnTo>
                  <a:lnTo>
                    <a:pt x="13488" y="6120"/>
                  </a:lnTo>
                  <a:lnTo>
                    <a:pt x="15237" y="5245"/>
                  </a:lnTo>
                  <a:lnTo>
                    <a:pt x="17110" y="4496"/>
                  </a:lnTo>
                  <a:lnTo>
                    <a:pt x="19108" y="3872"/>
                  </a:lnTo>
                  <a:lnTo>
                    <a:pt x="20982" y="3372"/>
                  </a:lnTo>
                  <a:lnTo>
                    <a:pt x="22980" y="3122"/>
                  </a:lnTo>
                  <a:close/>
                  <a:moveTo>
                    <a:pt x="24978" y="0"/>
                  </a:moveTo>
                  <a:lnTo>
                    <a:pt x="22480" y="125"/>
                  </a:lnTo>
                  <a:lnTo>
                    <a:pt x="19983" y="500"/>
                  </a:lnTo>
                  <a:lnTo>
                    <a:pt x="17610" y="1124"/>
                  </a:lnTo>
                  <a:lnTo>
                    <a:pt x="15362" y="1998"/>
                  </a:lnTo>
                  <a:lnTo>
                    <a:pt x="13114" y="2997"/>
                  </a:lnTo>
                  <a:lnTo>
                    <a:pt x="11115" y="4246"/>
                  </a:lnTo>
                  <a:lnTo>
                    <a:pt x="9117" y="5745"/>
                  </a:lnTo>
                  <a:lnTo>
                    <a:pt x="7369" y="7369"/>
                  </a:lnTo>
                  <a:lnTo>
                    <a:pt x="5745" y="9117"/>
                  </a:lnTo>
                  <a:lnTo>
                    <a:pt x="4371" y="10990"/>
                  </a:lnTo>
                  <a:lnTo>
                    <a:pt x="3122" y="13113"/>
                  </a:lnTo>
                  <a:lnTo>
                    <a:pt x="1998" y="15237"/>
                  </a:lnTo>
                  <a:lnTo>
                    <a:pt x="1124" y="17609"/>
                  </a:lnTo>
                  <a:lnTo>
                    <a:pt x="500" y="19982"/>
                  </a:lnTo>
                  <a:lnTo>
                    <a:pt x="125" y="22480"/>
                  </a:lnTo>
                  <a:lnTo>
                    <a:pt x="0" y="24978"/>
                  </a:lnTo>
                  <a:lnTo>
                    <a:pt x="250" y="27975"/>
                  </a:lnTo>
                  <a:lnTo>
                    <a:pt x="874" y="30848"/>
                  </a:lnTo>
                  <a:lnTo>
                    <a:pt x="1499" y="33470"/>
                  </a:lnTo>
                  <a:lnTo>
                    <a:pt x="2498" y="35843"/>
                  </a:lnTo>
                  <a:lnTo>
                    <a:pt x="3622" y="38091"/>
                  </a:lnTo>
                  <a:lnTo>
                    <a:pt x="4996" y="40214"/>
                  </a:lnTo>
                  <a:lnTo>
                    <a:pt x="6494" y="41963"/>
                  </a:lnTo>
                  <a:lnTo>
                    <a:pt x="8243" y="43586"/>
                  </a:lnTo>
                  <a:lnTo>
                    <a:pt x="9991" y="45085"/>
                  </a:lnTo>
                  <a:lnTo>
                    <a:pt x="11990" y="46334"/>
                  </a:lnTo>
                  <a:lnTo>
                    <a:pt x="13988" y="47458"/>
                  </a:lnTo>
                  <a:lnTo>
                    <a:pt x="16111" y="48332"/>
                  </a:lnTo>
                  <a:lnTo>
                    <a:pt x="18234" y="48957"/>
                  </a:lnTo>
                  <a:lnTo>
                    <a:pt x="20482" y="49456"/>
                  </a:lnTo>
                  <a:lnTo>
                    <a:pt x="22730" y="49706"/>
                  </a:lnTo>
                  <a:lnTo>
                    <a:pt x="24978" y="49831"/>
                  </a:lnTo>
                  <a:lnTo>
                    <a:pt x="27351" y="49706"/>
                  </a:lnTo>
                  <a:lnTo>
                    <a:pt x="29599" y="49456"/>
                  </a:lnTo>
                  <a:lnTo>
                    <a:pt x="31847" y="48957"/>
                  </a:lnTo>
                  <a:lnTo>
                    <a:pt x="33970" y="48332"/>
                  </a:lnTo>
                  <a:lnTo>
                    <a:pt x="36093" y="47458"/>
                  </a:lnTo>
                  <a:lnTo>
                    <a:pt x="38092" y="46334"/>
                  </a:lnTo>
                  <a:lnTo>
                    <a:pt x="40090" y="45085"/>
                  </a:lnTo>
                  <a:lnTo>
                    <a:pt x="41838" y="43586"/>
                  </a:lnTo>
                  <a:lnTo>
                    <a:pt x="43462" y="41963"/>
                  </a:lnTo>
                  <a:lnTo>
                    <a:pt x="45086" y="40090"/>
                  </a:lnTo>
                  <a:lnTo>
                    <a:pt x="46334" y="38091"/>
                  </a:lnTo>
                  <a:lnTo>
                    <a:pt x="47583" y="35843"/>
                  </a:lnTo>
                  <a:lnTo>
                    <a:pt x="48458" y="33470"/>
                  </a:lnTo>
                  <a:lnTo>
                    <a:pt x="49207" y="30848"/>
                  </a:lnTo>
                  <a:lnTo>
                    <a:pt x="49707" y="27975"/>
                  </a:lnTo>
                  <a:lnTo>
                    <a:pt x="49956" y="24978"/>
                  </a:lnTo>
                  <a:lnTo>
                    <a:pt x="49831" y="22480"/>
                  </a:lnTo>
                  <a:lnTo>
                    <a:pt x="49457" y="19982"/>
                  </a:lnTo>
                  <a:lnTo>
                    <a:pt x="48832" y="17609"/>
                  </a:lnTo>
                  <a:lnTo>
                    <a:pt x="48083" y="15237"/>
                  </a:lnTo>
                  <a:lnTo>
                    <a:pt x="46959" y="13113"/>
                  </a:lnTo>
                  <a:lnTo>
                    <a:pt x="45710" y="10990"/>
                  </a:lnTo>
                  <a:lnTo>
                    <a:pt x="44336" y="9117"/>
                  </a:lnTo>
                  <a:lnTo>
                    <a:pt x="42713" y="7369"/>
                  </a:lnTo>
                  <a:lnTo>
                    <a:pt x="40964" y="5745"/>
                  </a:lnTo>
                  <a:lnTo>
                    <a:pt x="38966" y="4246"/>
                  </a:lnTo>
                  <a:lnTo>
                    <a:pt x="36968" y="2997"/>
                  </a:lnTo>
                  <a:lnTo>
                    <a:pt x="34720" y="1998"/>
                  </a:lnTo>
                  <a:lnTo>
                    <a:pt x="32472" y="1124"/>
                  </a:lnTo>
                  <a:lnTo>
                    <a:pt x="30099" y="500"/>
                  </a:lnTo>
                  <a:lnTo>
                    <a:pt x="27601" y="125"/>
                  </a:lnTo>
                  <a:lnTo>
                    <a:pt x="2497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30"/>
            <p:cNvSpPr/>
            <p:nvPr/>
          </p:nvSpPr>
          <p:spPr>
            <a:xfrm>
              <a:off x="238125" y="2234600"/>
              <a:ext cx="1248925" cy="1245775"/>
            </a:xfrm>
            <a:custGeom>
              <a:rect b="b" l="l" r="r" t="t"/>
              <a:pathLst>
                <a:path extrusionOk="0" fill="none" h="49831" w="49957">
                  <a:moveTo>
                    <a:pt x="24978" y="0"/>
                  </a:moveTo>
                  <a:lnTo>
                    <a:pt x="24978" y="0"/>
                  </a:lnTo>
                  <a:lnTo>
                    <a:pt x="22480" y="125"/>
                  </a:lnTo>
                  <a:lnTo>
                    <a:pt x="19983" y="500"/>
                  </a:lnTo>
                  <a:lnTo>
                    <a:pt x="17610" y="1124"/>
                  </a:lnTo>
                  <a:lnTo>
                    <a:pt x="15362" y="1998"/>
                  </a:lnTo>
                  <a:lnTo>
                    <a:pt x="13114" y="2997"/>
                  </a:lnTo>
                  <a:lnTo>
                    <a:pt x="11115" y="4246"/>
                  </a:lnTo>
                  <a:lnTo>
                    <a:pt x="9117" y="5745"/>
                  </a:lnTo>
                  <a:lnTo>
                    <a:pt x="7369" y="7369"/>
                  </a:lnTo>
                  <a:lnTo>
                    <a:pt x="5745" y="9117"/>
                  </a:lnTo>
                  <a:lnTo>
                    <a:pt x="4371" y="10990"/>
                  </a:lnTo>
                  <a:lnTo>
                    <a:pt x="3122" y="13113"/>
                  </a:lnTo>
                  <a:lnTo>
                    <a:pt x="1998" y="15237"/>
                  </a:lnTo>
                  <a:lnTo>
                    <a:pt x="1124" y="17609"/>
                  </a:lnTo>
                  <a:lnTo>
                    <a:pt x="500" y="19982"/>
                  </a:lnTo>
                  <a:lnTo>
                    <a:pt x="125" y="22480"/>
                  </a:lnTo>
                  <a:lnTo>
                    <a:pt x="0" y="24978"/>
                  </a:lnTo>
                  <a:lnTo>
                    <a:pt x="0" y="24978"/>
                  </a:lnTo>
                  <a:lnTo>
                    <a:pt x="250" y="27975"/>
                  </a:lnTo>
                  <a:lnTo>
                    <a:pt x="874" y="30848"/>
                  </a:lnTo>
                  <a:lnTo>
                    <a:pt x="1499" y="33470"/>
                  </a:lnTo>
                  <a:lnTo>
                    <a:pt x="2498" y="35843"/>
                  </a:lnTo>
                  <a:lnTo>
                    <a:pt x="3622" y="38091"/>
                  </a:lnTo>
                  <a:lnTo>
                    <a:pt x="4996" y="40214"/>
                  </a:lnTo>
                  <a:lnTo>
                    <a:pt x="6494" y="41963"/>
                  </a:lnTo>
                  <a:lnTo>
                    <a:pt x="8243" y="43586"/>
                  </a:lnTo>
                  <a:lnTo>
                    <a:pt x="9991" y="45085"/>
                  </a:lnTo>
                  <a:lnTo>
                    <a:pt x="11990" y="46334"/>
                  </a:lnTo>
                  <a:lnTo>
                    <a:pt x="13988" y="47458"/>
                  </a:lnTo>
                  <a:lnTo>
                    <a:pt x="16111" y="48332"/>
                  </a:lnTo>
                  <a:lnTo>
                    <a:pt x="18234" y="48957"/>
                  </a:lnTo>
                  <a:lnTo>
                    <a:pt x="20482" y="49456"/>
                  </a:lnTo>
                  <a:lnTo>
                    <a:pt x="22730" y="49706"/>
                  </a:lnTo>
                  <a:lnTo>
                    <a:pt x="24978" y="49831"/>
                  </a:lnTo>
                  <a:lnTo>
                    <a:pt x="27351" y="49706"/>
                  </a:lnTo>
                  <a:lnTo>
                    <a:pt x="29599" y="49456"/>
                  </a:lnTo>
                  <a:lnTo>
                    <a:pt x="31847" y="48957"/>
                  </a:lnTo>
                  <a:lnTo>
                    <a:pt x="33970" y="48332"/>
                  </a:lnTo>
                  <a:lnTo>
                    <a:pt x="36093" y="47458"/>
                  </a:lnTo>
                  <a:lnTo>
                    <a:pt x="38092" y="46334"/>
                  </a:lnTo>
                  <a:lnTo>
                    <a:pt x="40090" y="45085"/>
                  </a:lnTo>
                  <a:lnTo>
                    <a:pt x="41838" y="43586"/>
                  </a:lnTo>
                  <a:lnTo>
                    <a:pt x="43462" y="41963"/>
                  </a:lnTo>
                  <a:lnTo>
                    <a:pt x="45086" y="40090"/>
                  </a:lnTo>
                  <a:lnTo>
                    <a:pt x="46334" y="38091"/>
                  </a:lnTo>
                  <a:lnTo>
                    <a:pt x="47583" y="35843"/>
                  </a:lnTo>
                  <a:lnTo>
                    <a:pt x="48458" y="33470"/>
                  </a:lnTo>
                  <a:lnTo>
                    <a:pt x="49207" y="30848"/>
                  </a:lnTo>
                  <a:lnTo>
                    <a:pt x="49707" y="27975"/>
                  </a:lnTo>
                  <a:lnTo>
                    <a:pt x="49956" y="24978"/>
                  </a:lnTo>
                  <a:lnTo>
                    <a:pt x="49956" y="24978"/>
                  </a:lnTo>
                  <a:lnTo>
                    <a:pt x="49831" y="22480"/>
                  </a:lnTo>
                  <a:lnTo>
                    <a:pt x="49457" y="19982"/>
                  </a:lnTo>
                  <a:lnTo>
                    <a:pt x="48832" y="17609"/>
                  </a:lnTo>
                  <a:lnTo>
                    <a:pt x="48083" y="15237"/>
                  </a:lnTo>
                  <a:lnTo>
                    <a:pt x="46959" y="13113"/>
                  </a:lnTo>
                  <a:lnTo>
                    <a:pt x="45710" y="10990"/>
                  </a:lnTo>
                  <a:lnTo>
                    <a:pt x="44336" y="9117"/>
                  </a:lnTo>
                  <a:lnTo>
                    <a:pt x="42713" y="7369"/>
                  </a:lnTo>
                  <a:lnTo>
                    <a:pt x="40964" y="5745"/>
                  </a:lnTo>
                  <a:lnTo>
                    <a:pt x="38966" y="4246"/>
                  </a:lnTo>
                  <a:lnTo>
                    <a:pt x="36968" y="2997"/>
                  </a:lnTo>
                  <a:lnTo>
                    <a:pt x="34720" y="1998"/>
                  </a:lnTo>
                  <a:lnTo>
                    <a:pt x="32472" y="1124"/>
                  </a:lnTo>
                  <a:lnTo>
                    <a:pt x="30099" y="500"/>
                  </a:lnTo>
                  <a:lnTo>
                    <a:pt x="27601" y="125"/>
                  </a:lnTo>
                  <a:lnTo>
                    <a:pt x="24978" y="0"/>
                  </a:lnTo>
                  <a:lnTo>
                    <a:pt x="24978"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30"/>
            <p:cNvSpPr/>
            <p:nvPr/>
          </p:nvSpPr>
          <p:spPr>
            <a:xfrm>
              <a:off x="313050" y="2312650"/>
              <a:ext cx="1102175" cy="1099050"/>
            </a:xfrm>
            <a:custGeom>
              <a:rect b="b" l="l" r="r" t="t"/>
              <a:pathLst>
                <a:path extrusionOk="0" fill="none" h="43962" w="44087">
                  <a:moveTo>
                    <a:pt x="21981" y="43961"/>
                  </a:moveTo>
                  <a:lnTo>
                    <a:pt x="21981" y="43961"/>
                  </a:lnTo>
                  <a:lnTo>
                    <a:pt x="19733" y="43836"/>
                  </a:lnTo>
                  <a:lnTo>
                    <a:pt x="17610" y="43462"/>
                  </a:lnTo>
                  <a:lnTo>
                    <a:pt x="15487" y="42962"/>
                  </a:lnTo>
                  <a:lnTo>
                    <a:pt x="13489" y="42213"/>
                  </a:lnTo>
                  <a:lnTo>
                    <a:pt x="11490" y="41214"/>
                  </a:lnTo>
                  <a:lnTo>
                    <a:pt x="9742" y="40215"/>
                  </a:lnTo>
                  <a:lnTo>
                    <a:pt x="7993" y="38841"/>
                  </a:lnTo>
                  <a:lnTo>
                    <a:pt x="6495" y="37467"/>
                  </a:lnTo>
                  <a:lnTo>
                    <a:pt x="4996" y="35844"/>
                  </a:lnTo>
                  <a:lnTo>
                    <a:pt x="3747" y="34220"/>
                  </a:lnTo>
                  <a:lnTo>
                    <a:pt x="2623" y="32347"/>
                  </a:lnTo>
                  <a:lnTo>
                    <a:pt x="1749" y="30473"/>
                  </a:lnTo>
                  <a:lnTo>
                    <a:pt x="1000" y="28475"/>
                  </a:lnTo>
                  <a:lnTo>
                    <a:pt x="500" y="26352"/>
                  </a:lnTo>
                  <a:lnTo>
                    <a:pt x="125" y="24104"/>
                  </a:lnTo>
                  <a:lnTo>
                    <a:pt x="0" y="21856"/>
                  </a:lnTo>
                  <a:lnTo>
                    <a:pt x="0" y="21856"/>
                  </a:lnTo>
                  <a:lnTo>
                    <a:pt x="250" y="19233"/>
                  </a:lnTo>
                  <a:lnTo>
                    <a:pt x="625" y="16735"/>
                  </a:lnTo>
                  <a:lnTo>
                    <a:pt x="1374" y="14487"/>
                  </a:lnTo>
                  <a:lnTo>
                    <a:pt x="2248" y="12239"/>
                  </a:lnTo>
                  <a:lnTo>
                    <a:pt x="3248" y="10366"/>
                  </a:lnTo>
                  <a:lnTo>
                    <a:pt x="4372" y="8493"/>
                  </a:lnTo>
                  <a:lnTo>
                    <a:pt x="5745" y="6869"/>
                  </a:lnTo>
                  <a:lnTo>
                    <a:pt x="7244" y="5495"/>
                  </a:lnTo>
                  <a:lnTo>
                    <a:pt x="8868" y="4122"/>
                  </a:lnTo>
                  <a:lnTo>
                    <a:pt x="10491" y="2998"/>
                  </a:lnTo>
                  <a:lnTo>
                    <a:pt x="12240" y="2123"/>
                  </a:lnTo>
                  <a:lnTo>
                    <a:pt x="14113" y="1374"/>
                  </a:lnTo>
                  <a:lnTo>
                    <a:pt x="16111" y="750"/>
                  </a:lnTo>
                  <a:lnTo>
                    <a:pt x="17985" y="250"/>
                  </a:lnTo>
                  <a:lnTo>
                    <a:pt x="19983" y="0"/>
                  </a:lnTo>
                  <a:lnTo>
                    <a:pt x="21981" y="0"/>
                  </a:lnTo>
                  <a:lnTo>
                    <a:pt x="24104" y="0"/>
                  </a:lnTo>
                  <a:lnTo>
                    <a:pt x="25978" y="250"/>
                  </a:lnTo>
                  <a:lnTo>
                    <a:pt x="27976" y="750"/>
                  </a:lnTo>
                  <a:lnTo>
                    <a:pt x="29974" y="1374"/>
                  </a:lnTo>
                  <a:lnTo>
                    <a:pt x="31723" y="2123"/>
                  </a:lnTo>
                  <a:lnTo>
                    <a:pt x="33596" y="2998"/>
                  </a:lnTo>
                  <a:lnTo>
                    <a:pt x="35220" y="4122"/>
                  </a:lnTo>
                  <a:lnTo>
                    <a:pt x="36843" y="5495"/>
                  </a:lnTo>
                  <a:lnTo>
                    <a:pt x="38342" y="6869"/>
                  </a:lnTo>
                  <a:lnTo>
                    <a:pt x="39716" y="8493"/>
                  </a:lnTo>
                  <a:lnTo>
                    <a:pt x="40840" y="10366"/>
                  </a:lnTo>
                  <a:lnTo>
                    <a:pt x="41839" y="12239"/>
                  </a:lnTo>
                  <a:lnTo>
                    <a:pt x="42713" y="14487"/>
                  </a:lnTo>
                  <a:lnTo>
                    <a:pt x="43337" y="16735"/>
                  </a:lnTo>
                  <a:lnTo>
                    <a:pt x="43837" y="19233"/>
                  </a:lnTo>
                  <a:lnTo>
                    <a:pt x="44087" y="21856"/>
                  </a:lnTo>
                  <a:lnTo>
                    <a:pt x="44087" y="21856"/>
                  </a:lnTo>
                  <a:lnTo>
                    <a:pt x="43962" y="24104"/>
                  </a:lnTo>
                  <a:lnTo>
                    <a:pt x="43587" y="26352"/>
                  </a:lnTo>
                  <a:lnTo>
                    <a:pt x="43088" y="28475"/>
                  </a:lnTo>
                  <a:lnTo>
                    <a:pt x="42338" y="30473"/>
                  </a:lnTo>
                  <a:lnTo>
                    <a:pt x="41464" y="32347"/>
                  </a:lnTo>
                  <a:lnTo>
                    <a:pt x="40340" y="34220"/>
                  </a:lnTo>
                  <a:lnTo>
                    <a:pt x="39091" y="35844"/>
                  </a:lnTo>
                  <a:lnTo>
                    <a:pt x="37592" y="37467"/>
                  </a:lnTo>
                  <a:lnTo>
                    <a:pt x="36094" y="38841"/>
                  </a:lnTo>
                  <a:lnTo>
                    <a:pt x="34345" y="40215"/>
                  </a:lnTo>
                  <a:lnTo>
                    <a:pt x="32472" y="41214"/>
                  </a:lnTo>
                  <a:lnTo>
                    <a:pt x="30599" y="42213"/>
                  </a:lnTo>
                  <a:lnTo>
                    <a:pt x="28600" y="42962"/>
                  </a:lnTo>
                  <a:lnTo>
                    <a:pt x="26477" y="43462"/>
                  </a:lnTo>
                  <a:lnTo>
                    <a:pt x="24229" y="43836"/>
                  </a:lnTo>
                  <a:lnTo>
                    <a:pt x="21981" y="43961"/>
                  </a:lnTo>
                  <a:lnTo>
                    <a:pt x="21981" y="4396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30"/>
            <p:cNvSpPr/>
            <p:nvPr/>
          </p:nvSpPr>
          <p:spPr>
            <a:xfrm>
              <a:off x="862575" y="3411675"/>
              <a:ext cx="25" cy="25"/>
            </a:xfrm>
            <a:custGeom>
              <a:rect b="b" l="l" r="r" t="t"/>
              <a:pathLst>
                <a:path extrusionOk="0" fill="none" h="1" w="1">
                  <a:moveTo>
                    <a:pt x="0" y="0"/>
                  </a:moveTo>
                  <a:lnTo>
                    <a:pt x="0"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30"/>
            <p:cNvSpPr/>
            <p:nvPr/>
          </p:nvSpPr>
          <p:spPr>
            <a:xfrm>
              <a:off x="384850" y="2381325"/>
              <a:ext cx="955450" cy="699425"/>
            </a:xfrm>
            <a:custGeom>
              <a:rect b="b" l="l" r="r" t="t"/>
              <a:pathLst>
                <a:path extrusionOk="0" h="27977" w="38218">
                  <a:moveTo>
                    <a:pt x="19109" y="20608"/>
                  </a:moveTo>
                  <a:lnTo>
                    <a:pt x="20108" y="20733"/>
                  </a:lnTo>
                  <a:lnTo>
                    <a:pt x="21107" y="20982"/>
                  </a:lnTo>
                  <a:lnTo>
                    <a:pt x="21982" y="21357"/>
                  </a:lnTo>
                  <a:lnTo>
                    <a:pt x="22731" y="21857"/>
                  </a:lnTo>
                  <a:lnTo>
                    <a:pt x="23480" y="22481"/>
                  </a:lnTo>
                  <a:lnTo>
                    <a:pt x="24105" y="23230"/>
                  </a:lnTo>
                  <a:lnTo>
                    <a:pt x="24479" y="24105"/>
                  </a:lnTo>
                  <a:lnTo>
                    <a:pt x="24854" y="24979"/>
                  </a:lnTo>
                  <a:lnTo>
                    <a:pt x="13489" y="24979"/>
                  </a:lnTo>
                  <a:lnTo>
                    <a:pt x="13739" y="24105"/>
                  </a:lnTo>
                  <a:lnTo>
                    <a:pt x="14238" y="23230"/>
                  </a:lnTo>
                  <a:lnTo>
                    <a:pt x="14863" y="22481"/>
                  </a:lnTo>
                  <a:lnTo>
                    <a:pt x="15487" y="21857"/>
                  </a:lnTo>
                  <a:lnTo>
                    <a:pt x="16362" y="21357"/>
                  </a:lnTo>
                  <a:lnTo>
                    <a:pt x="17236" y="20982"/>
                  </a:lnTo>
                  <a:lnTo>
                    <a:pt x="18110" y="20733"/>
                  </a:lnTo>
                  <a:lnTo>
                    <a:pt x="19109" y="20608"/>
                  </a:lnTo>
                  <a:close/>
                  <a:moveTo>
                    <a:pt x="20608" y="2998"/>
                  </a:moveTo>
                  <a:lnTo>
                    <a:pt x="21982" y="3248"/>
                  </a:lnTo>
                  <a:lnTo>
                    <a:pt x="23231" y="3498"/>
                  </a:lnTo>
                  <a:lnTo>
                    <a:pt x="24479" y="3872"/>
                  </a:lnTo>
                  <a:lnTo>
                    <a:pt x="25603" y="4372"/>
                  </a:lnTo>
                  <a:lnTo>
                    <a:pt x="26852" y="4872"/>
                  </a:lnTo>
                  <a:lnTo>
                    <a:pt x="27852" y="5496"/>
                  </a:lnTo>
                  <a:lnTo>
                    <a:pt x="28976" y="6245"/>
                  </a:lnTo>
                  <a:lnTo>
                    <a:pt x="29850" y="7120"/>
                  </a:lnTo>
                  <a:lnTo>
                    <a:pt x="27976" y="8993"/>
                  </a:lnTo>
                  <a:lnTo>
                    <a:pt x="30100" y="10991"/>
                  </a:lnTo>
                  <a:lnTo>
                    <a:pt x="31848" y="9243"/>
                  </a:lnTo>
                  <a:lnTo>
                    <a:pt x="32597" y="10242"/>
                  </a:lnTo>
                  <a:lnTo>
                    <a:pt x="33222" y="11241"/>
                  </a:lnTo>
                  <a:lnTo>
                    <a:pt x="33846" y="12365"/>
                  </a:lnTo>
                  <a:lnTo>
                    <a:pt x="34346" y="13489"/>
                  </a:lnTo>
                  <a:lnTo>
                    <a:pt x="34720" y="14613"/>
                  </a:lnTo>
                  <a:lnTo>
                    <a:pt x="34970" y="15862"/>
                  </a:lnTo>
                  <a:lnTo>
                    <a:pt x="35220" y="17111"/>
                  </a:lnTo>
                  <a:lnTo>
                    <a:pt x="35345" y="18360"/>
                  </a:lnTo>
                  <a:lnTo>
                    <a:pt x="32348" y="18360"/>
                  </a:lnTo>
                  <a:lnTo>
                    <a:pt x="32348" y="21357"/>
                  </a:lnTo>
                  <a:lnTo>
                    <a:pt x="35220" y="21357"/>
                  </a:lnTo>
                  <a:lnTo>
                    <a:pt x="34845" y="23230"/>
                  </a:lnTo>
                  <a:lnTo>
                    <a:pt x="34221" y="24979"/>
                  </a:lnTo>
                  <a:lnTo>
                    <a:pt x="27852" y="24979"/>
                  </a:lnTo>
                  <a:lnTo>
                    <a:pt x="27602" y="23730"/>
                  </a:lnTo>
                  <a:lnTo>
                    <a:pt x="27102" y="22606"/>
                  </a:lnTo>
                  <a:lnTo>
                    <a:pt x="26353" y="21482"/>
                  </a:lnTo>
                  <a:lnTo>
                    <a:pt x="25603" y="20483"/>
                  </a:lnTo>
                  <a:lnTo>
                    <a:pt x="24729" y="19609"/>
                  </a:lnTo>
                  <a:lnTo>
                    <a:pt x="23605" y="18859"/>
                  </a:lnTo>
                  <a:lnTo>
                    <a:pt x="22481" y="18360"/>
                  </a:lnTo>
                  <a:lnTo>
                    <a:pt x="21232" y="17985"/>
                  </a:lnTo>
                  <a:lnTo>
                    <a:pt x="24979" y="9492"/>
                  </a:lnTo>
                  <a:lnTo>
                    <a:pt x="22231" y="8244"/>
                  </a:lnTo>
                  <a:lnTo>
                    <a:pt x="18110" y="17735"/>
                  </a:lnTo>
                  <a:lnTo>
                    <a:pt x="16736" y="17985"/>
                  </a:lnTo>
                  <a:lnTo>
                    <a:pt x="15362" y="18485"/>
                  </a:lnTo>
                  <a:lnTo>
                    <a:pt x="14238" y="19234"/>
                  </a:lnTo>
                  <a:lnTo>
                    <a:pt x="13114" y="20108"/>
                  </a:lnTo>
                  <a:lnTo>
                    <a:pt x="12115" y="21107"/>
                  </a:lnTo>
                  <a:lnTo>
                    <a:pt x="11366" y="22356"/>
                  </a:lnTo>
                  <a:lnTo>
                    <a:pt x="10866" y="23605"/>
                  </a:lnTo>
                  <a:lnTo>
                    <a:pt x="10492" y="24979"/>
                  </a:lnTo>
                  <a:lnTo>
                    <a:pt x="4122" y="24979"/>
                  </a:lnTo>
                  <a:lnTo>
                    <a:pt x="3498" y="23230"/>
                  </a:lnTo>
                  <a:lnTo>
                    <a:pt x="3123" y="21357"/>
                  </a:lnTo>
                  <a:lnTo>
                    <a:pt x="5996" y="21357"/>
                  </a:lnTo>
                  <a:lnTo>
                    <a:pt x="5996" y="18360"/>
                  </a:lnTo>
                  <a:lnTo>
                    <a:pt x="2998" y="18360"/>
                  </a:lnTo>
                  <a:lnTo>
                    <a:pt x="3123" y="17111"/>
                  </a:lnTo>
                  <a:lnTo>
                    <a:pt x="3373" y="15862"/>
                  </a:lnTo>
                  <a:lnTo>
                    <a:pt x="3623" y="14613"/>
                  </a:lnTo>
                  <a:lnTo>
                    <a:pt x="3997" y="13489"/>
                  </a:lnTo>
                  <a:lnTo>
                    <a:pt x="4497" y="12365"/>
                  </a:lnTo>
                  <a:lnTo>
                    <a:pt x="5121" y="11241"/>
                  </a:lnTo>
                  <a:lnTo>
                    <a:pt x="5746" y="10242"/>
                  </a:lnTo>
                  <a:lnTo>
                    <a:pt x="6370" y="9243"/>
                  </a:lnTo>
                  <a:lnTo>
                    <a:pt x="8244" y="10991"/>
                  </a:lnTo>
                  <a:lnTo>
                    <a:pt x="10367" y="8993"/>
                  </a:lnTo>
                  <a:lnTo>
                    <a:pt x="8369" y="7120"/>
                  </a:lnTo>
                  <a:lnTo>
                    <a:pt x="9368" y="6245"/>
                  </a:lnTo>
                  <a:lnTo>
                    <a:pt x="10492" y="5496"/>
                  </a:lnTo>
                  <a:lnTo>
                    <a:pt x="11491" y="4872"/>
                  </a:lnTo>
                  <a:lnTo>
                    <a:pt x="12615" y="4372"/>
                  </a:lnTo>
                  <a:lnTo>
                    <a:pt x="13864" y="3872"/>
                  </a:lnTo>
                  <a:lnTo>
                    <a:pt x="15113" y="3498"/>
                  </a:lnTo>
                  <a:lnTo>
                    <a:pt x="16362" y="3248"/>
                  </a:lnTo>
                  <a:lnTo>
                    <a:pt x="17735" y="2998"/>
                  </a:lnTo>
                  <a:lnTo>
                    <a:pt x="17735" y="5871"/>
                  </a:lnTo>
                  <a:lnTo>
                    <a:pt x="20608" y="5871"/>
                  </a:lnTo>
                  <a:lnTo>
                    <a:pt x="20608" y="2998"/>
                  </a:lnTo>
                  <a:close/>
                  <a:moveTo>
                    <a:pt x="19109" y="1"/>
                  </a:moveTo>
                  <a:lnTo>
                    <a:pt x="17735" y="126"/>
                  </a:lnTo>
                  <a:lnTo>
                    <a:pt x="16486" y="251"/>
                  </a:lnTo>
                  <a:lnTo>
                    <a:pt x="15113" y="500"/>
                  </a:lnTo>
                  <a:lnTo>
                    <a:pt x="13864" y="750"/>
                  </a:lnTo>
                  <a:lnTo>
                    <a:pt x="12615" y="1125"/>
                  </a:lnTo>
                  <a:lnTo>
                    <a:pt x="11491" y="1624"/>
                  </a:lnTo>
                  <a:lnTo>
                    <a:pt x="10367" y="2124"/>
                  </a:lnTo>
                  <a:lnTo>
                    <a:pt x="9243" y="2748"/>
                  </a:lnTo>
                  <a:lnTo>
                    <a:pt x="8244" y="3373"/>
                  </a:lnTo>
                  <a:lnTo>
                    <a:pt x="7369" y="4122"/>
                  </a:lnTo>
                  <a:lnTo>
                    <a:pt x="6370" y="4996"/>
                  </a:lnTo>
                  <a:lnTo>
                    <a:pt x="5496" y="5746"/>
                  </a:lnTo>
                  <a:lnTo>
                    <a:pt x="3997" y="7619"/>
                  </a:lnTo>
                  <a:lnTo>
                    <a:pt x="2748" y="9617"/>
                  </a:lnTo>
                  <a:lnTo>
                    <a:pt x="1624" y="11740"/>
                  </a:lnTo>
                  <a:lnTo>
                    <a:pt x="875" y="13988"/>
                  </a:lnTo>
                  <a:lnTo>
                    <a:pt x="251" y="16236"/>
                  </a:lnTo>
                  <a:lnTo>
                    <a:pt x="126" y="18609"/>
                  </a:lnTo>
                  <a:lnTo>
                    <a:pt x="1" y="19858"/>
                  </a:lnTo>
                  <a:lnTo>
                    <a:pt x="126" y="20982"/>
                  </a:lnTo>
                  <a:lnTo>
                    <a:pt x="251" y="22231"/>
                  </a:lnTo>
                  <a:lnTo>
                    <a:pt x="500" y="23355"/>
                  </a:lnTo>
                  <a:lnTo>
                    <a:pt x="750" y="24479"/>
                  </a:lnTo>
                  <a:lnTo>
                    <a:pt x="1125" y="25728"/>
                  </a:lnTo>
                  <a:lnTo>
                    <a:pt x="1624" y="26852"/>
                  </a:lnTo>
                  <a:lnTo>
                    <a:pt x="2249" y="27976"/>
                  </a:lnTo>
                  <a:lnTo>
                    <a:pt x="36094" y="27976"/>
                  </a:lnTo>
                  <a:lnTo>
                    <a:pt x="36719" y="26852"/>
                  </a:lnTo>
                  <a:lnTo>
                    <a:pt x="37093" y="25728"/>
                  </a:lnTo>
                  <a:lnTo>
                    <a:pt x="37593" y="24479"/>
                  </a:lnTo>
                  <a:lnTo>
                    <a:pt x="37843" y="23355"/>
                  </a:lnTo>
                  <a:lnTo>
                    <a:pt x="38093" y="22231"/>
                  </a:lnTo>
                  <a:lnTo>
                    <a:pt x="38217" y="20982"/>
                  </a:lnTo>
                  <a:lnTo>
                    <a:pt x="38217" y="19858"/>
                  </a:lnTo>
                  <a:lnTo>
                    <a:pt x="38217" y="18609"/>
                  </a:lnTo>
                  <a:lnTo>
                    <a:pt x="37968" y="16236"/>
                  </a:lnTo>
                  <a:lnTo>
                    <a:pt x="37468" y="13988"/>
                  </a:lnTo>
                  <a:lnTo>
                    <a:pt x="36719" y="11740"/>
                  </a:lnTo>
                  <a:lnTo>
                    <a:pt x="35595" y="9617"/>
                  </a:lnTo>
                  <a:lnTo>
                    <a:pt x="34346" y="7619"/>
                  </a:lnTo>
                  <a:lnTo>
                    <a:pt x="32722" y="5746"/>
                  </a:lnTo>
                  <a:lnTo>
                    <a:pt x="31973" y="4872"/>
                  </a:lnTo>
                  <a:lnTo>
                    <a:pt x="30974" y="4122"/>
                  </a:lnTo>
                  <a:lnTo>
                    <a:pt x="29975" y="3373"/>
                  </a:lnTo>
                  <a:lnTo>
                    <a:pt x="28976" y="2748"/>
                  </a:lnTo>
                  <a:lnTo>
                    <a:pt x="27976" y="2124"/>
                  </a:lnTo>
                  <a:lnTo>
                    <a:pt x="26852" y="1624"/>
                  </a:lnTo>
                  <a:lnTo>
                    <a:pt x="25603" y="1125"/>
                  </a:lnTo>
                  <a:lnTo>
                    <a:pt x="24479" y="750"/>
                  </a:lnTo>
                  <a:lnTo>
                    <a:pt x="23231" y="500"/>
                  </a:lnTo>
                  <a:lnTo>
                    <a:pt x="21857" y="251"/>
                  </a:lnTo>
                  <a:lnTo>
                    <a:pt x="20483" y="126"/>
                  </a:lnTo>
                  <a:lnTo>
                    <a:pt x="1910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30"/>
            <p:cNvSpPr/>
            <p:nvPr/>
          </p:nvSpPr>
          <p:spPr>
            <a:xfrm>
              <a:off x="384850" y="2381325"/>
              <a:ext cx="955450" cy="699425"/>
            </a:xfrm>
            <a:custGeom>
              <a:rect b="b" l="l" r="r" t="t"/>
              <a:pathLst>
                <a:path extrusionOk="0" fill="none" h="27977" w="38218">
                  <a:moveTo>
                    <a:pt x="19109" y="1"/>
                  </a:moveTo>
                  <a:lnTo>
                    <a:pt x="19109" y="1"/>
                  </a:lnTo>
                  <a:lnTo>
                    <a:pt x="17735" y="126"/>
                  </a:lnTo>
                  <a:lnTo>
                    <a:pt x="16486" y="251"/>
                  </a:lnTo>
                  <a:lnTo>
                    <a:pt x="15113" y="500"/>
                  </a:lnTo>
                  <a:lnTo>
                    <a:pt x="13864" y="750"/>
                  </a:lnTo>
                  <a:lnTo>
                    <a:pt x="12615" y="1125"/>
                  </a:lnTo>
                  <a:lnTo>
                    <a:pt x="11491" y="1624"/>
                  </a:lnTo>
                  <a:lnTo>
                    <a:pt x="10367" y="2124"/>
                  </a:lnTo>
                  <a:lnTo>
                    <a:pt x="9243" y="2748"/>
                  </a:lnTo>
                  <a:lnTo>
                    <a:pt x="8244" y="3373"/>
                  </a:lnTo>
                  <a:lnTo>
                    <a:pt x="7369" y="4122"/>
                  </a:lnTo>
                  <a:lnTo>
                    <a:pt x="6370" y="4996"/>
                  </a:lnTo>
                  <a:lnTo>
                    <a:pt x="5496" y="5746"/>
                  </a:lnTo>
                  <a:lnTo>
                    <a:pt x="3997" y="7619"/>
                  </a:lnTo>
                  <a:lnTo>
                    <a:pt x="2748" y="9617"/>
                  </a:lnTo>
                  <a:lnTo>
                    <a:pt x="1624" y="11740"/>
                  </a:lnTo>
                  <a:lnTo>
                    <a:pt x="875" y="13988"/>
                  </a:lnTo>
                  <a:lnTo>
                    <a:pt x="251" y="16236"/>
                  </a:lnTo>
                  <a:lnTo>
                    <a:pt x="126" y="18609"/>
                  </a:lnTo>
                  <a:lnTo>
                    <a:pt x="1" y="19858"/>
                  </a:lnTo>
                  <a:lnTo>
                    <a:pt x="126" y="20982"/>
                  </a:lnTo>
                  <a:lnTo>
                    <a:pt x="251" y="22231"/>
                  </a:lnTo>
                  <a:lnTo>
                    <a:pt x="500" y="23355"/>
                  </a:lnTo>
                  <a:lnTo>
                    <a:pt x="750" y="24479"/>
                  </a:lnTo>
                  <a:lnTo>
                    <a:pt x="1125" y="25728"/>
                  </a:lnTo>
                  <a:lnTo>
                    <a:pt x="1624" y="26852"/>
                  </a:lnTo>
                  <a:lnTo>
                    <a:pt x="2249" y="27976"/>
                  </a:lnTo>
                  <a:lnTo>
                    <a:pt x="36094" y="27976"/>
                  </a:lnTo>
                  <a:lnTo>
                    <a:pt x="36094" y="27976"/>
                  </a:lnTo>
                  <a:lnTo>
                    <a:pt x="36719" y="26852"/>
                  </a:lnTo>
                  <a:lnTo>
                    <a:pt x="37093" y="25728"/>
                  </a:lnTo>
                  <a:lnTo>
                    <a:pt x="37593" y="24479"/>
                  </a:lnTo>
                  <a:lnTo>
                    <a:pt x="37843" y="23355"/>
                  </a:lnTo>
                  <a:lnTo>
                    <a:pt x="38093" y="22231"/>
                  </a:lnTo>
                  <a:lnTo>
                    <a:pt x="38217" y="20982"/>
                  </a:lnTo>
                  <a:lnTo>
                    <a:pt x="38217" y="19858"/>
                  </a:lnTo>
                  <a:lnTo>
                    <a:pt x="38217" y="18609"/>
                  </a:lnTo>
                  <a:lnTo>
                    <a:pt x="37968" y="16236"/>
                  </a:lnTo>
                  <a:lnTo>
                    <a:pt x="37468" y="13988"/>
                  </a:lnTo>
                  <a:lnTo>
                    <a:pt x="36719" y="11740"/>
                  </a:lnTo>
                  <a:lnTo>
                    <a:pt x="35595" y="9617"/>
                  </a:lnTo>
                  <a:lnTo>
                    <a:pt x="34346" y="7619"/>
                  </a:lnTo>
                  <a:lnTo>
                    <a:pt x="32722" y="5746"/>
                  </a:lnTo>
                  <a:lnTo>
                    <a:pt x="31973" y="4872"/>
                  </a:lnTo>
                  <a:lnTo>
                    <a:pt x="30974" y="4122"/>
                  </a:lnTo>
                  <a:lnTo>
                    <a:pt x="29975" y="3373"/>
                  </a:lnTo>
                  <a:lnTo>
                    <a:pt x="28976" y="2748"/>
                  </a:lnTo>
                  <a:lnTo>
                    <a:pt x="27976" y="2124"/>
                  </a:lnTo>
                  <a:lnTo>
                    <a:pt x="26852" y="1624"/>
                  </a:lnTo>
                  <a:lnTo>
                    <a:pt x="25603" y="1125"/>
                  </a:lnTo>
                  <a:lnTo>
                    <a:pt x="24479" y="750"/>
                  </a:lnTo>
                  <a:lnTo>
                    <a:pt x="23231" y="500"/>
                  </a:lnTo>
                  <a:lnTo>
                    <a:pt x="21857" y="251"/>
                  </a:lnTo>
                  <a:lnTo>
                    <a:pt x="20483" y="126"/>
                  </a:lnTo>
                  <a:lnTo>
                    <a:pt x="19109" y="1"/>
                  </a:lnTo>
                  <a:lnTo>
                    <a:pt x="1910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30"/>
            <p:cNvSpPr/>
            <p:nvPr/>
          </p:nvSpPr>
          <p:spPr>
            <a:xfrm>
              <a:off x="722075" y="2896500"/>
              <a:ext cx="284150" cy="109300"/>
            </a:xfrm>
            <a:custGeom>
              <a:rect b="b" l="l" r="r" t="t"/>
              <a:pathLst>
                <a:path extrusionOk="0" fill="none" h="4372" w="11366">
                  <a:moveTo>
                    <a:pt x="5620" y="1"/>
                  </a:moveTo>
                  <a:lnTo>
                    <a:pt x="5620" y="1"/>
                  </a:lnTo>
                  <a:lnTo>
                    <a:pt x="6619" y="126"/>
                  </a:lnTo>
                  <a:lnTo>
                    <a:pt x="7618" y="375"/>
                  </a:lnTo>
                  <a:lnTo>
                    <a:pt x="8493" y="750"/>
                  </a:lnTo>
                  <a:lnTo>
                    <a:pt x="9242" y="1250"/>
                  </a:lnTo>
                  <a:lnTo>
                    <a:pt x="9991" y="1874"/>
                  </a:lnTo>
                  <a:lnTo>
                    <a:pt x="10616" y="2623"/>
                  </a:lnTo>
                  <a:lnTo>
                    <a:pt x="10990" y="3498"/>
                  </a:lnTo>
                  <a:lnTo>
                    <a:pt x="11365" y="4372"/>
                  </a:lnTo>
                  <a:lnTo>
                    <a:pt x="0" y="4372"/>
                  </a:lnTo>
                  <a:lnTo>
                    <a:pt x="0" y="4372"/>
                  </a:lnTo>
                  <a:lnTo>
                    <a:pt x="250" y="3498"/>
                  </a:lnTo>
                  <a:lnTo>
                    <a:pt x="749" y="2623"/>
                  </a:lnTo>
                  <a:lnTo>
                    <a:pt x="1374" y="1874"/>
                  </a:lnTo>
                  <a:lnTo>
                    <a:pt x="1998" y="1250"/>
                  </a:lnTo>
                  <a:lnTo>
                    <a:pt x="2873" y="750"/>
                  </a:lnTo>
                  <a:lnTo>
                    <a:pt x="3747" y="375"/>
                  </a:lnTo>
                  <a:lnTo>
                    <a:pt x="4621" y="126"/>
                  </a:lnTo>
                  <a:lnTo>
                    <a:pt x="5620" y="1"/>
                  </a:lnTo>
                  <a:lnTo>
                    <a:pt x="5620"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30"/>
            <p:cNvSpPr/>
            <p:nvPr/>
          </p:nvSpPr>
          <p:spPr>
            <a:xfrm>
              <a:off x="459800" y="2456275"/>
              <a:ext cx="808675" cy="549525"/>
            </a:xfrm>
            <a:custGeom>
              <a:rect b="b" l="l" r="r" t="t"/>
              <a:pathLst>
                <a:path extrusionOk="0" fill="none" h="21981" w="32347">
                  <a:moveTo>
                    <a:pt x="24854" y="21981"/>
                  </a:moveTo>
                  <a:lnTo>
                    <a:pt x="24854" y="21981"/>
                  </a:lnTo>
                  <a:lnTo>
                    <a:pt x="24604" y="20732"/>
                  </a:lnTo>
                  <a:lnTo>
                    <a:pt x="24104" y="19608"/>
                  </a:lnTo>
                  <a:lnTo>
                    <a:pt x="23355" y="18484"/>
                  </a:lnTo>
                  <a:lnTo>
                    <a:pt x="22605" y="17485"/>
                  </a:lnTo>
                  <a:lnTo>
                    <a:pt x="21731" y="16611"/>
                  </a:lnTo>
                  <a:lnTo>
                    <a:pt x="20607" y="15861"/>
                  </a:lnTo>
                  <a:lnTo>
                    <a:pt x="19483" y="15362"/>
                  </a:lnTo>
                  <a:lnTo>
                    <a:pt x="18234" y="14987"/>
                  </a:lnTo>
                  <a:lnTo>
                    <a:pt x="21981" y="6494"/>
                  </a:lnTo>
                  <a:lnTo>
                    <a:pt x="19233" y="5246"/>
                  </a:lnTo>
                  <a:lnTo>
                    <a:pt x="15112" y="14737"/>
                  </a:lnTo>
                  <a:lnTo>
                    <a:pt x="15112" y="14737"/>
                  </a:lnTo>
                  <a:lnTo>
                    <a:pt x="13738" y="14987"/>
                  </a:lnTo>
                  <a:lnTo>
                    <a:pt x="12364" y="15487"/>
                  </a:lnTo>
                  <a:lnTo>
                    <a:pt x="11240" y="16236"/>
                  </a:lnTo>
                  <a:lnTo>
                    <a:pt x="10116" y="17110"/>
                  </a:lnTo>
                  <a:lnTo>
                    <a:pt x="9117" y="18109"/>
                  </a:lnTo>
                  <a:lnTo>
                    <a:pt x="8368" y="19358"/>
                  </a:lnTo>
                  <a:lnTo>
                    <a:pt x="7868" y="20607"/>
                  </a:lnTo>
                  <a:lnTo>
                    <a:pt x="7494" y="21981"/>
                  </a:lnTo>
                  <a:lnTo>
                    <a:pt x="1124" y="21981"/>
                  </a:lnTo>
                  <a:lnTo>
                    <a:pt x="1124" y="21981"/>
                  </a:lnTo>
                  <a:lnTo>
                    <a:pt x="500" y="20232"/>
                  </a:lnTo>
                  <a:lnTo>
                    <a:pt x="125" y="18359"/>
                  </a:lnTo>
                  <a:lnTo>
                    <a:pt x="2998" y="18359"/>
                  </a:lnTo>
                  <a:lnTo>
                    <a:pt x="2998" y="15362"/>
                  </a:lnTo>
                  <a:lnTo>
                    <a:pt x="0" y="15362"/>
                  </a:lnTo>
                  <a:lnTo>
                    <a:pt x="0" y="15362"/>
                  </a:lnTo>
                  <a:lnTo>
                    <a:pt x="125" y="14113"/>
                  </a:lnTo>
                  <a:lnTo>
                    <a:pt x="375" y="12864"/>
                  </a:lnTo>
                  <a:lnTo>
                    <a:pt x="625" y="11615"/>
                  </a:lnTo>
                  <a:lnTo>
                    <a:pt x="999" y="10491"/>
                  </a:lnTo>
                  <a:lnTo>
                    <a:pt x="1499" y="9367"/>
                  </a:lnTo>
                  <a:lnTo>
                    <a:pt x="2123" y="8243"/>
                  </a:lnTo>
                  <a:lnTo>
                    <a:pt x="2748" y="7244"/>
                  </a:lnTo>
                  <a:lnTo>
                    <a:pt x="3372" y="6245"/>
                  </a:lnTo>
                  <a:lnTo>
                    <a:pt x="5246" y="7993"/>
                  </a:lnTo>
                  <a:lnTo>
                    <a:pt x="7369" y="5995"/>
                  </a:lnTo>
                  <a:lnTo>
                    <a:pt x="5371" y="4122"/>
                  </a:lnTo>
                  <a:lnTo>
                    <a:pt x="5371" y="4122"/>
                  </a:lnTo>
                  <a:lnTo>
                    <a:pt x="6370" y="3247"/>
                  </a:lnTo>
                  <a:lnTo>
                    <a:pt x="7494" y="2498"/>
                  </a:lnTo>
                  <a:lnTo>
                    <a:pt x="8493" y="1874"/>
                  </a:lnTo>
                  <a:lnTo>
                    <a:pt x="9617" y="1374"/>
                  </a:lnTo>
                  <a:lnTo>
                    <a:pt x="10866" y="874"/>
                  </a:lnTo>
                  <a:lnTo>
                    <a:pt x="12115" y="500"/>
                  </a:lnTo>
                  <a:lnTo>
                    <a:pt x="13364" y="250"/>
                  </a:lnTo>
                  <a:lnTo>
                    <a:pt x="14737" y="0"/>
                  </a:lnTo>
                  <a:lnTo>
                    <a:pt x="14737" y="2873"/>
                  </a:lnTo>
                  <a:lnTo>
                    <a:pt x="17610" y="2873"/>
                  </a:lnTo>
                  <a:lnTo>
                    <a:pt x="17610" y="0"/>
                  </a:lnTo>
                  <a:lnTo>
                    <a:pt x="17610" y="0"/>
                  </a:lnTo>
                  <a:lnTo>
                    <a:pt x="18984" y="250"/>
                  </a:lnTo>
                  <a:lnTo>
                    <a:pt x="20233" y="500"/>
                  </a:lnTo>
                  <a:lnTo>
                    <a:pt x="21481" y="874"/>
                  </a:lnTo>
                  <a:lnTo>
                    <a:pt x="22605" y="1374"/>
                  </a:lnTo>
                  <a:lnTo>
                    <a:pt x="23854" y="1874"/>
                  </a:lnTo>
                  <a:lnTo>
                    <a:pt x="24854" y="2498"/>
                  </a:lnTo>
                  <a:lnTo>
                    <a:pt x="25978" y="3247"/>
                  </a:lnTo>
                  <a:lnTo>
                    <a:pt x="26852" y="4122"/>
                  </a:lnTo>
                  <a:lnTo>
                    <a:pt x="24978" y="5995"/>
                  </a:lnTo>
                  <a:lnTo>
                    <a:pt x="27102" y="7993"/>
                  </a:lnTo>
                  <a:lnTo>
                    <a:pt x="28850" y="6245"/>
                  </a:lnTo>
                  <a:lnTo>
                    <a:pt x="28850" y="6245"/>
                  </a:lnTo>
                  <a:lnTo>
                    <a:pt x="29599" y="7244"/>
                  </a:lnTo>
                  <a:lnTo>
                    <a:pt x="30224" y="8243"/>
                  </a:lnTo>
                  <a:lnTo>
                    <a:pt x="30848" y="9367"/>
                  </a:lnTo>
                  <a:lnTo>
                    <a:pt x="31348" y="10491"/>
                  </a:lnTo>
                  <a:lnTo>
                    <a:pt x="31722" y="11615"/>
                  </a:lnTo>
                  <a:lnTo>
                    <a:pt x="31972" y="12864"/>
                  </a:lnTo>
                  <a:lnTo>
                    <a:pt x="32222" y="14113"/>
                  </a:lnTo>
                  <a:lnTo>
                    <a:pt x="32347" y="15362"/>
                  </a:lnTo>
                  <a:lnTo>
                    <a:pt x="29350" y="15362"/>
                  </a:lnTo>
                  <a:lnTo>
                    <a:pt x="29350" y="18359"/>
                  </a:lnTo>
                  <a:lnTo>
                    <a:pt x="32222" y="18359"/>
                  </a:lnTo>
                  <a:lnTo>
                    <a:pt x="32222" y="18359"/>
                  </a:lnTo>
                  <a:lnTo>
                    <a:pt x="31847" y="20232"/>
                  </a:lnTo>
                  <a:lnTo>
                    <a:pt x="31223" y="21981"/>
                  </a:lnTo>
                  <a:lnTo>
                    <a:pt x="24854" y="2198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0"/>
            <p:cNvSpPr/>
            <p:nvPr/>
          </p:nvSpPr>
          <p:spPr>
            <a:xfrm>
              <a:off x="1081125" y="300577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30"/>
            <p:cNvSpPr/>
            <p:nvPr/>
          </p:nvSpPr>
          <p:spPr>
            <a:xfrm>
              <a:off x="644000" y="3190000"/>
              <a:ext cx="402800" cy="74950"/>
            </a:xfrm>
            <a:custGeom>
              <a:rect b="b" l="l" r="r" t="t"/>
              <a:pathLst>
                <a:path extrusionOk="0" h="2998" w="16112">
                  <a:moveTo>
                    <a:pt x="1" y="0"/>
                  </a:moveTo>
                  <a:lnTo>
                    <a:pt x="1" y="2998"/>
                  </a:lnTo>
                  <a:lnTo>
                    <a:pt x="16112" y="2998"/>
                  </a:lnTo>
                  <a:lnTo>
                    <a:pt x="1611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0" name="Google Shape;350;p30"/>
          <p:cNvSpPr/>
          <p:nvPr/>
        </p:nvSpPr>
        <p:spPr>
          <a:xfrm rot="10800000">
            <a:off x="4733175" y="-1914925"/>
            <a:ext cx="3176700" cy="3176700"/>
          </a:xfrm>
          <a:prstGeom prst="blockArc">
            <a:avLst>
              <a:gd fmla="val 1079972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0"/>
          <p:cNvSpPr/>
          <p:nvPr/>
        </p:nvSpPr>
        <p:spPr>
          <a:xfrm>
            <a:off x="7340550" y="3825425"/>
            <a:ext cx="3176700" cy="3176700"/>
          </a:xfrm>
          <a:prstGeom prst="blockArc">
            <a:avLst>
              <a:gd fmla="val 1079972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2" name="Google Shape;352;p30"/>
          <p:cNvGrpSpPr/>
          <p:nvPr/>
        </p:nvGrpSpPr>
        <p:grpSpPr>
          <a:xfrm>
            <a:off x="7449588" y="844536"/>
            <a:ext cx="2187867" cy="2182392"/>
            <a:chOff x="4222125" y="2272050"/>
            <a:chExt cx="1248925" cy="1245800"/>
          </a:xfrm>
        </p:grpSpPr>
        <p:sp>
          <p:nvSpPr>
            <p:cNvPr id="353" name="Google Shape;353;p30"/>
            <p:cNvSpPr/>
            <p:nvPr/>
          </p:nvSpPr>
          <p:spPr>
            <a:xfrm>
              <a:off x="4222125" y="2272050"/>
              <a:ext cx="1248925" cy="1245800"/>
            </a:xfrm>
            <a:custGeom>
              <a:rect b="b" l="l" r="r" t="t"/>
              <a:pathLst>
                <a:path extrusionOk="0" h="49832" w="49957">
                  <a:moveTo>
                    <a:pt x="27102" y="3123"/>
                  </a:moveTo>
                  <a:lnTo>
                    <a:pt x="28975" y="3373"/>
                  </a:lnTo>
                  <a:lnTo>
                    <a:pt x="30973" y="3872"/>
                  </a:lnTo>
                  <a:lnTo>
                    <a:pt x="32972" y="4497"/>
                  </a:lnTo>
                  <a:lnTo>
                    <a:pt x="34720" y="5246"/>
                  </a:lnTo>
                  <a:lnTo>
                    <a:pt x="36594" y="6120"/>
                  </a:lnTo>
                  <a:lnTo>
                    <a:pt x="38217" y="7244"/>
                  </a:lnTo>
                  <a:lnTo>
                    <a:pt x="39841" y="8618"/>
                  </a:lnTo>
                  <a:lnTo>
                    <a:pt x="41339" y="9992"/>
                  </a:lnTo>
                  <a:lnTo>
                    <a:pt x="42713" y="11615"/>
                  </a:lnTo>
                  <a:lnTo>
                    <a:pt x="43837" y="13489"/>
                  </a:lnTo>
                  <a:lnTo>
                    <a:pt x="44836" y="15362"/>
                  </a:lnTo>
                  <a:lnTo>
                    <a:pt x="45711" y="17610"/>
                  </a:lnTo>
                  <a:lnTo>
                    <a:pt x="46335" y="19858"/>
                  </a:lnTo>
                  <a:lnTo>
                    <a:pt x="46835" y="22356"/>
                  </a:lnTo>
                  <a:lnTo>
                    <a:pt x="47084" y="24979"/>
                  </a:lnTo>
                  <a:lnTo>
                    <a:pt x="46960" y="27227"/>
                  </a:lnTo>
                  <a:lnTo>
                    <a:pt x="46585" y="29475"/>
                  </a:lnTo>
                  <a:lnTo>
                    <a:pt x="46085" y="31598"/>
                  </a:lnTo>
                  <a:lnTo>
                    <a:pt x="45336" y="33596"/>
                  </a:lnTo>
                  <a:lnTo>
                    <a:pt x="44462" y="35469"/>
                  </a:lnTo>
                  <a:lnTo>
                    <a:pt x="43338" y="37343"/>
                  </a:lnTo>
                  <a:lnTo>
                    <a:pt x="42089" y="38966"/>
                  </a:lnTo>
                  <a:lnTo>
                    <a:pt x="40590" y="40590"/>
                  </a:lnTo>
                  <a:lnTo>
                    <a:pt x="39091" y="41964"/>
                  </a:lnTo>
                  <a:lnTo>
                    <a:pt x="37343" y="43337"/>
                  </a:lnTo>
                  <a:lnTo>
                    <a:pt x="35470" y="44336"/>
                  </a:lnTo>
                  <a:lnTo>
                    <a:pt x="33596" y="45336"/>
                  </a:lnTo>
                  <a:lnTo>
                    <a:pt x="31598" y="46085"/>
                  </a:lnTo>
                  <a:lnTo>
                    <a:pt x="29475" y="46584"/>
                  </a:lnTo>
                  <a:lnTo>
                    <a:pt x="27227" y="46959"/>
                  </a:lnTo>
                  <a:lnTo>
                    <a:pt x="24979" y="47084"/>
                  </a:lnTo>
                  <a:lnTo>
                    <a:pt x="22731" y="46959"/>
                  </a:lnTo>
                  <a:lnTo>
                    <a:pt x="20608" y="46584"/>
                  </a:lnTo>
                  <a:lnTo>
                    <a:pt x="18484" y="46085"/>
                  </a:lnTo>
                  <a:lnTo>
                    <a:pt x="16486" y="45336"/>
                  </a:lnTo>
                  <a:lnTo>
                    <a:pt x="14488" y="44336"/>
                  </a:lnTo>
                  <a:lnTo>
                    <a:pt x="12739" y="43337"/>
                  </a:lnTo>
                  <a:lnTo>
                    <a:pt x="10991" y="41964"/>
                  </a:lnTo>
                  <a:lnTo>
                    <a:pt x="9492" y="40590"/>
                  </a:lnTo>
                  <a:lnTo>
                    <a:pt x="7994" y="38966"/>
                  </a:lnTo>
                  <a:lnTo>
                    <a:pt x="6745" y="37343"/>
                  </a:lnTo>
                  <a:lnTo>
                    <a:pt x="5621" y="35469"/>
                  </a:lnTo>
                  <a:lnTo>
                    <a:pt x="4746" y="33596"/>
                  </a:lnTo>
                  <a:lnTo>
                    <a:pt x="3997" y="31598"/>
                  </a:lnTo>
                  <a:lnTo>
                    <a:pt x="3498" y="29475"/>
                  </a:lnTo>
                  <a:lnTo>
                    <a:pt x="3123" y="27227"/>
                  </a:lnTo>
                  <a:lnTo>
                    <a:pt x="2998" y="24979"/>
                  </a:lnTo>
                  <a:lnTo>
                    <a:pt x="3248" y="22356"/>
                  </a:lnTo>
                  <a:lnTo>
                    <a:pt x="3622" y="19858"/>
                  </a:lnTo>
                  <a:lnTo>
                    <a:pt x="4372" y="17610"/>
                  </a:lnTo>
                  <a:lnTo>
                    <a:pt x="5246" y="15362"/>
                  </a:lnTo>
                  <a:lnTo>
                    <a:pt x="6245" y="13489"/>
                  </a:lnTo>
                  <a:lnTo>
                    <a:pt x="7369" y="11615"/>
                  </a:lnTo>
                  <a:lnTo>
                    <a:pt x="8743" y="9992"/>
                  </a:lnTo>
                  <a:lnTo>
                    <a:pt x="10242" y="8618"/>
                  </a:lnTo>
                  <a:lnTo>
                    <a:pt x="11865" y="7244"/>
                  </a:lnTo>
                  <a:lnTo>
                    <a:pt x="13489" y="6120"/>
                  </a:lnTo>
                  <a:lnTo>
                    <a:pt x="15237" y="5246"/>
                  </a:lnTo>
                  <a:lnTo>
                    <a:pt x="17111" y="4497"/>
                  </a:lnTo>
                  <a:lnTo>
                    <a:pt x="19109" y="3872"/>
                  </a:lnTo>
                  <a:lnTo>
                    <a:pt x="20982" y="3373"/>
                  </a:lnTo>
                  <a:lnTo>
                    <a:pt x="22980" y="3123"/>
                  </a:lnTo>
                  <a:close/>
                  <a:moveTo>
                    <a:pt x="24979" y="1"/>
                  </a:moveTo>
                  <a:lnTo>
                    <a:pt x="22481" y="126"/>
                  </a:lnTo>
                  <a:lnTo>
                    <a:pt x="19983" y="500"/>
                  </a:lnTo>
                  <a:lnTo>
                    <a:pt x="17610" y="1125"/>
                  </a:lnTo>
                  <a:lnTo>
                    <a:pt x="15362" y="1999"/>
                  </a:lnTo>
                  <a:lnTo>
                    <a:pt x="13114" y="2998"/>
                  </a:lnTo>
                  <a:lnTo>
                    <a:pt x="11116" y="4247"/>
                  </a:lnTo>
                  <a:lnTo>
                    <a:pt x="9118" y="5746"/>
                  </a:lnTo>
                  <a:lnTo>
                    <a:pt x="7369" y="7369"/>
                  </a:lnTo>
                  <a:lnTo>
                    <a:pt x="5746" y="9118"/>
                  </a:lnTo>
                  <a:lnTo>
                    <a:pt x="4372" y="10991"/>
                  </a:lnTo>
                  <a:lnTo>
                    <a:pt x="3123" y="13114"/>
                  </a:lnTo>
                  <a:lnTo>
                    <a:pt x="1999" y="15237"/>
                  </a:lnTo>
                  <a:lnTo>
                    <a:pt x="1125" y="17610"/>
                  </a:lnTo>
                  <a:lnTo>
                    <a:pt x="500" y="19983"/>
                  </a:lnTo>
                  <a:lnTo>
                    <a:pt x="125" y="22481"/>
                  </a:lnTo>
                  <a:lnTo>
                    <a:pt x="1" y="24979"/>
                  </a:lnTo>
                  <a:lnTo>
                    <a:pt x="250" y="27976"/>
                  </a:lnTo>
                  <a:lnTo>
                    <a:pt x="875" y="30848"/>
                  </a:lnTo>
                  <a:lnTo>
                    <a:pt x="1499" y="33471"/>
                  </a:lnTo>
                  <a:lnTo>
                    <a:pt x="2498" y="35844"/>
                  </a:lnTo>
                  <a:lnTo>
                    <a:pt x="3622" y="38092"/>
                  </a:lnTo>
                  <a:lnTo>
                    <a:pt x="4996" y="40215"/>
                  </a:lnTo>
                  <a:lnTo>
                    <a:pt x="6495" y="41964"/>
                  </a:lnTo>
                  <a:lnTo>
                    <a:pt x="8243" y="43587"/>
                  </a:lnTo>
                  <a:lnTo>
                    <a:pt x="9992" y="45086"/>
                  </a:lnTo>
                  <a:lnTo>
                    <a:pt x="11990" y="46335"/>
                  </a:lnTo>
                  <a:lnTo>
                    <a:pt x="13988" y="47459"/>
                  </a:lnTo>
                  <a:lnTo>
                    <a:pt x="16111" y="48333"/>
                  </a:lnTo>
                  <a:lnTo>
                    <a:pt x="18235" y="48957"/>
                  </a:lnTo>
                  <a:lnTo>
                    <a:pt x="20483" y="49457"/>
                  </a:lnTo>
                  <a:lnTo>
                    <a:pt x="22731" y="49707"/>
                  </a:lnTo>
                  <a:lnTo>
                    <a:pt x="24979" y="49832"/>
                  </a:lnTo>
                  <a:lnTo>
                    <a:pt x="27352" y="49707"/>
                  </a:lnTo>
                  <a:lnTo>
                    <a:pt x="29600" y="49457"/>
                  </a:lnTo>
                  <a:lnTo>
                    <a:pt x="31848" y="48957"/>
                  </a:lnTo>
                  <a:lnTo>
                    <a:pt x="33971" y="48333"/>
                  </a:lnTo>
                  <a:lnTo>
                    <a:pt x="36094" y="47459"/>
                  </a:lnTo>
                  <a:lnTo>
                    <a:pt x="38092" y="46335"/>
                  </a:lnTo>
                  <a:lnTo>
                    <a:pt x="40091" y="45086"/>
                  </a:lnTo>
                  <a:lnTo>
                    <a:pt x="41839" y="43587"/>
                  </a:lnTo>
                  <a:lnTo>
                    <a:pt x="43463" y="41964"/>
                  </a:lnTo>
                  <a:lnTo>
                    <a:pt x="45086" y="40090"/>
                  </a:lnTo>
                  <a:lnTo>
                    <a:pt x="46335" y="38092"/>
                  </a:lnTo>
                  <a:lnTo>
                    <a:pt x="47584" y="35844"/>
                  </a:lnTo>
                  <a:lnTo>
                    <a:pt x="48458" y="33471"/>
                  </a:lnTo>
                  <a:lnTo>
                    <a:pt x="49208" y="30848"/>
                  </a:lnTo>
                  <a:lnTo>
                    <a:pt x="49707" y="27976"/>
                  </a:lnTo>
                  <a:lnTo>
                    <a:pt x="49957" y="24979"/>
                  </a:lnTo>
                  <a:lnTo>
                    <a:pt x="49832" y="22481"/>
                  </a:lnTo>
                  <a:lnTo>
                    <a:pt x="49457" y="19983"/>
                  </a:lnTo>
                  <a:lnTo>
                    <a:pt x="48833" y="17610"/>
                  </a:lnTo>
                  <a:lnTo>
                    <a:pt x="48084" y="15237"/>
                  </a:lnTo>
                  <a:lnTo>
                    <a:pt x="46960" y="13114"/>
                  </a:lnTo>
                  <a:lnTo>
                    <a:pt x="45711" y="10991"/>
                  </a:lnTo>
                  <a:lnTo>
                    <a:pt x="44337" y="9118"/>
                  </a:lnTo>
                  <a:lnTo>
                    <a:pt x="42713" y="7369"/>
                  </a:lnTo>
                  <a:lnTo>
                    <a:pt x="40965" y="5746"/>
                  </a:lnTo>
                  <a:lnTo>
                    <a:pt x="38966" y="4247"/>
                  </a:lnTo>
                  <a:lnTo>
                    <a:pt x="36968" y="2998"/>
                  </a:lnTo>
                  <a:lnTo>
                    <a:pt x="34720" y="1999"/>
                  </a:lnTo>
                  <a:lnTo>
                    <a:pt x="32472" y="1125"/>
                  </a:lnTo>
                  <a:lnTo>
                    <a:pt x="30099" y="500"/>
                  </a:lnTo>
                  <a:lnTo>
                    <a:pt x="27601" y="126"/>
                  </a:lnTo>
                  <a:lnTo>
                    <a:pt x="2497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30"/>
            <p:cNvSpPr/>
            <p:nvPr/>
          </p:nvSpPr>
          <p:spPr>
            <a:xfrm>
              <a:off x="4222125" y="2272050"/>
              <a:ext cx="1248925" cy="1245800"/>
            </a:xfrm>
            <a:custGeom>
              <a:rect b="b" l="l" r="r" t="t"/>
              <a:pathLst>
                <a:path extrusionOk="0" fill="none" h="49832" w="49957">
                  <a:moveTo>
                    <a:pt x="24979" y="1"/>
                  </a:moveTo>
                  <a:lnTo>
                    <a:pt x="24979" y="1"/>
                  </a:lnTo>
                  <a:lnTo>
                    <a:pt x="22481" y="126"/>
                  </a:lnTo>
                  <a:lnTo>
                    <a:pt x="19983" y="500"/>
                  </a:lnTo>
                  <a:lnTo>
                    <a:pt x="17610" y="1125"/>
                  </a:lnTo>
                  <a:lnTo>
                    <a:pt x="15362" y="1999"/>
                  </a:lnTo>
                  <a:lnTo>
                    <a:pt x="13114" y="2998"/>
                  </a:lnTo>
                  <a:lnTo>
                    <a:pt x="11116" y="4247"/>
                  </a:lnTo>
                  <a:lnTo>
                    <a:pt x="9118" y="5746"/>
                  </a:lnTo>
                  <a:lnTo>
                    <a:pt x="7369" y="7369"/>
                  </a:lnTo>
                  <a:lnTo>
                    <a:pt x="5746" y="9118"/>
                  </a:lnTo>
                  <a:lnTo>
                    <a:pt x="4372" y="10991"/>
                  </a:lnTo>
                  <a:lnTo>
                    <a:pt x="3123" y="13114"/>
                  </a:lnTo>
                  <a:lnTo>
                    <a:pt x="1999" y="15237"/>
                  </a:lnTo>
                  <a:lnTo>
                    <a:pt x="1125" y="17610"/>
                  </a:lnTo>
                  <a:lnTo>
                    <a:pt x="500" y="19983"/>
                  </a:lnTo>
                  <a:lnTo>
                    <a:pt x="125" y="22481"/>
                  </a:lnTo>
                  <a:lnTo>
                    <a:pt x="1" y="24979"/>
                  </a:lnTo>
                  <a:lnTo>
                    <a:pt x="1" y="24979"/>
                  </a:lnTo>
                  <a:lnTo>
                    <a:pt x="250" y="27976"/>
                  </a:lnTo>
                  <a:lnTo>
                    <a:pt x="875" y="30848"/>
                  </a:lnTo>
                  <a:lnTo>
                    <a:pt x="1499" y="33471"/>
                  </a:lnTo>
                  <a:lnTo>
                    <a:pt x="2498" y="35844"/>
                  </a:lnTo>
                  <a:lnTo>
                    <a:pt x="3622" y="38092"/>
                  </a:lnTo>
                  <a:lnTo>
                    <a:pt x="4996" y="40215"/>
                  </a:lnTo>
                  <a:lnTo>
                    <a:pt x="6495" y="41964"/>
                  </a:lnTo>
                  <a:lnTo>
                    <a:pt x="8243" y="43587"/>
                  </a:lnTo>
                  <a:lnTo>
                    <a:pt x="9992" y="45086"/>
                  </a:lnTo>
                  <a:lnTo>
                    <a:pt x="11990" y="46335"/>
                  </a:lnTo>
                  <a:lnTo>
                    <a:pt x="13988" y="47459"/>
                  </a:lnTo>
                  <a:lnTo>
                    <a:pt x="16111" y="48333"/>
                  </a:lnTo>
                  <a:lnTo>
                    <a:pt x="18235" y="48957"/>
                  </a:lnTo>
                  <a:lnTo>
                    <a:pt x="20483" y="49457"/>
                  </a:lnTo>
                  <a:lnTo>
                    <a:pt x="22731" y="49707"/>
                  </a:lnTo>
                  <a:lnTo>
                    <a:pt x="24979" y="49832"/>
                  </a:lnTo>
                  <a:lnTo>
                    <a:pt x="27352" y="49707"/>
                  </a:lnTo>
                  <a:lnTo>
                    <a:pt x="29600" y="49457"/>
                  </a:lnTo>
                  <a:lnTo>
                    <a:pt x="31848" y="48957"/>
                  </a:lnTo>
                  <a:lnTo>
                    <a:pt x="33971" y="48333"/>
                  </a:lnTo>
                  <a:lnTo>
                    <a:pt x="36094" y="47459"/>
                  </a:lnTo>
                  <a:lnTo>
                    <a:pt x="38092" y="46335"/>
                  </a:lnTo>
                  <a:lnTo>
                    <a:pt x="40091" y="45086"/>
                  </a:lnTo>
                  <a:lnTo>
                    <a:pt x="41839" y="43587"/>
                  </a:lnTo>
                  <a:lnTo>
                    <a:pt x="43463" y="41964"/>
                  </a:lnTo>
                  <a:lnTo>
                    <a:pt x="45086" y="40090"/>
                  </a:lnTo>
                  <a:lnTo>
                    <a:pt x="46335" y="38092"/>
                  </a:lnTo>
                  <a:lnTo>
                    <a:pt x="47584" y="35844"/>
                  </a:lnTo>
                  <a:lnTo>
                    <a:pt x="48458" y="33471"/>
                  </a:lnTo>
                  <a:lnTo>
                    <a:pt x="49208" y="30848"/>
                  </a:lnTo>
                  <a:lnTo>
                    <a:pt x="49707" y="27976"/>
                  </a:lnTo>
                  <a:lnTo>
                    <a:pt x="49957" y="24979"/>
                  </a:lnTo>
                  <a:lnTo>
                    <a:pt x="49957" y="24979"/>
                  </a:lnTo>
                  <a:lnTo>
                    <a:pt x="49832" y="22481"/>
                  </a:lnTo>
                  <a:lnTo>
                    <a:pt x="49457" y="19983"/>
                  </a:lnTo>
                  <a:lnTo>
                    <a:pt x="48833" y="17610"/>
                  </a:lnTo>
                  <a:lnTo>
                    <a:pt x="48084" y="15237"/>
                  </a:lnTo>
                  <a:lnTo>
                    <a:pt x="46960" y="13114"/>
                  </a:lnTo>
                  <a:lnTo>
                    <a:pt x="45711" y="10991"/>
                  </a:lnTo>
                  <a:lnTo>
                    <a:pt x="44337" y="9118"/>
                  </a:lnTo>
                  <a:lnTo>
                    <a:pt x="42713" y="7369"/>
                  </a:lnTo>
                  <a:lnTo>
                    <a:pt x="40965" y="5746"/>
                  </a:lnTo>
                  <a:lnTo>
                    <a:pt x="38966" y="4247"/>
                  </a:lnTo>
                  <a:lnTo>
                    <a:pt x="36968" y="2998"/>
                  </a:lnTo>
                  <a:lnTo>
                    <a:pt x="34720" y="1999"/>
                  </a:lnTo>
                  <a:lnTo>
                    <a:pt x="32472" y="1125"/>
                  </a:lnTo>
                  <a:lnTo>
                    <a:pt x="30099" y="500"/>
                  </a:lnTo>
                  <a:lnTo>
                    <a:pt x="27601" y="126"/>
                  </a:lnTo>
                  <a:lnTo>
                    <a:pt x="24979" y="1"/>
                  </a:lnTo>
                  <a:lnTo>
                    <a:pt x="2497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30"/>
            <p:cNvSpPr/>
            <p:nvPr/>
          </p:nvSpPr>
          <p:spPr>
            <a:xfrm>
              <a:off x="4297050" y="2350125"/>
              <a:ext cx="1102200" cy="1099025"/>
            </a:xfrm>
            <a:custGeom>
              <a:rect b="b" l="l" r="r" t="t"/>
              <a:pathLst>
                <a:path extrusionOk="0" fill="none" h="43961" w="44088">
                  <a:moveTo>
                    <a:pt x="21982" y="43961"/>
                  </a:moveTo>
                  <a:lnTo>
                    <a:pt x="21982" y="43961"/>
                  </a:lnTo>
                  <a:lnTo>
                    <a:pt x="19734" y="43836"/>
                  </a:lnTo>
                  <a:lnTo>
                    <a:pt x="17611" y="43461"/>
                  </a:lnTo>
                  <a:lnTo>
                    <a:pt x="15487" y="42962"/>
                  </a:lnTo>
                  <a:lnTo>
                    <a:pt x="13489" y="42213"/>
                  </a:lnTo>
                  <a:lnTo>
                    <a:pt x="11491" y="41213"/>
                  </a:lnTo>
                  <a:lnTo>
                    <a:pt x="9742" y="40214"/>
                  </a:lnTo>
                  <a:lnTo>
                    <a:pt x="7994" y="38841"/>
                  </a:lnTo>
                  <a:lnTo>
                    <a:pt x="6495" y="37467"/>
                  </a:lnTo>
                  <a:lnTo>
                    <a:pt x="4997" y="35843"/>
                  </a:lnTo>
                  <a:lnTo>
                    <a:pt x="3748" y="34220"/>
                  </a:lnTo>
                  <a:lnTo>
                    <a:pt x="2624" y="32346"/>
                  </a:lnTo>
                  <a:lnTo>
                    <a:pt x="1749" y="30473"/>
                  </a:lnTo>
                  <a:lnTo>
                    <a:pt x="1000" y="28475"/>
                  </a:lnTo>
                  <a:lnTo>
                    <a:pt x="501" y="26352"/>
                  </a:lnTo>
                  <a:lnTo>
                    <a:pt x="126" y="24104"/>
                  </a:lnTo>
                  <a:lnTo>
                    <a:pt x="1" y="21856"/>
                  </a:lnTo>
                  <a:lnTo>
                    <a:pt x="1" y="21856"/>
                  </a:lnTo>
                  <a:lnTo>
                    <a:pt x="251" y="19233"/>
                  </a:lnTo>
                  <a:lnTo>
                    <a:pt x="625" y="16735"/>
                  </a:lnTo>
                  <a:lnTo>
                    <a:pt x="1375" y="14487"/>
                  </a:lnTo>
                  <a:lnTo>
                    <a:pt x="2249" y="12239"/>
                  </a:lnTo>
                  <a:lnTo>
                    <a:pt x="3248" y="10366"/>
                  </a:lnTo>
                  <a:lnTo>
                    <a:pt x="4372" y="8492"/>
                  </a:lnTo>
                  <a:lnTo>
                    <a:pt x="5746" y="6869"/>
                  </a:lnTo>
                  <a:lnTo>
                    <a:pt x="7245" y="5495"/>
                  </a:lnTo>
                  <a:lnTo>
                    <a:pt x="8868" y="4121"/>
                  </a:lnTo>
                  <a:lnTo>
                    <a:pt x="10492" y="2997"/>
                  </a:lnTo>
                  <a:lnTo>
                    <a:pt x="12240" y="2123"/>
                  </a:lnTo>
                  <a:lnTo>
                    <a:pt x="14114" y="1374"/>
                  </a:lnTo>
                  <a:lnTo>
                    <a:pt x="16112" y="749"/>
                  </a:lnTo>
                  <a:lnTo>
                    <a:pt x="17985" y="250"/>
                  </a:lnTo>
                  <a:lnTo>
                    <a:pt x="19983" y="0"/>
                  </a:lnTo>
                  <a:lnTo>
                    <a:pt x="21982" y="0"/>
                  </a:lnTo>
                  <a:lnTo>
                    <a:pt x="24105" y="0"/>
                  </a:lnTo>
                  <a:lnTo>
                    <a:pt x="25978" y="250"/>
                  </a:lnTo>
                  <a:lnTo>
                    <a:pt x="27976" y="749"/>
                  </a:lnTo>
                  <a:lnTo>
                    <a:pt x="29975" y="1374"/>
                  </a:lnTo>
                  <a:lnTo>
                    <a:pt x="31723" y="2123"/>
                  </a:lnTo>
                  <a:lnTo>
                    <a:pt x="33597" y="2997"/>
                  </a:lnTo>
                  <a:lnTo>
                    <a:pt x="35220" y="4121"/>
                  </a:lnTo>
                  <a:lnTo>
                    <a:pt x="36844" y="5495"/>
                  </a:lnTo>
                  <a:lnTo>
                    <a:pt x="38342" y="6869"/>
                  </a:lnTo>
                  <a:lnTo>
                    <a:pt x="39716" y="8492"/>
                  </a:lnTo>
                  <a:lnTo>
                    <a:pt x="40840" y="10366"/>
                  </a:lnTo>
                  <a:lnTo>
                    <a:pt x="41839" y="12239"/>
                  </a:lnTo>
                  <a:lnTo>
                    <a:pt x="42714" y="14487"/>
                  </a:lnTo>
                  <a:lnTo>
                    <a:pt x="43338" y="16735"/>
                  </a:lnTo>
                  <a:lnTo>
                    <a:pt x="43838" y="19233"/>
                  </a:lnTo>
                  <a:lnTo>
                    <a:pt x="44087" y="21856"/>
                  </a:lnTo>
                  <a:lnTo>
                    <a:pt x="44087" y="21856"/>
                  </a:lnTo>
                  <a:lnTo>
                    <a:pt x="43963" y="24104"/>
                  </a:lnTo>
                  <a:lnTo>
                    <a:pt x="43588" y="26352"/>
                  </a:lnTo>
                  <a:lnTo>
                    <a:pt x="43088" y="28475"/>
                  </a:lnTo>
                  <a:lnTo>
                    <a:pt x="42339" y="30473"/>
                  </a:lnTo>
                  <a:lnTo>
                    <a:pt x="41465" y="32346"/>
                  </a:lnTo>
                  <a:lnTo>
                    <a:pt x="40341" y="34220"/>
                  </a:lnTo>
                  <a:lnTo>
                    <a:pt x="39092" y="35843"/>
                  </a:lnTo>
                  <a:lnTo>
                    <a:pt x="37593" y="37467"/>
                  </a:lnTo>
                  <a:lnTo>
                    <a:pt x="36094" y="38841"/>
                  </a:lnTo>
                  <a:lnTo>
                    <a:pt x="34346" y="40214"/>
                  </a:lnTo>
                  <a:lnTo>
                    <a:pt x="32473" y="41213"/>
                  </a:lnTo>
                  <a:lnTo>
                    <a:pt x="30599" y="42213"/>
                  </a:lnTo>
                  <a:lnTo>
                    <a:pt x="28601" y="42962"/>
                  </a:lnTo>
                  <a:lnTo>
                    <a:pt x="26478" y="43461"/>
                  </a:lnTo>
                  <a:lnTo>
                    <a:pt x="24230" y="43836"/>
                  </a:lnTo>
                  <a:lnTo>
                    <a:pt x="21982" y="43961"/>
                  </a:lnTo>
                  <a:lnTo>
                    <a:pt x="21982" y="4396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30"/>
            <p:cNvSpPr/>
            <p:nvPr/>
          </p:nvSpPr>
          <p:spPr>
            <a:xfrm>
              <a:off x="4846575" y="34491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30"/>
            <p:cNvSpPr/>
            <p:nvPr/>
          </p:nvSpPr>
          <p:spPr>
            <a:xfrm>
              <a:off x="4368875" y="2418800"/>
              <a:ext cx="955425" cy="952300"/>
            </a:xfrm>
            <a:custGeom>
              <a:rect b="b" l="l" r="r" t="t"/>
              <a:pathLst>
                <a:path extrusionOk="0" h="38092" w="38217">
                  <a:moveTo>
                    <a:pt x="20607" y="2998"/>
                  </a:moveTo>
                  <a:lnTo>
                    <a:pt x="22106" y="3248"/>
                  </a:lnTo>
                  <a:lnTo>
                    <a:pt x="23480" y="3497"/>
                  </a:lnTo>
                  <a:lnTo>
                    <a:pt x="24729" y="3997"/>
                  </a:lnTo>
                  <a:lnTo>
                    <a:pt x="26103" y="4497"/>
                  </a:lnTo>
                  <a:lnTo>
                    <a:pt x="27352" y="5121"/>
                  </a:lnTo>
                  <a:lnTo>
                    <a:pt x="28476" y="5870"/>
                  </a:lnTo>
                  <a:lnTo>
                    <a:pt x="29600" y="6745"/>
                  </a:lnTo>
                  <a:lnTo>
                    <a:pt x="30599" y="7744"/>
                  </a:lnTo>
                  <a:lnTo>
                    <a:pt x="31473" y="8743"/>
                  </a:lnTo>
                  <a:lnTo>
                    <a:pt x="32347" y="9867"/>
                  </a:lnTo>
                  <a:lnTo>
                    <a:pt x="33096" y="10991"/>
                  </a:lnTo>
                  <a:lnTo>
                    <a:pt x="33721" y="12240"/>
                  </a:lnTo>
                  <a:lnTo>
                    <a:pt x="34345" y="13489"/>
                  </a:lnTo>
                  <a:lnTo>
                    <a:pt x="34720" y="14862"/>
                  </a:lnTo>
                  <a:lnTo>
                    <a:pt x="35095" y="16236"/>
                  </a:lnTo>
                  <a:lnTo>
                    <a:pt x="3248" y="16236"/>
                  </a:lnTo>
                  <a:lnTo>
                    <a:pt x="3622" y="14862"/>
                  </a:lnTo>
                  <a:lnTo>
                    <a:pt x="3997" y="13489"/>
                  </a:lnTo>
                  <a:lnTo>
                    <a:pt x="4621" y="12240"/>
                  </a:lnTo>
                  <a:lnTo>
                    <a:pt x="5246" y="10991"/>
                  </a:lnTo>
                  <a:lnTo>
                    <a:pt x="5995" y="9867"/>
                  </a:lnTo>
                  <a:lnTo>
                    <a:pt x="6869" y="8743"/>
                  </a:lnTo>
                  <a:lnTo>
                    <a:pt x="7744" y="7744"/>
                  </a:lnTo>
                  <a:lnTo>
                    <a:pt x="8743" y="6745"/>
                  </a:lnTo>
                  <a:lnTo>
                    <a:pt x="9867" y="5870"/>
                  </a:lnTo>
                  <a:lnTo>
                    <a:pt x="10991" y="5121"/>
                  </a:lnTo>
                  <a:lnTo>
                    <a:pt x="12240" y="4497"/>
                  </a:lnTo>
                  <a:lnTo>
                    <a:pt x="13489" y="3997"/>
                  </a:lnTo>
                  <a:lnTo>
                    <a:pt x="14862" y="3497"/>
                  </a:lnTo>
                  <a:lnTo>
                    <a:pt x="16236" y="3248"/>
                  </a:lnTo>
                  <a:lnTo>
                    <a:pt x="17735" y="2998"/>
                  </a:lnTo>
                  <a:close/>
                  <a:moveTo>
                    <a:pt x="5246" y="24978"/>
                  </a:moveTo>
                  <a:lnTo>
                    <a:pt x="6245" y="25103"/>
                  </a:lnTo>
                  <a:lnTo>
                    <a:pt x="7119" y="25228"/>
                  </a:lnTo>
                  <a:lnTo>
                    <a:pt x="8118" y="25478"/>
                  </a:lnTo>
                  <a:lnTo>
                    <a:pt x="8993" y="25728"/>
                  </a:lnTo>
                  <a:lnTo>
                    <a:pt x="9742" y="26227"/>
                  </a:lnTo>
                  <a:lnTo>
                    <a:pt x="10616" y="26602"/>
                  </a:lnTo>
                  <a:lnTo>
                    <a:pt x="11241" y="27226"/>
                  </a:lnTo>
                  <a:lnTo>
                    <a:pt x="11990" y="27851"/>
                  </a:lnTo>
                  <a:lnTo>
                    <a:pt x="12614" y="28475"/>
                  </a:lnTo>
                  <a:lnTo>
                    <a:pt x="13114" y="29225"/>
                  </a:lnTo>
                  <a:lnTo>
                    <a:pt x="13614" y="29974"/>
                  </a:lnTo>
                  <a:lnTo>
                    <a:pt x="13988" y="30848"/>
                  </a:lnTo>
                  <a:lnTo>
                    <a:pt x="14363" y="31722"/>
                  </a:lnTo>
                  <a:lnTo>
                    <a:pt x="14613" y="32597"/>
                  </a:lnTo>
                  <a:lnTo>
                    <a:pt x="14738" y="33596"/>
                  </a:lnTo>
                  <a:lnTo>
                    <a:pt x="14738" y="34470"/>
                  </a:lnTo>
                  <a:lnTo>
                    <a:pt x="14738" y="34720"/>
                  </a:lnTo>
                  <a:lnTo>
                    <a:pt x="12989" y="34095"/>
                  </a:lnTo>
                  <a:lnTo>
                    <a:pt x="11241" y="33221"/>
                  </a:lnTo>
                  <a:lnTo>
                    <a:pt x="9742" y="32222"/>
                  </a:lnTo>
                  <a:lnTo>
                    <a:pt x="8243" y="31098"/>
                  </a:lnTo>
                  <a:lnTo>
                    <a:pt x="6994" y="29724"/>
                  </a:lnTo>
                  <a:lnTo>
                    <a:pt x="5870" y="28350"/>
                  </a:lnTo>
                  <a:lnTo>
                    <a:pt x="4871" y="26727"/>
                  </a:lnTo>
                  <a:lnTo>
                    <a:pt x="4122" y="24978"/>
                  </a:lnTo>
                  <a:close/>
                  <a:moveTo>
                    <a:pt x="34221" y="24978"/>
                  </a:moveTo>
                  <a:lnTo>
                    <a:pt x="33471" y="26727"/>
                  </a:lnTo>
                  <a:lnTo>
                    <a:pt x="32472" y="28350"/>
                  </a:lnTo>
                  <a:lnTo>
                    <a:pt x="31348" y="29724"/>
                  </a:lnTo>
                  <a:lnTo>
                    <a:pt x="29974" y="31098"/>
                  </a:lnTo>
                  <a:lnTo>
                    <a:pt x="28600" y="32222"/>
                  </a:lnTo>
                  <a:lnTo>
                    <a:pt x="26977" y="33221"/>
                  </a:lnTo>
                  <a:lnTo>
                    <a:pt x="25353" y="34095"/>
                  </a:lnTo>
                  <a:lnTo>
                    <a:pt x="23605" y="34720"/>
                  </a:lnTo>
                  <a:lnTo>
                    <a:pt x="23605" y="34470"/>
                  </a:lnTo>
                  <a:lnTo>
                    <a:pt x="23605" y="33596"/>
                  </a:lnTo>
                  <a:lnTo>
                    <a:pt x="23730" y="32597"/>
                  </a:lnTo>
                  <a:lnTo>
                    <a:pt x="23979" y="31722"/>
                  </a:lnTo>
                  <a:lnTo>
                    <a:pt x="24354" y="30848"/>
                  </a:lnTo>
                  <a:lnTo>
                    <a:pt x="24729" y="29974"/>
                  </a:lnTo>
                  <a:lnTo>
                    <a:pt x="25228" y="29225"/>
                  </a:lnTo>
                  <a:lnTo>
                    <a:pt x="25728" y="28475"/>
                  </a:lnTo>
                  <a:lnTo>
                    <a:pt x="26352" y="27851"/>
                  </a:lnTo>
                  <a:lnTo>
                    <a:pt x="26977" y="27226"/>
                  </a:lnTo>
                  <a:lnTo>
                    <a:pt x="27726" y="26602"/>
                  </a:lnTo>
                  <a:lnTo>
                    <a:pt x="28600" y="26227"/>
                  </a:lnTo>
                  <a:lnTo>
                    <a:pt x="29350" y="25728"/>
                  </a:lnTo>
                  <a:lnTo>
                    <a:pt x="30224" y="25478"/>
                  </a:lnTo>
                  <a:lnTo>
                    <a:pt x="31098" y="25228"/>
                  </a:lnTo>
                  <a:lnTo>
                    <a:pt x="32097" y="25103"/>
                  </a:lnTo>
                  <a:lnTo>
                    <a:pt x="33096" y="24978"/>
                  </a:lnTo>
                  <a:close/>
                  <a:moveTo>
                    <a:pt x="35345" y="19109"/>
                  </a:moveTo>
                  <a:lnTo>
                    <a:pt x="35220" y="20607"/>
                  </a:lnTo>
                  <a:lnTo>
                    <a:pt x="35095" y="22106"/>
                  </a:lnTo>
                  <a:lnTo>
                    <a:pt x="31848" y="22106"/>
                  </a:lnTo>
                  <a:lnTo>
                    <a:pt x="30599" y="22356"/>
                  </a:lnTo>
                  <a:lnTo>
                    <a:pt x="29350" y="22606"/>
                  </a:lnTo>
                  <a:lnTo>
                    <a:pt x="28226" y="23105"/>
                  </a:lnTo>
                  <a:lnTo>
                    <a:pt x="27102" y="23605"/>
                  </a:lnTo>
                  <a:lnTo>
                    <a:pt x="26103" y="24229"/>
                  </a:lnTo>
                  <a:lnTo>
                    <a:pt x="25103" y="24978"/>
                  </a:lnTo>
                  <a:lnTo>
                    <a:pt x="24229" y="25728"/>
                  </a:lnTo>
                  <a:lnTo>
                    <a:pt x="23480" y="26602"/>
                  </a:lnTo>
                  <a:lnTo>
                    <a:pt x="22731" y="27601"/>
                  </a:lnTo>
                  <a:lnTo>
                    <a:pt x="22106" y="28600"/>
                  </a:lnTo>
                  <a:lnTo>
                    <a:pt x="21607" y="29724"/>
                  </a:lnTo>
                  <a:lnTo>
                    <a:pt x="21232" y="30848"/>
                  </a:lnTo>
                  <a:lnTo>
                    <a:pt x="20857" y="31972"/>
                  </a:lnTo>
                  <a:lnTo>
                    <a:pt x="20732" y="33221"/>
                  </a:lnTo>
                  <a:lnTo>
                    <a:pt x="20607" y="34470"/>
                  </a:lnTo>
                  <a:lnTo>
                    <a:pt x="20607" y="35219"/>
                  </a:lnTo>
                  <a:lnTo>
                    <a:pt x="19109" y="35344"/>
                  </a:lnTo>
                  <a:lnTo>
                    <a:pt x="17735" y="35219"/>
                  </a:lnTo>
                  <a:lnTo>
                    <a:pt x="17735" y="34470"/>
                  </a:lnTo>
                  <a:lnTo>
                    <a:pt x="17610" y="33221"/>
                  </a:lnTo>
                  <a:lnTo>
                    <a:pt x="17485" y="31972"/>
                  </a:lnTo>
                  <a:lnTo>
                    <a:pt x="17110" y="30848"/>
                  </a:lnTo>
                  <a:lnTo>
                    <a:pt x="16736" y="29724"/>
                  </a:lnTo>
                  <a:lnTo>
                    <a:pt x="16236" y="28600"/>
                  </a:lnTo>
                  <a:lnTo>
                    <a:pt x="15612" y="27601"/>
                  </a:lnTo>
                  <a:lnTo>
                    <a:pt x="14862" y="26602"/>
                  </a:lnTo>
                  <a:lnTo>
                    <a:pt x="13988" y="25728"/>
                  </a:lnTo>
                  <a:lnTo>
                    <a:pt x="13114" y="24978"/>
                  </a:lnTo>
                  <a:lnTo>
                    <a:pt x="12240" y="24229"/>
                  </a:lnTo>
                  <a:lnTo>
                    <a:pt x="11116" y="23605"/>
                  </a:lnTo>
                  <a:lnTo>
                    <a:pt x="10117" y="23105"/>
                  </a:lnTo>
                  <a:lnTo>
                    <a:pt x="8993" y="22606"/>
                  </a:lnTo>
                  <a:lnTo>
                    <a:pt x="7744" y="22356"/>
                  </a:lnTo>
                  <a:lnTo>
                    <a:pt x="6495" y="22106"/>
                  </a:lnTo>
                  <a:lnTo>
                    <a:pt x="3248" y="22106"/>
                  </a:lnTo>
                  <a:lnTo>
                    <a:pt x="3123" y="20607"/>
                  </a:lnTo>
                  <a:lnTo>
                    <a:pt x="2998" y="19109"/>
                  </a:lnTo>
                  <a:close/>
                  <a:moveTo>
                    <a:pt x="19109" y="1"/>
                  </a:moveTo>
                  <a:lnTo>
                    <a:pt x="17235" y="125"/>
                  </a:lnTo>
                  <a:lnTo>
                    <a:pt x="15362" y="375"/>
                  </a:lnTo>
                  <a:lnTo>
                    <a:pt x="13489" y="875"/>
                  </a:lnTo>
                  <a:lnTo>
                    <a:pt x="11740" y="1499"/>
                  </a:lnTo>
                  <a:lnTo>
                    <a:pt x="10117" y="2373"/>
                  </a:lnTo>
                  <a:lnTo>
                    <a:pt x="8493" y="3248"/>
                  </a:lnTo>
                  <a:lnTo>
                    <a:pt x="6994" y="4372"/>
                  </a:lnTo>
                  <a:lnTo>
                    <a:pt x="5621" y="5621"/>
                  </a:lnTo>
                  <a:lnTo>
                    <a:pt x="4372" y="6994"/>
                  </a:lnTo>
                  <a:lnTo>
                    <a:pt x="3372" y="8493"/>
                  </a:lnTo>
                  <a:lnTo>
                    <a:pt x="2373" y="9992"/>
                  </a:lnTo>
                  <a:lnTo>
                    <a:pt x="1624" y="11740"/>
                  </a:lnTo>
                  <a:lnTo>
                    <a:pt x="875" y="13489"/>
                  </a:lnTo>
                  <a:lnTo>
                    <a:pt x="500" y="15237"/>
                  </a:lnTo>
                  <a:lnTo>
                    <a:pt x="125" y="17235"/>
                  </a:lnTo>
                  <a:lnTo>
                    <a:pt x="0" y="19109"/>
                  </a:lnTo>
                  <a:lnTo>
                    <a:pt x="250" y="21482"/>
                  </a:lnTo>
                  <a:lnTo>
                    <a:pt x="625" y="23605"/>
                  </a:lnTo>
                  <a:lnTo>
                    <a:pt x="1249" y="25603"/>
                  </a:lnTo>
                  <a:lnTo>
                    <a:pt x="1999" y="27476"/>
                  </a:lnTo>
                  <a:lnTo>
                    <a:pt x="2873" y="29225"/>
                  </a:lnTo>
                  <a:lnTo>
                    <a:pt x="3872" y="30723"/>
                  </a:lnTo>
                  <a:lnTo>
                    <a:pt x="4996" y="32097"/>
                  </a:lnTo>
                  <a:lnTo>
                    <a:pt x="6370" y="33346"/>
                  </a:lnTo>
                  <a:lnTo>
                    <a:pt x="7744" y="34470"/>
                  </a:lnTo>
                  <a:lnTo>
                    <a:pt x="9117" y="35469"/>
                  </a:lnTo>
                  <a:lnTo>
                    <a:pt x="10741" y="36343"/>
                  </a:lnTo>
                  <a:lnTo>
                    <a:pt x="12365" y="36968"/>
                  </a:lnTo>
                  <a:lnTo>
                    <a:pt x="13988" y="37467"/>
                  </a:lnTo>
                  <a:lnTo>
                    <a:pt x="15737" y="37842"/>
                  </a:lnTo>
                  <a:lnTo>
                    <a:pt x="17485" y="38092"/>
                  </a:lnTo>
                  <a:lnTo>
                    <a:pt x="20857" y="38092"/>
                  </a:lnTo>
                  <a:lnTo>
                    <a:pt x="22606" y="37842"/>
                  </a:lnTo>
                  <a:lnTo>
                    <a:pt x="24354" y="37467"/>
                  </a:lnTo>
                  <a:lnTo>
                    <a:pt x="25978" y="36968"/>
                  </a:lnTo>
                  <a:lnTo>
                    <a:pt x="27601" y="36343"/>
                  </a:lnTo>
                  <a:lnTo>
                    <a:pt x="29100" y="35469"/>
                  </a:lnTo>
                  <a:lnTo>
                    <a:pt x="30599" y="34470"/>
                  </a:lnTo>
                  <a:lnTo>
                    <a:pt x="31972" y="33346"/>
                  </a:lnTo>
                  <a:lnTo>
                    <a:pt x="33221" y="32097"/>
                  </a:lnTo>
                  <a:lnTo>
                    <a:pt x="34470" y="30723"/>
                  </a:lnTo>
                  <a:lnTo>
                    <a:pt x="35469" y="29100"/>
                  </a:lnTo>
                  <a:lnTo>
                    <a:pt x="36344" y="27476"/>
                  </a:lnTo>
                  <a:lnTo>
                    <a:pt x="37093" y="25603"/>
                  </a:lnTo>
                  <a:lnTo>
                    <a:pt x="37717" y="23605"/>
                  </a:lnTo>
                  <a:lnTo>
                    <a:pt x="38092" y="21482"/>
                  </a:lnTo>
                  <a:lnTo>
                    <a:pt x="38217" y="19109"/>
                  </a:lnTo>
                  <a:lnTo>
                    <a:pt x="38217" y="17235"/>
                  </a:lnTo>
                  <a:lnTo>
                    <a:pt x="37842" y="15237"/>
                  </a:lnTo>
                  <a:lnTo>
                    <a:pt x="37343" y="13489"/>
                  </a:lnTo>
                  <a:lnTo>
                    <a:pt x="36718" y="11740"/>
                  </a:lnTo>
                  <a:lnTo>
                    <a:pt x="35969" y="9992"/>
                  </a:lnTo>
                  <a:lnTo>
                    <a:pt x="34970" y="8493"/>
                  </a:lnTo>
                  <a:lnTo>
                    <a:pt x="33846" y="6994"/>
                  </a:lnTo>
                  <a:lnTo>
                    <a:pt x="32722" y="5621"/>
                  </a:lnTo>
                  <a:lnTo>
                    <a:pt x="31348" y="4372"/>
                  </a:lnTo>
                  <a:lnTo>
                    <a:pt x="29849" y="3248"/>
                  </a:lnTo>
                  <a:lnTo>
                    <a:pt x="28226" y="2373"/>
                  </a:lnTo>
                  <a:lnTo>
                    <a:pt x="26602" y="1499"/>
                  </a:lnTo>
                  <a:lnTo>
                    <a:pt x="24854" y="875"/>
                  </a:lnTo>
                  <a:lnTo>
                    <a:pt x="22980" y="375"/>
                  </a:lnTo>
                  <a:lnTo>
                    <a:pt x="21107" y="125"/>
                  </a:lnTo>
                  <a:lnTo>
                    <a:pt x="1910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30"/>
            <p:cNvSpPr/>
            <p:nvPr/>
          </p:nvSpPr>
          <p:spPr>
            <a:xfrm>
              <a:off x="4368875" y="2418800"/>
              <a:ext cx="955425" cy="952300"/>
            </a:xfrm>
            <a:custGeom>
              <a:rect b="b" l="l" r="r" t="t"/>
              <a:pathLst>
                <a:path extrusionOk="0" fill="none" h="38092" w="38217">
                  <a:moveTo>
                    <a:pt x="19109" y="1"/>
                  </a:moveTo>
                  <a:lnTo>
                    <a:pt x="19109" y="1"/>
                  </a:lnTo>
                  <a:lnTo>
                    <a:pt x="17235" y="125"/>
                  </a:lnTo>
                  <a:lnTo>
                    <a:pt x="15362" y="375"/>
                  </a:lnTo>
                  <a:lnTo>
                    <a:pt x="13489" y="875"/>
                  </a:lnTo>
                  <a:lnTo>
                    <a:pt x="11740" y="1499"/>
                  </a:lnTo>
                  <a:lnTo>
                    <a:pt x="10117" y="2373"/>
                  </a:lnTo>
                  <a:lnTo>
                    <a:pt x="8493" y="3248"/>
                  </a:lnTo>
                  <a:lnTo>
                    <a:pt x="6994" y="4372"/>
                  </a:lnTo>
                  <a:lnTo>
                    <a:pt x="5621" y="5621"/>
                  </a:lnTo>
                  <a:lnTo>
                    <a:pt x="4372" y="6994"/>
                  </a:lnTo>
                  <a:lnTo>
                    <a:pt x="3372" y="8493"/>
                  </a:lnTo>
                  <a:lnTo>
                    <a:pt x="2373" y="9992"/>
                  </a:lnTo>
                  <a:lnTo>
                    <a:pt x="1624" y="11740"/>
                  </a:lnTo>
                  <a:lnTo>
                    <a:pt x="875" y="13489"/>
                  </a:lnTo>
                  <a:lnTo>
                    <a:pt x="500" y="15237"/>
                  </a:lnTo>
                  <a:lnTo>
                    <a:pt x="125" y="17235"/>
                  </a:lnTo>
                  <a:lnTo>
                    <a:pt x="0" y="19109"/>
                  </a:lnTo>
                  <a:lnTo>
                    <a:pt x="0" y="19109"/>
                  </a:lnTo>
                  <a:lnTo>
                    <a:pt x="250" y="21482"/>
                  </a:lnTo>
                  <a:lnTo>
                    <a:pt x="625" y="23605"/>
                  </a:lnTo>
                  <a:lnTo>
                    <a:pt x="1249" y="25603"/>
                  </a:lnTo>
                  <a:lnTo>
                    <a:pt x="1999" y="27476"/>
                  </a:lnTo>
                  <a:lnTo>
                    <a:pt x="2873" y="29225"/>
                  </a:lnTo>
                  <a:lnTo>
                    <a:pt x="3872" y="30723"/>
                  </a:lnTo>
                  <a:lnTo>
                    <a:pt x="4996" y="32097"/>
                  </a:lnTo>
                  <a:lnTo>
                    <a:pt x="6370" y="33346"/>
                  </a:lnTo>
                  <a:lnTo>
                    <a:pt x="7744" y="34470"/>
                  </a:lnTo>
                  <a:lnTo>
                    <a:pt x="9117" y="35469"/>
                  </a:lnTo>
                  <a:lnTo>
                    <a:pt x="10741" y="36343"/>
                  </a:lnTo>
                  <a:lnTo>
                    <a:pt x="12365" y="36968"/>
                  </a:lnTo>
                  <a:lnTo>
                    <a:pt x="13988" y="37467"/>
                  </a:lnTo>
                  <a:lnTo>
                    <a:pt x="15737" y="37842"/>
                  </a:lnTo>
                  <a:lnTo>
                    <a:pt x="17485" y="38092"/>
                  </a:lnTo>
                  <a:lnTo>
                    <a:pt x="19109" y="38092"/>
                  </a:lnTo>
                  <a:lnTo>
                    <a:pt x="20857" y="38092"/>
                  </a:lnTo>
                  <a:lnTo>
                    <a:pt x="22606" y="37842"/>
                  </a:lnTo>
                  <a:lnTo>
                    <a:pt x="24354" y="37467"/>
                  </a:lnTo>
                  <a:lnTo>
                    <a:pt x="25978" y="36968"/>
                  </a:lnTo>
                  <a:lnTo>
                    <a:pt x="27601" y="36343"/>
                  </a:lnTo>
                  <a:lnTo>
                    <a:pt x="29100" y="35469"/>
                  </a:lnTo>
                  <a:lnTo>
                    <a:pt x="30599" y="34470"/>
                  </a:lnTo>
                  <a:lnTo>
                    <a:pt x="31972" y="33346"/>
                  </a:lnTo>
                  <a:lnTo>
                    <a:pt x="33221" y="32097"/>
                  </a:lnTo>
                  <a:lnTo>
                    <a:pt x="34470" y="30723"/>
                  </a:lnTo>
                  <a:lnTo>
                    <a:pt x="35469" y="29100"/>
                  </a:lnTo>
                  <a:lnTo>
                    <a:pt x="36344" y="27476"/>
                  </a:lnTo>
                  <a:lnTo>
                    <a:pt x="37093" y="25603"/>
                  </a:lnTo>
                  <a:lnTo>
                    <a:pt x="37717" y="23605"/>
                  </a:lnTo>
                  <a:lnTo>
                    <a:pt x="38092" y="21482"/>
                  </a:lnTo>
                  <a:lnTo>
                    <a:pt x="38217" y="19109"/>
                  </a:lnTo>
                  <a:lnTo>
                    <a:pt x="38217" y="19109"/>
                  </a:lnTo>
                  <a:lnTo>
                    <a:pt x="38217" y="17235"/>
                  </a:lnTo>
                  <a:lnTo>
                    <a:pt x="37842" y="15237"/>
                  </a:lnTo>
                  <a:lnTo>
                    <a:pt x="37343" y="13489"/>
                  </a:lnTo>
                  <a:lnTo>
                    <a:pt x="36718" y="11740"/>
                  </a:lnTo>
                  <a:lnTo>
                    <a:pt x="35969" y="9992"/>
                  </a:lnTo>
                  <a:lnTo>
                    <a:pt x="34970" y="8493"/>
                  </a:lnTo>
                  <a:lnTo>
                    <a:pt x="33846" y="6994"/>
                  </a:lnTo>
                  <a:lnTo>
                    <a:pt x="32722" y="5621"/>
                  </a:lnTo>
                  <a:lnTo>
                    <a:pt x="31348" y="4372"/>
                  </a:lnTo>
                  <a:lnTo>
                    <a:pt x="29849" y="3248"/>
                  </a:lnTo>
                  <a:lnTo>
                    <a:pt x="28226" y="2373"/>
                  </a:lnTo>
                  <a:lnTo>
                    <a:pt x="26602" y="1499"/>
                  </a:lnTo>
                  <a:lnTo>
                    <a:pt x="24854" y="875"/>
                  </a:lnTo>
                  <a:lnTo>
                    <a:pt x="22980" y="375"/>
                  </a:lnTo>
                  <a:lnTo>
                    <a:pt x="21107" y="125"/>
                  </a:lnTo>
                  <a:lnTo>
                    <a:pt x="19109" y="1"/>
                  </a:lnTo>
                  <a:lnTo>
                    <a:pt x="1910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30"/>
            <p:cNvSpPr/>
            <p:nvPr/>
          </p:nvSpPr>
          <p:spPr>
            <a:xfrm>
              <a:off x="4450050" y="2493725"/>
              <a:ext cx="796200" cy="331000"/>
            </a:xfrm>
            <a:custGeom>
              <a:rect b="b" l="l" r="r" t="t"/>
              <a:pathLst>
                <a:path extrusionOk="0" fill="none" h="13240" w="31848">
                  <a:moveTo>
                    <a:pt x="15862" y="1"/>
                  </a:moveTo>
                  <a:lnTo>
                    <a:pt x="15862" y="1"/>
                  </a:lnTo>
                  <a:lnTo>
                    <a:pt x="17360" y="1"/>
                  </a:lnTo>
                  <a:lnTo>
                    <a:pt x="18859" y="251"/>
                  </a:lnTo>
                  <a:lnTo>
                    <a:pt x="20233" y="500"/>
                  </a:lnTo>
                  <a:lnTo>
                    <a:pt x="21482" y="1000"/>
                  </a:lnTo>
                  <a:lnTo>
                    <a:pt x="22856" y="1500"/>
                  </a:lnTo>
                  <a:lnTo>
                    <a:pt x="24105" y="2124"/>
                  </a:lnTo>
                  <a:lnTo>
                    <a:pt x="25229" y="2873"/>
                  </a:lnTo>
                  <a:lnTo>
                    <a:pt x="26353" y="3748"/>
                  </a:lnTo>
                  <a:lnTo>
                    <a:pt x="27352" y="4747"/>
                  </a:lnTo>
                  <a:lnTo>
                    <a:pt x="28226" y="5746"/>
                  </a:lnTo>
                  <a:lnTo>
                    <a:pt x="29100" y="6870"/>
                  </a:lnTo>
                  <a:lnTo>
                    <a:pt x="29849" y="7994"/>
                  </a:lnTo>
                  <a:lnTo>
                    <a:pt x="30474" y="9243"/>
                  </a:lnTo>
                  <a:lnTo>
                    <a:pt x="31098" y="10492"/>
                  </a:lnTo>
                  <a:lnTo>
                    <a:pt x="31473" y="11865"/>
                  </a:lnTo>
                  <a:lnTo>
                    <a:pt x="31848" y="13239"/>
                  </a:lnTo>
                  <a:lnTo>
                    <a:pt x="1" y="13239"/>
                  </a:lnTo>
                  <a:lnTo>
                    <a:pt x="1" y="13239"/>
                  </a:lnTo>
                  <a:lnTo>
                    <a:pt x="375" y="11865"/>
                  </a:lnTo>
                  <a:lnTo>
                    <a:pt x="750" y="10492"/>
                  </a:lnTo>
                  <a:lnTo>
                    <a:pt x="1374" y="9243"/>
                  </a:lnTo>
                  <a:lnTo>
                    <a:pt x="1999" y="7994"/>
                  </a:lnTo>
                  <a:lnTo>
                    <a:pt x="2748" y="6870"/>
                  </a:lnTo>
                  <a:lnTo>
                    <a:pt x="3622" y="5746"/>
                  </a:lnTo>
                  <a:lnTo>
                    <a:pt x="4497" y="4747"/>
                  </a:lnTo>
                  <a:lnTo>
                    <a:pt x="5496" y="3748"/>
                  </a:lnTo>
                  <a:lnTo>
                    <a:pt x="6620" y="2873"/>
                  </a:lnTo>
                  <a:lnTo>
                    <a:pt x="7744" y="2124"/>
                  </a:lnTo>
                  <a:lnTo>
                    <a:pt x="8993" y="1500"/>
                  </a:lnTo>
                  <a:lnTo>
                    <a:pt x="10242" y="1000"/>
                  </a:lnTo>
                  <a:lnTo>
                    <a:pt x="11615" y="500"/>
                  </a:lnTo>
                  <a:lnTo>
                    <a:pt x="12989" y="251"/>
                  </a:lnTo>
                  <a:lnTo>
                    <a:pt x="14488" y="1"/>
                  </a:lnTo>
                  <a:lnTo>
                    <a:pt x="15862" y="1"/>
                  </a:lnTo>
                  <a:lnTo>
                    <a:pt x="15862"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30"/>
            <p:cNvSpPr/>
            <p:nvPr/>
          </p:nvSpPr>
          <p:spPr>
            <a:xfrm>
              <a:off x="4471900" y="3043250"/>
              <a:ext cx="265425" cy="243550"/>
            </a:xfrm>
            <a:custGeom>
              <a:rect b="b" l="l" r="r" t="t"/>
              <a:pathLst>
                <a:path extrusionOk="0" fill="none" h="9742" w="10617">
                  <a:moveTo>
                    <a:pt x="1" y="0"/>
                  </a:moveTo>
                  <a:lnTo>
                    <a:pt x="1125" y="0"/>
                  </a:lnTo>
                  <a:lnTo>
                    <a:pt x="1125" y="0"/>
                  </a:lnTo>
                  <a:lnTo>
                    <a:pt x="2124" y="125"/>
                  </a:lnTo>
                  <a:lnTo>
                    <a:pt x="2998" y="250"/>
                  </a:lnTo>
                  <a:lnTo>
                    <a:pt x="3997" y="500"/>
                  </a:lnTo>
                  <a:lnTo>
                    <a:pt x="4872" y="750"/>
                  </a:lnTo>
                  <a:lnTo>
                    <a:pt x="5621" y="1249"/>
                  </a:lnTo>
                  <a:lnTo>
                    <a:pt x="6495" y="1624"/>
                  </a:lnTo>
                  <a:lnTo>
                    <a:pt x="7120" y="2248"/>
                  </a:lnTo>
                  <a:lnTo>
                    <a:pt x="7869" y="2873"/>
                  </a:lnTo>
                  <a:lnTo>
                    <a:pt x="8493" y="3497"/>
                  </a:lnTo>
                  <a:lnTo>
                    <a:pt x="8993" y="4247"/>
                  </a:lnTo>
                  <a:lnTo>
                    <a:pt x="9493" y="4996"/>
                  </a:lnTo>
                  <a:lnTo>
                    <a:pt x="9867" y="5870"/>
                  </a:lnTo>
                  <a:lnTo>
                    <a:pt x="10242" y="6744"/>
                  </a:lnTo>
                  <a:lnTo>
                    <a:pt x="10492" y="7619"/>
                  </a:lnTo>
                  <a:lnTo>
                    <a:pt x="10617" y="8618"/>
                  </a:lnTo>
                  <a:lnTo>
                    <a:pt x="10617" y="9492"/>
                  </a:lnTo>
                  <a:lnTo>
                    <a:pt x="10617" y="9742"/>
                  </a:lnTo>
                  <a:lnTo>
                    <a:pt x="10617" y="9742"/>
                  </a:lnTo>
                  <a:lnTo>
                    <a:pt x="8868" y="9117"/>
                  </a:lnTo>
                  <a:lnTo>
                    <a:pt x="7120" y="8243"/>
                  </a:lnTo>
                  <a:lnTo>
                    <a:pt x="5621" y="7244"/>
                  </a:lnTo>
                  <a:lnTo>
                    <a:pt x="4122" y="6120"/>
                  </a:lnTo>
                  <a:lnTo>
                    <a:pt x="2873" y="4746"/>
                  </a:lnTo>
                  <a:lnTo>
                    <a:pt x="1749" y="3372"/>
                  </a:lnTo>
                  <a:lnTo>
                    <a:pt x="750" y="1749"/>
                  </a:lnTo>
                  <a:lnTo>
                    <a:pt x="1" y="0"/>
                  </a:lnTo>
                  <a:lnTo>
                    <a:pt x="1"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30"/>
            <p:cNvSpPr/>
            <p:nvPr/>
          </p:nvSpPr>
          <p:spPr>
            <a:xfrm>
              <a:off x="4958975" y="3043250"/>
              <a:ext cx="265425" cy="243550"/>
            </a:xfrm>
            <a:custGeom>
              <a:rect b="b" l="l" r="r" t="t"/>
              <a:pathLst>
                <a:path extrusionOk="0" fill="none" h="9742" w="10617">
                  <a:moveTo>
                    <a:pt x="1" y="9742"/>
                  </a:moveTo>
                  <a:lnTo>
                    <a:pt x="1" y="9492"/>
                  </a:lnTo>
                  <a:lnTo>
                    <a:pt x="1" y="9492"/>
                  </a:lnTo>
                  <a:lnTo>
                    <a:pt x="1" y="8618"/>
                  </a:lnTo>
                  <a:lnTo>
                    <a:pt x="126" y="7619"/>
                  </a:lnTo>
                  <a:lnTo>
                    <a:pt x="375" y="6744"/>
                  </a:lnTo>
                  <a:lnTo>
                    <a:pt x="750" y="5870"/>
                  </a:lnTo>
                  <a:lnTo>
                    <a:pt x="1125" y="4996"/>
                  </a:lnTo>
                  <a:lnTo>
                    <a:pt x="1624" y="4247"/>
                  </a:lnTo>
                  <a:lnTo>
                    <a:pt x="2124" y="3497"/>
                  </a:lnTo>
                  <a:lnTo>
                    <a:pt x="2748" y="2873"/>
                  </a:lnTo>
                  <a:lnTo>
                    <a:pt x="3373" y="2248"/>
                  </a:lnTo>
                  <a:lnTo>
                    <a:pt x="4122" y="1624"/>
                  </a:lnTo>
                  <a:lnTo>
                    <a:pt x="4996" y="1249"/>
                  </a:lnTo>
                  <a:lnTo>
                    <a:pt x="5746" y="750"/>
                  </a:lnTo>
                  <a:lnTo>
                    <a:pt x="6620" y="500"/>
                  </a:lnTo>
                  <a:lnTo>
                    <a:pt x="7494" y="250"/>
                  </a:lnTo>
                  <a:lnTo>
                    <a:pt x="8493" y="125"/>
                  </a:lnTo>
                  <a:lnTo>
                    <a:pt x="9492" y="0"/>
                  </a:lnTo>
                  <a:lnTo>
                    <a:pt x="10617" y="0"/>
                  </a:lnTo>
                  <a:lnTo>
                    <a:pt x="10617" y="0"/>
                  </a:lnTo>
                  <a:lnTo>
                    <a:pt x="9867" y="1749"/>
                  </a:lnTo>
                  <a:lnTo>
                    <a:pt x="8868" y="3372"/>
                  </a:lnTo>
                  <a:lnTo>
                    <a:pt x="7744" y="4746"/>
                  </a:lnTo>
                  <a:lnTo>
                    <a:pt x="6370" y="6120"/>
                  </a:lnTo>
                  <a:lnTo>
                    <a:pt x="4996" y="7244"/>
                  </a:lnTo>
                  <a:lnTo>
                    <a:pt x="3373" y="8243"/>
                  </a:lnTo>
                  <a:lnTo>
                    <a:pt x="1749" y="9117"/>
                  </a:lnTo>
                  <a:lnTo>
                    <a:pt x="1" y="9742"/>
                  </a:lnTo>
                  <a:lnTo>
                    <a:pt x="1" y="9742"/>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30"/>
            <p:cNvSpPr/>
            <p:nvPr/>
          </p:nvSpPr>
          <p:spPr>
            <a:xfrm>
              <a:off x="4443800" y="2896500"/>
              <a:ext cx="808700" cy="405925"/>
            </a:xfrm>
            <a:custGeom>
              <a:rect b="b" l="l" r="r" t="t"/>
              <a:pathLst>
                <a:path extrusionOk="0" fill="none" h="16237" w="32348">
                  <a:moveTo>
                    <a:pt x="32098" y="2998"/>
                  </a:moveTo>
                  <a:lnTo>
                    <a:pt x="30099" y="2998"/>
                  </a:lnTo>
                  <a:lnTo>
                    <a:pt x="30099" y="2998"/>
                  </a:lnTo>
                  <a:lnTo>
                    <a:pt x="28851" y="2998"/>
                  </a:lnTo>
                  <a:lnTo>
                    <a:pt x="27602" y="3248"/>
                  </a:lnTo>
                  <a:lnTo>
                    <a:pt x="26353" y="3498"/>
                  </a:lnTo>
                  <a:lnTo>
                    <a:pt x="25229" y="3997"/>
                  </a:lnTo>
                  <a:lnTo>
                    <a:pt x="24105" y="4497"/>
                  </a:lnTo>
                  <a:lnTo>
                    <a:pt x="23106" y="5121"/>
                  </a:lnTo>
                  <a:lnTo>
                    <a:pt x="22106" y="5870"/>
                  </a:lnTo>
                  <a:lnTo>
                    <a:pt x="21232" y="6620"/>
                  </a:lnTo>
                  <a:lnTo>
                    <a:pt x="20483" y="7494"/>
                  </a:lnTo>
                  <a:lnTo>
                    <a:pt x="19734" y="8493"/>
                  </a:lnTo>
                  <a:lnTo>
                    <a:pt x="19109" y="9492"/>
                  </a:lnTo>
                  <a:lnTo>
                    <a:pt x="18610" y="10616"/>
                  </a:lnTo>
                  <a:lnTo>
                    <a:pt x="18235" y="11740"/>
                  </a:lnTo>
                  <a:lnTo>
                    <a:pt x="17860" y="12864"/>
                  </a:lnTo>
                  <a:lnTo>
                    <a:pt x="17735" y="14113"/>
                  </a:lnTo>
                  <a:lnTo>
                    <a:pt x="17610" y="15362"/>
                  </a:lnTo>
                  <a:lnTo>
                    <a:pt x="17610" y="16111"/>
                  </a:lnTo>
                  <a:lnTo>
                    <a:pt x="17610" y="16111"/>
                  </a:lnTo>
                  <a:lnTo>
                    <a:pt x="16112" y="16236"/>
                  </a:lnTo>
                  <a:lnTo>
                    <a:pt x="14738" y="16111"/>
                  </a:lnTo>
                  <a:lnTo>
                    <a:pt x="14738" y="15362"/>
                  </a:lnTo>
                  <a:lnTo>
                    <a:pt x="14738" y="15362"/>
                  </a:lnTo>
                  <a:lnTo>
                    <a:pt x="14613" y="14113"/>
                  </a:lnTo>
                  <a:lnTo>
                    <a:pt x="14488" y="12864"/>
                  </a:lnTo>
                  <a:lnTo>
                    <a:pt x="14113" y="11740"/>
                  </a:lnTo>
                  <a:lnTo>
                    <a:pt x="13739" y="10616"/>
                  </a:lnTo>
                  <a:lnTo>
                    <a:pt x="13239" y="9492"/>
                  </a:lnTo>
                  <a:lnTo>
                    <a:pt x="12615" y="8493"/>
                  </a:lnTo>
                  <a:lnTo>
                    <a:pt x="11865" y="7494"/>
                  </a:lnTo>
                  <a:lnTo>
                    <a:pt x="10991" y="6620"/>
                  </a:lnTo>
                  <a:lnTo>
                    <a:pt x="10117" y="5870"/>
                  </a:lnTo>
                  <a:lnTo>
                    <a:pt x="9243" y="5121"/>
                  </a:lnTo>
                  <a:lnTo>
                    <a:pt x="8119" y="4497"/>
                  </a:lnTo>
                  <a:lnTo>
                    <a:pt x="7120" y="3997"/>
                  </a:lnTo>
                  <a:lnTo>
                    <a:pt x="5996" y="3498"/>
                  </a:lnTo>
                  <a:lnTo>
                    <a:pt x="4747" y="3248"/>
                  </a:lnTo>
                  <a:lnTo>
                    <a:pt x="3498" y="2998"/>
                  </a:lnTo>
                  <a:lnTo>
                    <a:pt x="2249" y="2998"/>
                  </a:lnTo>
                  <a:lnTo>
                    <a:pt x="251" y="2998"/>
                  </a:lnTo>
                  <a:lnTo>
                    <a:pt x="251" y="2998"/>
                  </a:lnTo>
                  <a:lnTo>
                    <a:pt x="126" y="1499"/>
                  </a:lnTo>
                  <a:lnTo>
                    <a:pt x="1" y="1"/>
                  </a:lnTo>
                  <a:lnTo>
                    <a:pt x="32348" y="1"/>
                  </a:lnTo>
                  <a:lnTo>
                    <a:pt x="32348" y="1"/>
                  </a:lnTo>
                  <a:lnTo>
                    <a:pt x="32223" y="1499"/>
                  </a:lnTo>
                  <a:lnTo>
                    <a:pt x="32098" y="2998"/>
                  </a:lnTo>
                  <a:lnTo>
                    <a:pt x="32098" y="2998"/>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30"/>
            <p:cNvSpPr/>
            <p:nvPr/>
          </p:nvSpPr>
          <p:spPr>
            <a:xfrm>
              <a:off x="5246225" y="29714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30"/>
            <p:cNvSpPr/>
            <p:nvPr/>
          </p:nvSpPr>
          <p:spPr>
            <a:xfrm>
              <a:off x="4812225" y="2971425"/>
              <a:ext cx="71850" cy="71850"/>
            </a:xfrm>
            <a:custGeom>
              <a:rect b="b" l="l" r="r" t="t"/>
              <a:pathLst>
                <a:path extrusionOk="0" h="2874" w="2874">
                  <a:moveTo>
                    <a:pt x="1" y="1"/>
                  </a:moveTo>
                  <a:lnTo>
                    <a:pt x="1" y="2873"/>
                  </a:lnTo>
                  <a:lnTo>
                    <a:pt x="2873" y="2873"/>
                  </a:lnTo>
                  <a:lnTo>
                    <a:pt x="287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400"/>
              <a:buFont typeface="Montserrat"/>
              <a:buNone/>
              <a:defRPr b="1" i="0" sz="3400" u="none" cap="none" strike="noStrike">
                <a:solidFill>
                  <a:schemeClr val="dk1"/>
                </a:solidFill>
                <a:latin typeface="Montserrat"/>
                <a:ea typeface="Montserrat"/>
                <a:cs typeface="Montserrat"/>
                <a:sym typeface="Montserrat"/>
              </a:defRPr>
            </a:lvl1pPr>
            <a:lvl2pPr lvl="1" marR="0" rtl="0" algn="l">
              <a:lnSpc>
                <a:spcPct val="100000"/>
              </a:lnSpc>
              <a:spcBef>
                <a:spcPts val="0"/>
              </a:spcBef>
              <a:spcAft>
                <a:spcPts val="0"/>
              </a:spcAft>
              <a:buClr>
                <a:schemeClr val="dk1"/>
              </a:buClr>
              <a:buSzPts val="3400"/>
              <a:buFont typeface="Montserrat"/>
              <a:buNone/>
              <a:defRPr b="1" i="0" sz="34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chemeClr val="dk1"/>
              </a:buClr>
              <a:buSzPts val="3400"/>
              <a:buFont typeface="Montserrat"/>
              <a:buNone/>
              <a:defRPr b="1" i="0" sz="34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chemeClr val="dk1"/>
              </a:buClr>
              <a:buSzPts val="3400"/>
              <a:buFont typeface="Montserrat"/>
              <a:buNone/>
              <a:defRPr b="1" i="0" sz="34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chemeClr val="dk1"/>
              </a:buClr>
              <a:buSzPts val="3400"/>
              <a:buFont typeface="Montserrat"/>
              <a:buNone/>
              <a:defRPr b="1" i="0" sz="34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chemeClr val="dk1"/>
              </a:buClr>
              <a:buSzPts val="3400"/>
              <a:buFont typeface="Montserrat"/>
              <a:buNone/>
              <a:defRPr b="1" i="0" sz="34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chemeClr val="dk1"/>
              </a:buClr>
              <a:buSzPts val="3400"/>
              <a:buFont typeface="Montserrat"/>
              <a:buNone/>
              <a:defRPr b="1" i="0" sz="34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chemeClr val="dk1"/>
              </a:buClr>
              <a:buSzPts val="3400"/>
              <a:buFont typeface="Montserrat"/>
              <a:buNone/>
              <a:defRPr b="1" i="0" sz="34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chemeClr val="dk1"/>
              </a:buClr>
              <a:buSzPts val="3400"/>
              <a:buFont typeface="Montserrat"/>
              <a:buNone/>
              <a:defRPr b="1" i="0" sz="3400" u="none" cap="none" strike="noStrike">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00000"/>
              </a:lnSpc>
              <a:spcBef>
                <a:spcPts val="1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00000"/>
              </a:lnSpc>
              <a:spcBef>
                <a:spcPts val="1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00000"/>
              </a:lnSpc>
              <a:spcBef>
                <a:spcPts val="1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00000"/>
              </a:lnSpc>
              <a:spcBef>
                <a:spcPts val="1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00000"/>
              </a:lnSpc>
              <a:spcBef>
                <a:spcPts val="1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00000"/>
              </a:lnSpc>
              <a:spcBef>
                <a:spcPts val="1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00000"/>
              </a:lnSpc>
              <a:spcBef>
                <a:spcPts val="1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00000"/>
              </a:lnSpc>
              <a:spcBef>
                <a:spcPts val="1600"/>
              </a:spcBef>
              <a:spcAft>
                <a:spcPts val="1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31.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24.png"/><Relationship Id="rId5" Type="http://schemas.openxmlformats.org/officeDocument/2006/relationships/image" Target="../media/image29.png"/><Relationship Id="rId6" Type="http://schemas.openxmlformats.org/officeDocument/2006/relationships/image" Target="../media/image28.png"/><Relationship Id="rId7" Type="http://schemas.openxmlformats.org/officeDocument/2006/relationships/image" Target="../media/image25.png"/><Relationship Id="rId8"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id="369" name="Google Shape;369;p31"/>
          <p:cNvPicPr preferRelativeResize="0"/>
          <p:nvPr/>
        </p:nvPicPr>
        <p:blipFill rotWithShape="1">
          <a:blip r:embed="rId3">
            <a:alphaModFix/>
          </a:blip>
          <a:srcRect b="0" l="0" r="32764" t="0"/>
          <a:stretch/>
        </p:blipFill>
        <p:spPr>
          <a:xfrm>
            <a:off x="5408100" y="357750"/>
            <a:ext cx="4075576" cy="4176250"/>
          </a:xfrm>
          <a:prstGeom prst="rect">
            <a:avLst/>
          </a:prstGeom>
          <a:noFill/>
          <a:ln>
            <a:noFill/>
          </a:ln>
        </p:spPr>
      </p:pic>
      <p:grpSp>
        <p:nvGrpSpPr>
          <p:cNvPr id="370" name="Google Shape;370;p31"/>
          <p:cNvGrpSpPr/>
          <p:nvPr/>
        </p:nvGrpSpPr>
        <p:grpSpPr>
          <a:xfrm>
            <a:off x="-485953" y="1709380"/>
            <a:ext cx="1916600" cy="1911680"/>
            <a:chOff x="4222125" y="2272050"/>
            <a:chExt cx="1248925" cy="1245800"/>
          </a:xfrm>
        </p:grpSpPr>
        <p:sp>
          <p:nvSpPr>
            <p:cNvPr id="371" name="Google Shape;371;p31"/>
            <p:cNvSpPr/>
            <p:nvPr/>
          </p:nvSpPr>
          <p:spPr>
            <a:xfrm>
              <a:off x="4222125" y="2272050"/>
              <a:ext cx="1248925" cy="1245800"/>
            </a:xfrm>
            <a:custGeom>
              <a:rect b="b" l="l" r="r" t="t"/>
              <a:pathLst>
                <a:path extrusionOk="0" h="49832" w="49957">
                  <a:moveTo>
                    <a:pt x="27102" y="3123"/>
                  </a:moveTo>
                  <a:lnTo>
                    <a:pt x="28975" y="3373"/>
                  </a:lnTo>
                  <a:lnTo>
                    <a:pt x="30973" y="3872"/>
                  </a:lnTo>
                  <a:lnTo>
                    <a:pt x="32972" y="4497"/>
                  </a:lnTo>
                  <a:lnTo>
                    <a:pt x="34720" y="5246"/>
                  </a:lnTo>
                  <a:lnTo>
                    <a:pt x="36594" y="6120"/>
                  </a:lnTo>
                  <a:lnTo>
                    <a:pt x="38217" y="7244"/>
                  </a:lnTo>
                  <a:lnTo>
                    <a:pt x="39841" y="8618"/>
                  </a:lnTo>
                  <a:lnTo>
                    <a:pt x="41339" y="9992"/>
                  </a:lnTo>
                  <a:lnTo>
                    <a:pt x="42713" y="11615"/>
                  </a:lnTo>
                  <a:lnTo>
                    <a:pt x="43837" y="13489"/>
                  </a:lnTo>
                  <a:lnTo>
                    <a:pt x="44836" y="15362"/>
                  </a:lnTo>
                  <a:lnTo>
                    <a:pt x="45711" y="17610"/>
                  </a:lnTo>
                  <a:lnTo>
                    <a:pt x="46335" y="19858"/>
                  </a:lnTo>
                  <a:lnTo>
                    <a:pt x="46835" y="22356"/>
                  </a:lnTo>
                  <a:lnTo>
                    <a:pt x="47084" y="24979"/>
                  </a:lnTo>
                  <a:lnTo>
                    <a:pt x="46960" y="27227"/>
                  </a:lnTo>
                  <a:lnTo>
                    <a:pt x="46585" y="29475"/>
                  </a:lnTo>
                  <a:lnTo>
                    <a:pt x="46085" y="31598"/>
                  </a:lnTo>
                  <a:lnTo>
                    <a:pt x="45336" y="33596"/>
                  </a:lnTo>
                  <a:lnTo>
                    <a:pt x="44462" y="35469"/>
                  </a:lnTo>
                  <a:lnTo>
                    <a:pt x="43338" y="37343"/>
                  </a:lnTo>
                  <a:lnTo>
                    <a:pt x="42089" y="38966"/>
                  </a:lnTo>
                  <a:lnTo>
                    <a:pt x="40590" y="40590"/>
                  </a:lnTo>
                  <a:lnTo>
                    <a:pt x="39091" y="41964"/>
                  </a:lnTo>
                  <a:lnTo>
                    <a:pt x="37343" y="43337"/>
                  </a:lnTo>
                  <a:lnTo>
                    <a:pt x="35470" y="44336"/>
                  </a:lnTo>
                  <a:lnTo>
                    <a:pt x="33596" y="45336"/>
                  </a:lnTo>
                  <a:lnTo>
                    <a:pt x="31598" y="46085"/>
                  </a:lnTo>
                  <a:lnTo>
                    <a:pt x="29475" y="46584"/>
                  </a:lnTo>
                  <a:lnTo>
                    <a:pt x="27227" y="46959"/>
                  </a:lnTo>
                  <a:lnTo>
                    <a:pt x="24979" y="47084"/>
                  </a:lnTo>
                  <a:lnTo>
                    <a:pt x="22731" y="46959"/>
                  </a:lnTo>
                  <a:lnTo>
                    <a:pt x="20608" y="46584"/>
                  </a:lnTo>
                  <a:lnTo>
                    <a:pt x="18484" y="46085"/>
                  </a:lnTo>
                  <a:lnTo>
                    <a:pt x="16486" y="45336"/>
                  </a:lnTo>
                  <a:lnTo>
                    <a:pt x="14488" y="44336"/>
                  </a:lnTo>
                  <a:lnTo>
                    <a:pt x="12739" y="43337"/>
                  </a:lnTo>
                  <a:lnTo>
                    <a:pt x="10991" y="41964"/>
                  </a:lnTo>
                  <a:lnTo>
                    <a:pt x="9492" y="40590"/>
                  </a:lnTo>
                  <a:lnTo>
                    <a:pt x="7994" y="38966"/>
                  </a:lnTo>
                  <a:lnTo>
                    <a:pt x="6745" y="37343"/>
                  </a:lnTo>
                  <a:lnTo>
                    <a:pt x="5621" y="35469"/>
                  </a:lnTo>
                  <a:lnTo>
                    <a:pt x="4746" y="33596"/>
                  </a:lnTo>
                  <a:lnTo>
                    <a:pt x="3997" y="31598"/>
                  </a:lnTo>
                  <a:lnTo>
                    <a:pt x="3498" y="29475"/>
                  </a:lnTo>
                  <a:lnTo>
                    <a:pt x="3123" y="27227"/>
                  </a:lnTo>
                  <a:lnTo>
                    <a:pt x="2998" y="24979"/>
                  </a:lnTo>
                  <a:lnTo>
                    <a:pt x="3248" y="22356"/>
                  </a:lnTo>
                  <a:lnTo>
                    <a:pt x="3622" y="19858"/>
                  </a:lnTo>
                  <a:lnTo>
                    <a:pt x="4372" y="17610"/>
                  </a:lnTo>
                  <a:lnTo>
                    <a:pt x="5246" y="15362"/>
                  </a:lnTo>
                  <a:lnTo>
                    <a:pt x="6245" y="13489"/>
                  </a:lnTo>
                  <a:lnTo>
                    <a:pt x="7369" y="11615"/>
                  </a:lnTo>
                  <a:lnTo>
                    <a:pt x="8743" y="9992"/>
                  </a:lnTo>
                  <a:lnTo>
                    <a:pt x="10242" y="8618"/>
                  </a:lnTo>
                  <a:lnTo>
                    <a:pt x="11865" y="7244"/>
                  </a:lnTo>
                  <a:lnTo>
                    <a:pt x="13489" y="6120"/>
                  </a:lnTo>
                  <a:lnTo>
                    <a:pt x="15237" y="5246"/>
                  </a:lnTo>
                  <a:lnTo>
                    <a:pt x="17111" y="4497"/>
                  </a:lnTo>
                  <a:lnTo>
                    <a:pt x="19109" y="3872"/>
                  </a:lnTo>
                  <a:lnTo>
                    <a:pt x="20982" y="3373"/>
                  </a:lnTo>
                  <a:lnTo>
                    <a:pt x="22980" y="3123"/>
                  </a:lnTo>
                  <a:close/>
                  <a:moveTo>
                    <a:pt x="24979" y="1"/>
                  </a:moveTo>
                  <a:lnTo>
                    <a:pt x="22481" y="126"/>
                  </a:lnTo>
                  <a:lnTo>
                    <a:pt x="19983" y="500"/>
                  </a:lnTo>
                  <a:lnTo>
                    <a:pt x="17610" y="1125"/>
                  </a:lnTo>
                  <a:lnTo>
                    <a:pt x="15362" y="1999"/>
                  </a:lnTo>
                  <a:lnTo>
                    <a:pt x="13114" y="2998"/>
                  </a:lnTo>
                  <a:lnTo>
                    <a:pt x="11116" y="4247"/>
                  </a:lnTo>
                  <a:lnTo>
                    <a:pt x="9118" y="5746"/>
                  </a:lnTo>
                  <a:lnTo>
                    <a:pt x="7369" y="7369"/>
                  </a:lnTo>
                  <a:lnTo>
                    <a:pt x="5746" y="9118"/>
                  </a:lnTo>
                  <a:lnTo>
                    <a:pt x="4372" y="10991"/>
                  </a:lnTo>
                  <a:lnTo>
                    <a:pt x="3123" y="13114"/>
                  </a:lnTo>
                  <a:lnTo>
                    <a:pt x="1999" y="15237"/>
                  </a:lnTo>
                  <a:lnTo>
                    <a:pt x="1125" y="17610"/>
                  </a:lnTo>
                  <a:lnTo>
                    <a:pt x="500" y="19983"/>
                  </a:lnTo>
                  <a:lnTo>
                    <a:pt x="125" y="22481"/>
                  </a:lnTo>
                  <a:lnTo>
                    <a:pt x="1" y="24979"/>
                  </a:lnTo>
                  <a:lnTo>
                    <a:pt x="250" y="27976"/>
                  </a:lnTo>
                  <a:lnTo>
                    <a:pt x="875" y="30848"/>
                  </a:lnTo>
                  <a:lnTo>
                    <a:pt x="1499" y="33471"/>
                  </a:lnTo>
                  <a:lnTo>
                    <a:pt x="2498" y="35844"/>
                  </a:lnTo>
                  <a:lnTo>
                    <a:pt x="3622" y="38092"/>
                  </a:lnTo>
                  <a:lnTo>
                    <a:pt x="4996" y="40215"/>
                  </a:lnTo>
                  <a:lnTo>
                    <a:pt x="6495" y="41964"/>
                  </a:lnTo>
                  <a:lnTo>
                    <a:pt x="8243" y="43587"/>
                  </a:lnTo>
                  <a:lnTo>
                    <a:pt x="9992" y="45086"/>
                  </a:lnTo>
                  <a:lnTo>
                    <a:pt x="11990" y="46335"/>
                  </a:lnTo>
                  <a:lnTo>
                    <a:pt x="13988" y="47459"/>
                  </a:lnTo>
                  <a:lnTo>
                    <a:pt x="16111" y="48333"/>
                  </a:lnTo>
                  <a:lnTo>
                    <a:pt x="18235" y="48957"/>
                  </a:lnTo>
                  <a:lnTo>
                    <a:pt x="20483" y="49457"/>
                  </a:lnTo>
                  <a:lnTo>
                    <a:pt x="22731" y="49707"/>
                  </a:lnTo>
                  <a:lnTo>
                    <a:pt x="24979" y="49832"/>
                  </a:lnTo>
                  <a:lnTo>
                    <a:pt x="27352" y="49707"/>
                  </a:lnTo>
                  <a:lnTo>
                    <a:pt x="29600" y="49457"/>
                  </a:lnTo>
                  <a:lnTo>
                    <a:pt x="31848" y="48957"/>
                  </a:lnTo>
                  <a:lnTo>
                    <a:pt x="33971" y="48333"/>
                  </a:lnTo>
                  <a:lnTo>
                    <a:pt x="36094" y="47459"/>
                  </a:lnTo>
                  <a:lnTo>
                    <a:pt x="38092" y="46335"/>
                  </a:lnTo>
                  <a:lnTo>
                    <a:pt x="40091" y="45086"/>
                  </a:lnTo>
                  <a:lnTo>
                    <a:pt x="41839" y="43587"/>
                  </a:lnTo>
                  <a:lnTo>
                    <a:pt x="43463" y="41964"/>
                  </a:lnTo>
                  <a:lnTo>
                    <a:pt x="45086" y="40090"/>
                  </a:lnTo>
                  <a:lnTo>
                    <a:pt x="46335" y="38092"/>
                  </a:lnTo>
                  <a:lnTo>
                    <a:pt x="47584" y="35844"/>
                  </a:lnTo>
                  <a:lnTo>
                    <a:pt x="48458" y="33471"/>
                  </a:lnTo>
                  <a:lnTo>
                    <a:pt x="49208" y="30848"/>
                  </a:lnTo>
                  <a:lnTo>
                    <a:pt x="49707" y="27976"/>
                  </a:lnTo>
                  <a:lnTo>
                    <a:pt x="49957" y="24979"/>
                  </a:lnTo>
                  <a:lnTo>
                    <a:pt x="49832" y="22481"/>
                  </a:lnTo>
                  <a:lnTo>
                    <a:pt x="49457" y="19983"/>
                  </a:lnTo>
                  <a:lnTo>
                    <a:pt x="48833" y="17610"/>
                  </a:lnTo>
                  <a:lnTo>
                    <a:pt x="48084" y="15237"/>
                  </a:lnTo>
                  <a:lnTo>
                    <a:pt x="46960" y="13114"/>
                  </a:lnTo>
                  <a:lnTo>
                    <a:pt x="45711" y="10991"/>
                  </a:lnTo>
                  <a:lnTo>
                    <a:pt x="44337" y="9118"/>
                  </a:lnTo>
                  <a:lnTo>
                    <a:pt x="42713" y="7369"/>
                  </a:lnTo>
                  <a:lnTo>
                    <a:pt x="40965" y="5746"/>
                  </a:lnTo>
                  <a:lnTo>
                    <a:pt x="38966" y="4247"/>
                  </a:lnTo>
                  <a:lnTo>
                    <a:pt x="36968" y="2998"/>
                  </a:lnTo>
                  <a:lnTo>
                    <a:pt x="34720" y="1999"/>
                  </a:lnTo>
                  <a:lnTo>
                    <a:pt x="32472" y="1125"/>
                  </a:lnTo>
                  <a:lnTo>
                    <a:pt x="30099" y="500"/>
                  </a:lnTo>
                  <a:lnTo>
                    <a:pt x="27601" y="126"/>
                  </a:lnTo>
                  <a:lnTo>
                    <a:pt x="2497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31"/>
            <p:cNvSpPr/>
            <p:nvPr/>
          </p:nvSpPr>
          <p:spPr>
            <a:xfrm>
              <a:off x="4222125" y="2272050"/>
              <a:ext cx="1248925" cy="1245800"/>
            </a:xfrm>
            <a:custGeom>
              <a:rect b="b" l="l" r="r" t="t"/>
              <a:pathLst>
                <a:path extrusionOk="0" fill="none" h="49832" w="49957">
                  <a:moveTo>
                    <a:pt x="24979" y="1"/>
                  </a:moveTo>
                  <a:lnTo>
                    <a:pt x="24979" y="1"/>
                  </a:lnTo>
                  <a:lnTo>
                    <a:pt x="22481" y="126"/>
                  </a:lnTo>
                  <a:lnTo>
                    <a:pt x="19983" y="500"/>
                  </a:lnTo>
                  <a:lnTo>
                    <a:pt x="17610" y="1125"/>
                  </a:lnTo>
                  <a:lnTo>
                    <a:pt x="15362" y="1999"/>
                  </a:lnTo>
                  <a:lnTo>
                    <a:pt x="13114" y="2998"/>
                  </a:lnTo>
                  <a:lnTo>
                    <a:pt x="11116" y="4247"/>
                  </a:lnTo>
                  <a:lnTo>
                    <a:pt x="9118" y="5746"/>
                  </a:lnTo>
                  <a:lnTo>
                    <a:pt x="7369" y="7369"/>
                  </a:lnTo>
                  <a:lnTo>
                    <a:pt x="5746" y="9118"/>
                  </a:lnTo>
                  <a:lnTo>
                    <a:pt x="4372" y="10991"/>
                  </a:lnTo>
                  <a:lnTo>
                    <a:pt x="3123" y="13114"/>
                  </a:lnTo>
                  <a:lnTo>
                    <a:pt x="1999" y="15237"/>
                  </a:lnTo>
                  <a:lnTo>
                    <a:pt x="1125" y="17610"/>
                  </a:lnTo>
                  <a:lnTo>
                    <a:pt x="500" y="19983"/>
                  </a:lnTo>
                  <a:lnTo>
                    <a:pt x="125" y="22481"/>
                  </a:lnTo>
                  <a:lnTo>
                    <a:pt x="1" y="24979"/>
                  </a:lnTo>
                  <a:lnTo>
                    <a:pt x="1" y="24979"/>
                  </a:lnTo>
                  <a:lnTo>
                    <a:pt x="250" y="27976"/>
                  </a:lnTo>
                  <a:lnTo>
                    <a:pt x="875" y="30848"/>
                  </a:lnTo>
                  <a:lnTo>
                    <a:pt x="1499" y="33471"/>
                  </a:lnTo>
                  <a:lnTo>
                    <a:pt x="2498" y="35844"/>
                  </a:lnTo>
                  <a:lnTo>
                    <a:pt x="3622" y="38092"/>
                  </a:lnTo>
                  <a:lnTo>
                    <a:pt x="4996" y="40215"/>
                  </a:lnTo>
                  <a:lnTo>
                    <a:pt x="6495" y="41964"/>
                  </a:lnTo>
                  <a:lnTo>
                    <a:pt x="8243" y="43587"/>
                  </a:lnTo>
                  <a:lnTo>
                    <a:pt x="9992" y="45086"/>
                  </a:lnTo>
                  <a:lnTo>
                    <a:pt x="11990" y="46335"/>
                  </a:lnTo>
                  <a:lnTo>
                    <a:pt x="13988" y="47459"/>
                  </a:lnTo>
                  <a:lnTo>
                    <a:pt x="16111" y="48333"/>
                  </a:lnTo>
                  <a:lnTo>
                    <a:pt x="18235" y="48957"/>
                  </a:lnTo>
                  <a:lnTo>
                    <a:pt x="20483" y="49457"/>
                  </a:lnTo>
                  <a:lnTo>
                    <a:pt x="22731" y="49707"/>
                  </a:lnTo>
                  <a:lnTo>
                    <a:pt x="24979" y="49832"/>
                  </a:lnTo>
                  <a:lnTo>
                    <a:pt x="27352" y="49707"/>
                  </a:lnTo>
                  <a:lnTo>
                    <a:pt x="29600" y="49457"/>
                  </a:lnTo>
                  <a:lnTo>
                    <a:pt x="31848" y="48957"/>
                  </a:lnTo>
                  <a:lnTo>
                    <a:pt x="33971" y="48333"/>
                  </a:lnTo>
                  <a:lnTo>
                    <a:pt x="36094" y="47459"/>
                  </a:lnTo>
                  <a:lnTo>
                    <a:pt x="38092" y="46335"/>
                  </a:lnTo>
                  <a:lnTo>
                    <a:pt x="40091" y="45086"/>
                  </a:lnTo>
                  <a:lnTo>
                    <a:pt x="41839" y="43587"/>
                  </a:lnTo>
                  <a:lnTo>
                    <a:pt x="43463" y="41964"/>
                  </a:lnTo>
                  <a:lnTo>
                    <a:pt x="45086" y="40090"/>
                  </a:lnTo>
                  <a:lnTo>
                    <a:pt x="46335" y="38092"/>
                  </a:lnTo>
                  <a:lnTo>
                    <a:pt x="47584" y="35844"/>
                  </a:lnTo>
                  <a:lnTo>
                    <a:pt x="48458" y="33471"/>
                  </a:lnTo>
                  <a:lnTo>
                    <a:pt x="49208" y="30848"/>
                  </a:lnTo>
                  <a:lnTo>
                    <a:pt x="49707" y="27976"/>
                  </a:lnTo>
                  <a:lnTo>
                    <a:pt x="49957" y="24979"/>
                  </a:lnTo>
                  <a:lnTo>
                    <a:pt x="49957" y="24979"/>
                  </a:lnTo>
                  <a:lnTo>
                    <a:pt x="49832" y="22481"/>
                  </a:lnTo>
                  <a:lnTo>
                    <a:pt x="49457" y="19983"/>
                  </a:lnTo>
                  <a:lnTo>
                    <a:pt x="48833" y="17610"/>
                  </a:lnTo>
                  <a:lnTo>
                    <a:pt x="48084" y="15237"/>
                  </a:lnTo>
                  <a:lnTo>
                    <a:pt x="46960" y="13114"/>
                  </a:lnTo>
                  <a:lnTo>
                    <a:pt x="45711" y="10991"/>
                  </a:lnTo>
                  <a:lnTo>
                    <a:pt x="44337" y="9118"/>
                  </a:lnTo>
                  <a:lnTo>
                    <a:pt x="42713" y="7369"/>
                  </a:lnTo>
                  <a:lnTo>
                    <a:pt x="40965" y="5746"/>
                  </a:lnTo>
                  <a:lnTo>
                    <a:pt x="38966" y="4247"/>
                  </a:lnTo>
                  <a:lnTo>
                    <a:pt x="36968" y="2998"/>
                  </a:lnTo>
                  <a:lnTo>
                    <a:pt x="34720" y="1999"/>
                  </a:lnTo>
                  <a:lnTo>
                    <a:pt x="32472" y="1125"/>
                  </a:lnTo>
                  <a:lnTo>
                    <a:pt x="30099" y="500"/>
                  </a:lnTo>
                  <a:lnTo>
                    <a:pt x="27601" y="126"/>
                  </a:lnTo>
                  <a:lnTo>
                    <a:pt x="24979" y="1"/>
                  </a:lnTo>
                  <a:lnTo>
                    <a:pt x="2497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31"/>
            <p:cNvSpPr/>
            <p:nvPr/>
          </p:nvSpPr>
          <p:spPr>
            <a:xfrm>
              <a:off x="4297050" y="2350125"/>
              <a:ext cx="1102200" cy="1099025"/>
            </a:xfrm>
            <a:custGeom>
              <a:rect b="b" l="l" r="r" t="t"/>
              <a:pathLst>
                <a:path extrusionOk="0" fill="none" h="43961" w="44088">
                  <a:moveTo>
                    <a:pt x="21982" y="43961"/>
                  </a:moveTo>
                  <a:lnTo>
                    <a:pt x="21982" y="43961"/>
                  </a:lnTo>
                  <a:lnTo>
                    <a:pt x="19734" y="43836"/>
                  </a:lnTo>
                  <a:lnTo>
                    <a:pt x="17611" y="43461"/>
                  </a:lnTo>
                  <a:lnTo>
                    <a:pt x="15487" y="42962"/>
                  </a:lnTo>
                  <a:lnTo>
                    <a:pt x="13489" y="42213"/>
                  </a:lnTo>
                  <a:lnTo>
                    <a:pt x="11491" y="41213"/>
                  </a:lnTo>
                  <a:lnTo>
                    <a:pt x="9742" y="40214"/>
                  </a:lnTo>
                  <a:lnTo>
                    <a:pt x="7994" y="38841"/>
                  </a:lnTo>
                  <a:lnTo>
                    <a:pt x="6495" y="37467"/>
                  </a:lnTo>
                  <a:lnTo>
                    <a:pt x="4997" y="35843"/>
                  </a:lnTo>
                  <a:lnTo>
                    <a:pt x="3748" y="34220"/>
                  </a:lnTo>
                  <a:lnTo>
                    <a:pt x="2624" y="32346"/>
                  </a:lnTo>
                  <a:lnTo>
                    <a:pt x="1749" y="30473"/>
                  </a:lnTo>
                  <a:lnTo>
                    <a:pt x="1000" y="28475"/>
                  </a:lnTo>
                  <a:lnTo>
                    <a:pt x="501" y="26352"/>
                  </a:lnTo>
                  <a:lnTo>
                    <a:pt x="126" y="24104"/>
                  </a:lnTo>
                  <a:lnTo>
                    <a:pt x="1" y="21856"/>
                  </a:lnTo>
                  <a:lnTo>
                    <a:pt x="1" y="21856"/>
                  </a:lnTo>
                  <a:lnTo>
                    <a:pt x="251" y="19233"/>
                  </a:lnTo>
                  <a:lnTo>
                    <a:pt x="625" y="16735"/>
                  </a:lnTo>
                  <a:lnTo>
                    <a:pt x="1375" y="14487"/>
                  </a:lnTo>
                  <a:lnTo>
                    <a:pt x="2249" y="12239"/>
                  </a:lnTo>
                  <a:lnTo>
                    <a:pt x="3248" y="10366"/>
                  </a:lnTo>
                  <a:lnTo>
                    <a:pt x="4372" y="8492"/>
                  </a:lnTo>
                  <a:lnTo>
                    <a:pt x="5746" y="6869"/>
                  </a:lnTo>
                  <a:lnTo>
                    <a:pt x="7245" y="5495"/>
                  </a:lnTo>
                  <a:lnTo>
                    <a:pt x="8868" y="4121"/>
                  </a:lnTo>
                  <a:lnTo>
                    <a:pt x="10492" y="2997"/>
                  </a:lnTo>
                  <a:lnTo>
                    <a:pt x="12240" y="2123"/>
                  </a:lnTo>
                  <a:lnTo>
                    <a:pt x="14114" y="1374"/>
                  </a:lnTo>
                  <a:lnTo>
                    <a:pt x="16112" y="749"/>
                  </a:lnTo>
                  <a:lnTo>
                    <a:pt x="17985" y="250"/>
                  </a:lnTo>
                  <a:lnTo>
                    <a:pt x="19983" y="0"/>
                  </a:lnTo>
                  <a:lnTo>
                    <a:pt x="21982" y="0"/>
                  </a:lnTo>
                  <a:lnTo>
                    <a:pt x="24105" y="0"/>
                  </a:lnTo>
                  <a:lnTo>
                    <a:pt x="25978" y="250"/>
                  </a:lnTo>
                  <a:lnTo>
                    <a:pt x="27976" y="749"/>
                  </a:lnTo>
                  <a:lnTo>
                    <a:pt x="29975" y="1374"/>
                  </a:lnTo>
                  <a:lnTo>
                    <a:pt x="31723" y="2123"/>
                  </a:lnTo>
                  <a:lnTo>
                    <a:pt x="33597" y="2997"/>
                  </a:lnTo>
                  <a:lnTo>
                    <a:pt x="35220" y="4121"/>
                  </a:lnTo>
                  <a:lnTo>
                    <a:pt x="36844" y="5495"/>
                  </a:lnTo>
                  <a:lnTo>
                    <a:pt x="38342" y="6869"/>
                  </a:lnTo>
                  <a:lnTo>
                    <a:pt x="39716" y="8492"/>
                  </a:lnTo>
                  <a:lnTo>
                    <a:pt x="40840" y="10366"/>
                  </a:lnTo>
                  <a:lnTo>
                    <a:pt x="41839" y="12239"/>
                  </a:lnTo>
                  <a:lnTo>
                    <a:pt x="42714" y="14487"/>
                  </a:lnTo>
                  <a:lnTo>
                    <a:pt x="43338" y="16735"/>
                  </a:lnTo>
                  <a:lnTo>
                    <a:pt x="43838" y="19233"/>
                  </a:lnTo>
                  <a:lnTo>
                    <a:pt x="44087" y="21856"/>
                  </a:lnTo>
                  <a:lnTo>
                    <a:pt x="44087" y="21856"/>
                  </a:lnTo>
                  <a:lnTo>
                    <a:pt x="43963" y="24104"/>
                  </a:lnTo>
                  <a:lnTo>
                    <a:pt x="43588" y="26352"/>
                  </a:lnTo>
                  <a:lnTo>
                    <a:pt x="43088" y="28475"/>
                  </a:lnTo>
                  <a:lnTo>
                    <a:pt x="42339" y="30473"/>
                  </a:lnTo>
                  <a:lnTo>
                    <a:pt x="41465" y="32346"/>
                  </a:lnTo>
                  <a:lnTo>
                    <a:pt x="40341" y="34220"/>
                  </a:lnTo>
                  <a:lnTo>
                    <a:pt x="39092" y="35843"/>
                  </a:lnTo>
                  <a:lnTo>
                    <a:pt x="37593" y="37467"/>
                  </a:lnTo>
                  <a:lnTo>
                    <a:pt x="36094" y="38841"/>
                  </a:lnTo>
                  <a:lnTo>
                    <a:pt x="34346" y="40214"/>
                  </a:lnTo>
                  <a:lnTo>
                    <a:pt x="32473" y="41213"/>
                  </a:lnTo>
                  <a:lnTo>
                    <a:pt x="30599" y="42213"/>
                  </a:lnTo>
                  <a:lnTo>
                    <a:pt x="28601" y="42962"/>
                  </a:lnTo>
                  <a:lnTo>
                    <a:pt x="26478" y="43461"/>
                  </a:lnTo>
                  <a:lnTo>
                    <a:pt x="24230" y="43836"/>
                  </a:lnTo>
                  <a:lnTo>
                    <a:pt x="21982" y="43961"/>
                  </a:lnTo>
                  <a:lnTo>
                    <a:pt x="21982" y="4396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31"/>
            <p:cNvSpPr/>
            <p:nvPr/>
          </p:nvSpPr>
          <p:spPr>
            <a:xfrm>
              <a:off x="4846575" y="34491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31"/>
            <p:cNvSpPr/>
            <p:nvPr/>
          </p:nvSpPr>
          <p:spPr>
            <a:xfrm>
              <a:off x="4368875" y="2418800"/>
              <a:ext cx="955425" cy="952300"/>
            </a:xfrm>
            <a:custGeom>
              <a:rect b="b" l="l" r="r" t="t"/>
              <a:pathLst>
                <a:path extrusionOk="0" h="38092" w="38217">
                  <a:moveTo>
                    <a:pt x="20607" y="2998"/>
                  </a:moveTo>
                  <a:lnTo>
                    <a:pt x="22106" y="3248"/>
                  </a:lnTo>
                  <a:lnTo>
                    <a:pt x="23480" y="3497"/>
                  </a:lnTo>
                  <a:lnTo>
                    <a:pt x="24729" y="3997"/>
                  </a:lnTo>
                  <a:lnTo>
                    <a:pt x="26103" y="4497"/>
                  </a:lnTo>
                  <a:lnTo>
                    <a:pt x="27352" y="5121"/>
                  </a:lnTo>
                  <a:lnTo>
                    <a:pt x="28476" y="5870"/>
                  </a:lnTo>
                  <a:lnTo>
                    <a:pt x="29600" y="6745"/>
                  </a:lnTo>
                  <a:lnTo>
                    <a:pt x="30599" y="7744"/>
                  </a:lnTo>
                  <a:lnTo>
                    <a:pt x="31473" y="8743"/>
                  </a:lnTo>
                  <a:lnTo>
                    <a:pt x="32347" y="9867"/>
                  </a:lnTo>
                  <a:lnTo>
                    <a:pt x="33096" y="10991"/>
                  </a:lnTo>
                  <a:lnTo>
                    <a:pt x="33721" y="12240"/>
                  </a:lnTo>
                  <a:lnTo>
                    <a:pt x="34345" y="13489"/>
                  </a:lnTo>
                  <a:lnTo>
                    <a:pt x="34720" y="14862"/>
                  </a:lnTo>
                  <a:lnTo>
                    <a:pt x="35095" y="16236"/>
                  </a:lnTo>
                  <a:lnTo>
                    <a:pt x="3248" y="16236"/>
                  </a:lnTo>
                  <a:lnTo>
                    <a:pt x="3622" y="14862"/>
                  </a:lnTo>
                  <a:lnTo>
                    <a:pt x="3997" y="13489"/>
                  </a:lnTo>
                  <a:lnTo>
                    <a:pt x="4621" y="12240"/>
                  </a:lnTo>
                  <a:lnTo>
                    <a:pt x="5246" y="10991"/>
                  </a:lnTo>
                  <a:lnTo>
                    <a:pt x="5995" y="9867"/>
                  </a:lnTo>
                  <a:lnTo>
                    <a:pt x="6869" y="8743"/>
                  </a:lnTo>
                  <a:lnTo>
                    <a:pt x="7744" y="7744"/>
                  </a:lnTo>
                  <a:lnTo>
                    <a:pt x="8743" y="6745"/>
                  </a:lnTo>
                  <a:lnTo>
                    <a:pt x="9867" y="5870"/>
                  </a:lnTo>
                  <a:lnTo>
                    <a:pt x="10991" y="5121"/>
                  </a:lnTo>
                  <a:lnTo>
                    <a:pt x="12240" y="4497"/>
                  </a:lnTo>
                  <a:lnTo>
                    <a:pt x="13489" y="3997"/>
                  </a:lnTo>
                  <a:lnTo>
                    <a:pt x="14862" y="3497"/>
                  </a:lnTo>
                  <a:lnTo>
                    <a:pt x="16236" y="3248"/>
                  </a:lnTo>
                  <a:lnTo>
                    <a:pt x="17735" y="2998"/>
                  </a:lnTo>
                  <a:close/>
                  <a:moveTo>
                    <a:pt x="5246" y="24978"/>
                  </a:moveTo>
                  <a:lnTo>
                    <a:pt x="6245" y="25103"/>
                  </a:lnTo>
                  <a:lnTo>
                    <a:pt x="7119" y="25228"/>
                  </a:lnTo>
                  <a:lnTo>
                    <a:pt x="8118" y="25478"/>
                  </a:lnTo>
                  <a:lnTo>
                    <a:pt x="8993" y="25728"/>
                  </a:lnTo>
                  <a:lnTo>
                    <a:pt x="9742" y="26227"/>
                  </a:lnTo>
                  <a:lnTo>
                    <a:pt x="10616" y="26602"/>
                  </a:lnTo>
                  <a:lnTo>
                    <a:pt x="11241" y="27226"/>
                  </a:lnTo>
                  <a:lnTo>
                    <a:pt x="11990" y="27851"/>
                  </a:lnTo>
                  <a:lnTo>
                    <a:pt x="12614" y="28475"/>
                  </a:lnTo>
                  <a:lnTo>
                    <a:pt x="13114" y="29225"/>
                  </a:lnTo>
                  <a:lnTo>
                    <a:pt x="13614" y="29974"/>
                  </a:lnTo>
                  <a:lnTo>
                    <a:pt x="13988" y="30848"/>
                  </a:lnTo>
                  <a:lnTo>
                    <a:pt x="14363" y="31722"/>
                  </a:lnTo>
                  <a:lnTo>
                    <a:pt x="14613" y="32597"/>
                  </a:lnTo>
                  <a:lnTo>
                    <a:pt x="14738" y="33596"/>
                  </a:lnTo>
                  <a:lnTo>
                    <a:pt x="14738" y="34470"/>
                  </a:lnTo>
                  <a:lnTo>
                    <a:pt x="14738" y="34720"/>
                  </a:lnTo>
                  <a:lnTo>
                    <a:pt x="12989" y="34095"/>
                  </a:lnTo>
                  <a:lnTo>
                    <a:pt x="11241" y="33221"/>
                  </a:lnTo>
                  <a:lnTo>
                    <a:pt x="9742" y="32222"/>
                  </a:lnTo>
                  <a:lnTo>
                    <a:pt x="8243" y="31098"/>
                  </a:lnTo>
                  <a:lnTo>
                    <a:pt x="6994" y="29724"/>
                  </a:lnTo>
                  <a:lnTo>
                    <a:pt x="5870" y="28350"/>
                  </a:lnTo>
                  <a:lnTo>
                    <a:pt x="4871" y="26727"/>
                  </a:lnTo>
                  <a:lnTo>
                    <a:pt x="4122" y="24978"/>
                  </a:lnTo>
                  <a:close/>
                  <a:moveTo>
                    <a:pt x="34221" y="24978"/>
                  </a:moveTo>
                  <a:lnTo>
                    <a:pt x="33471" y="26727"/>
                  </a:lnTo>
                  <a:lnTo>
                    <a:pt x="32472" y="28350"/>
                  </a:lnTo>
                  <a:lnTo>
                    <a:pt x="31348" y="29724"/>
                  </a:lnTo>
                  <a:lnTo>
                    <a:pt x="29974" y="31098"/>
                  </a:lnTo>
                  <a:lnTo>
                    <a:pt x="28600" y="32222"/>
                  </a:lnTo>
                  <a:lnTo>
                    <a:pt x="26977" y="33221"/>
                  </a:lnTo>
                  <a:lnTo>
                    <a:pt x="25353" y="34095"/>
                  </a:lnTo>
                  <a:lnTo>
                    <a:pt x="23605" y="34720"/>
                  </a:lnTo>
                  <a:lnTo>
                    <a:pt x="23605" y="34470"/>
                  </a:lnTo>
                  <a:lnTo>
                    <a:pt x="23605" y="33596"/>
                  </a:lnTo>
                  <a:lnTo>
                    <a:pt x="23730" y="32597"/>
                  </a:lnTo>
                  <a:lnTo>
                    <a:pt x="23979" y="31722"/>
                  </a:lnTo>
                  <a:lnTo>
                    <a:pt x="24354" y="30848"/>
                  </a:lnTo>
                  <a:lnTo>
                    <a:pt x="24729" y="29974"/>
                  </a:lnTo>
                  <a:lnTo>
                    <a:pt x="25228" y="29225"/>
                  </a:lnTo>
                  <a:lnTo>
                    <a:pt x="25728" y="28475"/>
                  </a:lnTo>
                  <a:lnTo>
                    <a:pt x="26352" y="27851"/>
                  </a:lnTo>
                  <a:lnTo>
                    <a:pt x="26977" y="27226"/>
                  </a:lnTo>
                  <a:lnTo>
                    <a:pt x="27726" y="26602"/>
                  </a:lnTo>
                  <a:lnTo>
                    <a:pt x="28600" y="26227"/>
                  </a:lnTo>
                  <a:lnTo>
                    <a:pt x="29350" y="25728"/>
                  </a:lnTo>
                  <a:lnTo>
                    <a:pt x="30224" y="25478"/>
                  </a:lnTo>
                  <a:lnTo>
                    <a:pt x="31098" y="25228"/>
                  </a:lnTo>
                  <a:lnTo>
                    <a:pt x="32097" y="25103"/>
                  </a:lnTo>
                  <a:lnTo>
                    <a:pt x="33096" y="24978"/>
                  </a:lnTo>
                  <a:close/>
                  <a:moveTo>
                    <a:pt x="35345" y="19109"/>
                  </a:moveTo>
                  <a:lnTo>
                    <a:pt x="35220" y="20607"/>
                  </a:lnTo>
                  <a:lnTo>
                    <a:pt x="35095" y="22106"/>
                  </a:lnTo>
                  <a:lnTo>
                    <a:pt x="31848" y="22106"/>
                  </a:lnTo>
                  <a:lnTo>
                    <a:pt x="30599" y="22356"/>
                  </a:lnTo>
                  <a:lnTo>
                    <a:pt x="29350" y="22606"/>
                  </a:lnTo>
                  <a:lnTo>
                    <a:pt x="28226" y="23105"/>
                  </a:lnTo>
                  <a:lnTo>
                    <a:pt x="27102" y="23605"/>
                  </a:lnTo>
                  <a:lnTo>
                    <a:pt x="26103" y="24229"/>
                  </a:lnTo>
                  <a:lnTo>
                    <a:pt x="25103" y="24978"/>
                  </a:lnTo>
                  <a:lnTo>
                    <a:pt x="24229" y="25728"/>
                  </a:lnTo>
                  <a:lnTo>
                    <a:pt x="23480" y="26602"/>
                  </a:lnTo>
                  <a:lnTo>
                    <a:pt x="22731" y="27601"/>
                  </a:lnTo>
                  <a:lnTo>
                    <a:pt x="22106" y="28600"/>
                  </a:lnTo>
                  <a:lnTo>
                    <a:pt x="21607" y="29724"/>
                  </a:lnTo>
                  <a:lnTo>
                    <a:pt x="21232" y="30848"/>
                  </a:lnTo>
                  <a:lnTo>
                    <a:pt x="20857" y="31972"/>
                  </a:lnTo>
                  <a:lnTo>
                    <a:pt x="20732" y="33221"/>
                  </a:lnTo>
                  <a:lnTo>
                    <a:pt x="20607" y="34470"/>
                  </a:lnTo>
                  <a:lnTo>
                    <a:pt x="20607" y="35219"/>
                  </a:lnTo>
                  <a:lnTo>
                    <a:pt x="19109" y="35344"/>
                  </a:lnTo>
                  <a:lnTo>
                    <a:pt x="17735" y="35219"/>
                  </a:lnTo>
                  <a:lnTo>
                    <a:pt x="17735" y="34470"/>
                  </a:lnTo>
                  <a:lnTo>
                    <a:pt x="17610" y="33221"/>
                  </a:lnTo>
                  <a:lnTo>
                    <a:pt x="17485" y="31972"/>
                  </a:lnTo>
                  <a:lnTo>
                    <a:pt x="17110" y="30848"/>
                  </a:lnTo>
                  <a:lnTo>
                    <a:pt x="16736" y="29724"/>
                  </a:lnTo>
                  <a:lnTo>
                    <a:pt x="16236" y="28600"/>
                  </a:lnTo>
                  <a:lnTo>
                    <a:pt x="15612" y="27601"/>
                  </a:lnTo>
                  <a:lnTo>
                    <a:pt x="14862" y="26602"/>
                  </a:lnTo>
                  <a:lnTo>
                    <a:pt x="13988" y="25728"/>
                  </a:lnTo>
                  <a:lnTo>
                    <a:pt x="13114" y="24978"/>
                  </a:lnTo>
                  <a:lnTo>
                    <a:pt x="12240" y="24229"/>
                  </a:lnTo>
                  <a:lnTo>
                    <a:pt x="11116" y="23605"/>
                  </a:lnTo>
                  <a:lnTo>
                    <a:pt x="10117" y="23105"/>
                  </a:lnTo>
                  <a:lnTo>
                    <a:pt x="8993" y="22606"/>
                  </a:lnTo>
                  <a:lnTo>
                    <a:pt x="7744" y="22356"/>
                  </a:lnTo>
                  <a:lnTo>
                    <a:pt x="6495" y="22106"/>
                  </a:lnTo>
                  <a:lnTo>
                    <a:pt x="3248" y="22106"/>
                  </a:lnTo>
                  <a:lnTo>
                    <a:pt x="3123" y="20607"/>
                  </a:lnTo>
                  <a:lnTo>
                    <a:pt x="2998" y="19109"/>
                  </a:lnTo>
                  <a:close/>
                  <a:moveTo>
                    <a:pt x="19109" y="1"/>
                  </a:moveTo>
                  <a:lnTo>
                    <a:pt x="17235" y="125"/>
                  </a:lnTo>
                  <a:lnTo>
                    <a:pt x="15362" y="375"/>
                  </a:lnTo>
                  <a:lnTo>
                    <a:pt x="13489" y="875"/>
                  </a:lnTo>
                  <a:lnTo>
                    <a:pt x="11740" y="1499"/>
                  </a:lnTo>
                  <a:lnTo>
                    <a:pt x="10117" y="2373"/>
                  </a:lnTo>
                  <a:lnTo>
                    <a:pt x="8493" y="3248"/>
                  </a:lnTo>
                  <a:lnTo>
                    <a:pt x="6994" y="4372"/>
                  </a:lnTo>
                  <a:lnTo>
                    <a:pt x="5621" y="5621"/>
                  </a:lnTo>
                  <a:lnTo>
                    <a:pt x="4372" y="6994"/>
                  </a:lnTo>
                  <a:lnTo>
                    <a:pt x="3372" y="8493"/>
                  </a:lnTo>
                  <a:lnTo>
                    <a:pt x="2373" y="9992"/>
                  </a:lnTo>
                  <a:lnTo>
                    <a:pt x="1624" y="11740"/>
                  </a:lnTo>
                  <a:lnTo>
                    <a:pt x="875" y="13489"/>
                  </a:lnTo>
                  <a:lnTo>
                    <a:pt x="500" y="15237"/>
                  </a:lnTo>
                  <a:lnTo>
                    <a:pt x="125" y="17235"/>
                  </a:lnTo>
                  <a:lnTo>
                    <a:pt x="0" y="19109"/>
                  </a:lnTo>
                  <a:lnTo>
                    <a:pt x="250" y="21482"/>
                  </a:lnTo>
                  <a:lnTo>
                    <a:pt x="625" y="23605"/>
                  </a:lnTo>
                  <a:lnTo>
                    <a:pt x="1249" y="25603"/>
                  </a:lnTo>
                  <a:lnTo>
                    <a:pt x="1999" y="27476"/>
                  </a:lnTo>
                  <a:lnTo>
                    <a:pt x="2873" y="29225"/>
                  </a:lnTo>
                  <a:lnTo>
                    <a:pt x="3872" y="30723"/>
                  </a:lnTo>
                  <a:lnTo>
                    <a:pt x="4996" y="32097"/>
                  </a:lnTo>
                  <a:lnTo>
                    <a:pt x="6370" y="33346"/>
                  </a:lnTo>
                  <a:lnTo>
                    <a:pt x="7744" y="34470"/>
                  </a:lnTo>
                  <a:lnTo>
                    <a:pt x="9117" y="35469"/>
                  </a:lnTo>
                  <a:lnTo>
                    <a:pt x="10741" y="36343"/>
                  </a:lnTo>
                  <a:lnTo>
                    <a:pt x="12365" y="36968"/>
                  </a:lnTo>
                  <a:lnTo>
                    <a:pt x="13988" y="37467"/>
                  </a:lnTo>
                  <a:lnTo>
                    <a:pt x="15737" y="37842"/>
                  </a:lnTo>
                  <a:lnTo>
                    <a:pt x="17485" y="38092"/>
                  </a:lnTo>
                  <a:lnTo>
                    <a:pt x="20857" y="38092"/>
                  </a:lnTo>
                  <a:lnTo>
                    <a:pt x="22606" y="37842"/>
                  </a:lnTo>
                  <a:lnTo>
                    <a:pt x="24354" y="37467"/>
                  </a:lnTo>
                  <a:lnTo>
                    <a:pt x="25978" y="36968"/>
                  </a:lnTo>
                  <a:lnTo>
                    <a:pt x="27601" y="36343"/>
                  </a:lnTo>
                  <a:lnTo>
                    <a:pt x="29100" y="35469"/>
                  </a:lnTo>
                  <a:lnTo>
                    <a:pt x="30599" y="34470"/>
                  </a:lnTo>
                  <a:lnTo>
                    <a:pt x="31972" y="33346"/>
                  </a:lnTo>
                  <a:lnTo>
                    <a:pt x="33221" y="32097"/>
                  </a:lnTo>
                  <a:lnTo>
                    <a:pt x="34470" y="30723"/>
                  </a:lnTo>
                  <a:lnTo>
                    <a:pt x="35469" y="29100"/>
                  </a:lnTo>
                  <a:lnTo>
                    <a:pt x="36344" y="27476"/>
                  </a:lnTo>
                  <a:lnTo>
                    <a:pt x="37093" y="25603"/>
                  </a:lnTo>
                  <a:lnTo>
                    <a:pt x="37717" y="23605"/>
                  </a:lnTo>
                  <a:lnTo>
                    <a:pt x="38092" y="21482"/>
                  </a:lnTo>
                  <a:lnTo>
                    <a:pt x="38217" y="19109"/>
                  </a:lnTo>
                  <a:lnTo>
                    <a:pt x="38217" y="17235"/>
                  </a:lnTo>
                  <a:lnTo>
                    <a:pt x="37842" y="15237"/>
                  </a:lnTo>
                  <a:lnTo>
                    <a:pt x="37343" y="13489"/>
                  </a:lnTo>
                  <a:lnTo>
                    <a:pt x="36718" y="11740"/>
                  </a:lnTo>
                  <a:lnTo>
                    <a:pt x="35969" y="9992"/>
                  </a:lnTo>
                  <a:lnTo>
                    <a:pt x="34970" y="8493"/>
                  </a:lnTo>
                  <a:lnTo>
                    <a:pt x="33846" y="6994"/>
                  </a:lnTo>
                  <a:lnTo>
                    <a:pt x="32722" y="5621"/>
                  </a:lnTo>
                  <a:lnTo>
                    <a:pt x="31348" y="4372"/>
                  </a:lnTo>
                  <a:lnTo>
                    <a:pt x="29849" y="3248"/>
                  </a:lnTo>
                  <a:lnTo>
                    <a:pt x="28226" y="2373"/>
                  </a:lnTo>
                  <a:lnTo>
                    <a:pt x="26602" y="1499"/>
                  </a:lnTo>
                  <a:lnTo>
                    <a:pt x="24854" y="875"/>
                  </a:lnTo>
                  <a:lnTo>
                    <a:pt x="22980" y="375"/>
                  </a:lnTo>
                  <a:lnTo>
                    <a:pt x="21107" y="125"/>
                  </a:lnTo>
                  <a:lnTo>
                    <a:pt x="1910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31"/>
            <p:cNvSpPr/>
            <p:nvPr/>
          </p:nvSpPr>
          <p:spPr>
            <a:xfrm>
              <a:off x="4368875" y="2418800"/>
              <a:ext cx="955425" cy="952300"/>
            </a:xfrm>
            <a:custGeom>
              <a:rect b="b" l="l" r="r" t="t"/>
              <a:pathLst>
                <a:path extrusionOk="0" fill="none" h="38092" w="38217">
                  <a:moveTo>
                    <a:pt x="19109" y="1"/>
                  </a:moveTo>
                  <a:lnTo>
                    <a:pt x="19109" y="1"/>
                  </a:lnTo>
                  <a:lnTo>
                    <a:pt x="17235" y="125"/>
                  </a:lnTo>
                  <a:lnTo>
                    <a:pt x="15362" y="375"/>
                  </a:lnTo>
                  <a:lnTo>
                    <a:pt x="13489" y="875"/>
                  </a:lnTo>
                  <a:lnTo>
                    <a:pt x="11740" y="1499"/>
                  </a:lnTo>
                  <a:lnTo>
                    <a:pt x="10117" y="2373"/>
                  </a:lnTo>
                  <a:lnTo>
                    <a:pt x="8493" y="3248"/>
                  </a:lnTo>
                  <a:lnTo>
                    <a:pt x="6994" y="4372"/>
                  </a:lnTo>
                  <a:lnTo>
                    <a:pt x="5621" y="5621"/>
                  </a:lnTo>
                  <a:lnTo>
                    <a:pt x="4372" y="6994"/>
                  </a:lnTo>
                  <a:lnTo>
                    <a:pt x="3372" y="8493"/>
                  </a:lnTo>
                  <a:lnTo>
                    <a:pt x="2373" y="9992"/>
                  </a:lnTo>
                  <a:lnTo>
                    <a:pt x="1624" y="11740"/>
                  </a:lnTo>
                  <a:lnTo>
                    <a:pt x="875" y="13489"/>
                  </a:lnTo>
                  <a:lnTo>
                    <a:pt x="500" y="15237"/>
                  </a:lnTo>
                  <a:lnTo>
                    <a:pt x="125" y="17235"/>
                  </a:lnTo>
                  <a:lnTo>
                    <a:pt x="0" y="19109"/>
                  </a:lnTo>
                  <a:lnTo>
                    <a:pt x="0" y="19109"/>
                  </a:lnTo>
                  <a:lnTo>
                    <a:pt x="250" y="21482"/>
                  </a:lnTo>
                  <a:lnTo>
                    <a:pt x="625" y="23605"/>
                  </a:lnTo>
                  <a:lnTo>
                    <a:pt x="1249" y="25603"/>
                  </a:lnTo>
                  <a:lnTo>
                    <a:pt x="1999" y="27476"/>
                  </a:lnTo>
                  <a:lnTo>
                    <a:pt x="2873" y="29225"/>
                  </a:lnTo>
                  <a:lnTo>
                    <a:pt x="3872" y="30723"/>
                  </a:lnTo>
                  <a:lnTo>
                    <a:pt x="4996" y="32097"/>
                  </a:lnTo>
                  <a:lnTo>
                    <a:pt x="6370" y="33346"/>
                  </a:lnTo>
                  <a:lnTo>
                    <a:pt x="7744" y="34470"/>
                  </a:lnTo>
                  <a:lnTo>
                    <a:pt x="9117" y="35469"/>
                  </a:lnTo>
                  <a:lnTo>
                    <a:pt x="10741" y="36343"/>
                  </a:lnTo>
                  <a:lnTo>
                    <a:pt x="12365" y="36968"/>
                  </a:lnTo>
                  <a:lnTo>
                    <a:pt x="13988" y="37467"/>
                  </a:lnTo>
                  <a:lnTo>
                    <a:pt x="15737" y="37842"/>
                  </a:lnTo>
                  <a:lnTo>
                    <a:pt x="17485" y="38092"/>
                  </a:lnTo>
                  <a:lnTo>
                    <a:pt x="19109" y="38092"/>
                  </a:lnTo>
                  <a:lnTo>
                    <a:pt x="20857" y="38092"/>
                  </a:lnTo>
                  <a:lnTo>
                    <a:pt x="22606" y="37842"/>
                  </a:lnTo>
                  <a:lnTo>
                    <a:pt x="24354" y="37467"/>
                  </a:lnTo>
                  <a:lnTo>
                    <a:pt x="25978" y="36968"/>
                  </a:lnTo>
                  <a:lnTo>
                    <a:pt x="27601" y="36343"/>
                  </a:lnTo>
                  <a:lnTo>
                    <a:pt x="29100" y="35469"/>
                  </a:lnTo>
                  <a:lnTo>
                    <a:pt x="30599" y="34470"/>
                  </a:lnTo>
                  <a:lnTo>
                    <a:pt x="31972" y="33346"/>
                  </a:lnTo>
                  <a:lnTo>
                    <a:pt x="33221" y="32097"/>
                  </a:lnTo>
                  <a:lnTo>
                    <a:pt x="34470" y="30723"/>
                  </a:lnTo>
                  <a:lnTo>
                    <a:pt x="35469" y="29100"/>
                  </a:lnTo>
                  <a:lnTo>
                    <a:pt x="36344" y="27476"/>
                  </a:lnTo>
                  <a:lnTo>
                    <a:pt x="37093" y="25603"/>
                  </a:lnTo>
                  <a:lnTo>
                    <a:pt x="37717" y="23605"/>
                  </a:lnTo>
                  <a:lnTo>
                    <a:pt x="38092" y="21482"/>
                  </a:lnTo>
                  <a:lnTo>
                    <a:pt x="38217" y="19109"/>
                  </a:lnTo>
                  <a:lnTo>
                    <a:pt x="38217" y="19109"/>
                  </a:lnTo>
                  <a:lnTo>
                    <a:pt x="38217" y="17235"/>
                  </a:lnTo>
                  <a:lnTo>
                    <a:pt x="37842" y="15237"/>
                  </a:lnTo>
                  <a:lnTo>
                    <a:pt x="37343" y="13489"/>
                  </a:lnTo>
                  <a:lnTo>
                    <a:pt x="36718" y="11740"/>
                  </a:lnTo>
                  <a:lnTo>
                    <a:pt x="35969" y="9992"/>
                  </a:lnTo>
                  <a:lnTo>
                    <a:pt x="34970" y="8493"/>
                  </a:lnTo>
                  <a:lnTo>
                    <a:pt x="33846" y="6994"/>
                  </a:lnTo>
                  <a:lnTo>
                    <a:pt x="32722" y="5621"/>
                  </a:lnTo>
                  <a:lnTo>
                    <a:pt x="31348" y="4372"/>
                  </a:lnTo>
                  <a:lnTo>
                    <a:pt x="29849" y="3248"/>
                  </a:lnTo>
                  <a:lnTo>
                    <a:pt x="28226" y="2373"/>
                  </a:lnTo>
                  <a:lnTo>
                    <a:pt x="26602" y="1499"/>
                  </a:lnTo>
                  <a:lnTo>
                    <a:pt x="24854" y="875"/>
                  </a:lnTo>
                  <a:lnTo>
                    <a:pt x="22980" y="375"/>
                  </a:lnTo>
                  <a:lnTo>
                    <a:pt x="21107" y="125"/>
                  </a:lnTo>
                  <a:lnTo>
                    <a:pt x="19109" y="1"/>
                  </a:lnTo>
                  <a:lnTo>
                    <a:pt x="19109"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31"/>
            <p:cNvSpPr/>
            <p:nvPr/>
          </p:nvSpPr>
          <p:spPr>
            <a:xfrm>
              <a:off x="4450050" y="2493725"/>
              <a:ext cx="796200" cy="331000"/>
            </a:xfrm>
            <a:custGeom>
              <a:rect b="b" l="l" r="r" t="t"/>
              <a:pathLst>
                <a:path extrusionOk="0" fill="none" h="13240" w="31848">
                  <a:moveTo>
                    <a:pt x="15862" y="1"/>
                  </a:moveTo>
                  <a:lnTo>
                    <a:pt x="15862" y="1"/>
                  </a:lnTo>
                  <a:lnTo>
                    <a:pt x="17360" y="1"/>
                  </a:lnTo>
                  <a:lnTo>
                    <a:pt x="18859" y="251"/>
                  </a:lnTo>
                  <a:lnTo>
                    <a:pt x="20233" y="500"/>
                  </a:lnTo>
                  <a:lnTo>
                    <a:pt x="21482" y="1000"/>
                  </a:lnTo>
                  <a:lnTo>
                    <a:pt x="22856" y="1500"/>
                  </a:lnTo>
                  <a:lnTo>
                    <a:pt x="24105" y="2124"/>
                  </a:lnTo>
                  <a:lnTo>
                    <a:pt x="25229" y="2873"/>
                  </a:lnTo>
                  <a:lnTo>
                    <a:pt x="26353" y="3748"/>
                  </a:lnTo>
                  <a:lnTo>
                    <a:pt x="27352" y="4747"/>
                  </a:lnTo>
                  <a:lnTo>
                    <a:pt x="28226" y="5746"/>
                  </a:lnTo>
                  <a:lnTo>
                    <a:pt x="29100" y="6870"/>
                  </a:lnTo>
                  <a:lnTo>
                    <a:pt x="29849" y="7994"/>
                  </a:lnTo>
                  <a:lnTo>
                    <a:pt x="30474" y="9243"/>
                  </a:lnTo>
                  <a:lnTo>
                    <a:pt x="31098" y="10492"/>
                  </a:lnTo>
                  <a:lnTo>
                    <a:pt x="31473" y="11865"/>
                  </a:lnTo>
                  <a:lnTo>
                    <a:pt x="31848" y="13239"/>
                  </a:lnTo>
                  <a:lnTo>
                    <a:pt x="1" y="13239"/>
                  </a:lnTo>
                  <a:lnTo>
                    <a:pt x="1" y="13239"/>
                  </a:lnTo>
                  <a:lnTo>
                    <a:pt x="375" y="11865"/>
                  </a:lnTo>
                  <a:lnTo>
                    <a:pt x="750" y="10492"/>
                  </a:lnTo>
                  <a:lnTo>
                    <a:pt x="1374" y="9243"/>
                  </a:lnTo>
                  <a:lnTo>
                    <a:pt x="1999" y="7994"/>
                  </a:lnTo>
                  <a:lnTo>
                    <a:pt x="2748" y="6870"/>
                  </a:lnTo>
                  <a:lnTo>
                    <a:pt x="3622" y="5746"/>
                  </a:lnTo>
                  <a:lnTo>
                    <a:pt x="4497" y="4747"/>
                  </a:lnTo>
                  <a:lnTo>
                    <a:pt x="5496" y="3748"/>
                  </a:lnTo>
                  <a:lnTo>
                    <a:pt x="6620" y="2873"/>
                  </a:lnTo>
                  <a:lnTo>
                    <a:pt x="7744" y="2124"/>
                  </a:lnTo>
                  <a:lnTo>
                    <a:pt x="8993" y="1500"/>
                  </a:lnTo>
                  <a:lnTo>
                    <a:pt x="10242" y="1000"/>
                  </a:lnTo>
                  <a:lnTo>
                    <a:pt x="11615" y="500"/>
                  </a:lnTo>
                  <a:lnTo>
                    <a:pt x="12989" y="251"/>
                  </a:lnTo>
                  <a:lnTo>
                    <a:pt x="14488" y="1"/>
                  </a:lnTo>
                  <a:lnTo>
                    <a:pt x="15862" y="1"/>
                  </a:lnTo>
                  <a:lnTo>
                    <a:pt x="15862"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1"/>
            <p:cNvSpPr/>
            <p:nvPr/>
          </p:nvSpPr>
          <p:spPr>
            <a:xfrm>
              <a:off x="4471900" y="3043250"/>
              <a:ext cx="265425" cy="243550"/>
            </a:xfrm>
            <a:custGeom>
              <a:rect b="b" l="l" r="r" t="t"/>
              <a:pathLst>
                <a:path extrusionOk="0" fill="none" h="9742" w="10617">
                  <a:moveTo>
                    <a:pt x="1" y="0"/>
                  </a:moveTo>
                  <a:lnTo>
                    <a:pt x="1125" y="0"/>
                  </a:lnTo>
                  <a:lnTo>
                    <a:pt x="1125" y="0"/>
                  </a:lnTo>
                  <a:lnTo>
                    <a:pt x="2124" y="125"/>
                  </a:lnTo>
                  <a:lnTo>
                    <a:pt x="2998" y="250"/>
                  </a:lnTo>
                  <a:lnTo>
                    <a:pt x="3997" y="500"/>
                  </a:lnTo>
                  <a:lnTo>
                    <a:pt x="4872" y="750"/>
                  </a:lnTo>
                  <a:lnTo>
                    <a:pt x="5621" y="1249"/>
                  </a:lnTo>
                  <a:lnTo>
                    <a:pt x="6495" y="1624"/>
                  </a:lnTo>
                  <a:lnTo>
                    <a:pt x="7120" y="2248"/>
                  </a:lnTo>
                  <a:lnTo>
                    <a:pt x="7869" y="2873"/>
                  </a:lnTo>
                  <a:lnTo>
                    <a:pt x="8493" y="3497"/>
                  </a:lnTo>
                  <a:lnTo>
                    <a:pt x="8993" y="4247"/>
                  </a:lnTo>
                  <a:lnTo>
                    <a:pt x="9493" y="4996"/>
                  </a:lnTo>
                  <a:lnTo>
                    <a:pt x="9867" y="5870"/>
                  </a:lnTo>
                  <a:lnTo>
                    <a:pt x="10242" y="6744"/>
                  </a:lnTo>
                  <a:lnTo>
                    <a:pt x="10492" y="7619"/>
                  </a:lnTo>
                  <a:lnTo>
                    <a:pt x="10617" y="8618"/>
                  </a:lnTo>
                  <a:lnTo>
                    <a:pt x="10617" y="9492"/>
                  </a:lnTo>
                  <a:lnTo>
                    <a:pt x="10617" y="9742"/>
                  </a:lnTo>
                  <a:lnTo>
                    <a:pt x="10617" y="9742"/>
                  </a:lnTo>
                  <a:lnTo>
                    <a:pt x="8868" y="9117"/>
                  </a:lnTo>
                  <a:lnTo>
                    <a:pt x="7120" y="8243"/>
                  </a:lnTo>
                  <a:lnTo>
                    <a:pt x="5621" y="7244"/>
                  </a:lnTo>
                  <a:lnTo>
                    <a:pt x="4122" y="6120"/>
                  </a:lnTo>
                  <a:lnTo>
                    <a:pt x="2873" y="4746"/>
                  </a:lnTo>
                  <a:lnTo>
                    <a:pt x="1749" y="3372"/>
                  </a:lnTo>
                  <a:lnTo>
                    <a:pt x="750" y="1749"/>
                  </a:lnTo>
                  <a:lnTo>
                    <a:pt x="1" y="0"/>
                  </a:lnTo>
                  <a:lnTo>
                    <a:pt x="1" y="0"/>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1"/>
            <p:cNvSpPr/>
            <p:nvPr/>
          </p:nvSpPr>
          <p:spPr>
            <a:xfrm>
              <a:off x="4958975" y="3043250"/>
              <a:ext cx="265425" cy="243550"/>
            </a:xfrm>
            <a:custGeom>
              <a:rect b="b" l="l" r="r" t="t"/>
              <a:pathLst>
                <a:path extrusionOk="0" fill="none" h="9742" w="10617">
                  <a:moveTo>
                    <a:pt x="1" y="9742"/>
                  </a:moveTo>
                  <a:lnTo>
                    <a:pt x="1" y="9492"/>
                  </a:lnTo>
                  <a:lnTo>
                    <a:pt x="1" y="9492"/>
                  </a:lnTo>
                  <a:lnTo>
                    <a:pt x="1" y="8618"/>
                  </a:lnTo>
                  <a:lnTo>
                    <a:pt x="126" y="7619"/>
                  </a:lnTo>
                  <a:lnTo>
                    <a:pt x="375" y="6744"/>
                  </a:lnTo>
                  <a:lnTo>
                    <a:pt x="750" y="5870"/>
                  </a:lnTo>
                  <a:lnTo>
                    <a:pt x="1125" y="4996"/>
                  </a:lnTo>
                  <a:lnTo>
                    <a:pt x="1624" y="4247"/>
                  </a:lnTo>
                  <a:lnTo>
                    <a:pt x="2124" y="3497"/>
                  </a:lnTo>
                  <a:lnTo>
                    <a:pt x="2748" y="2873"/>
                  </a:lnTo>
                  <a:lnTo>
                    <a:pt x="3373" y="2248"/>
                  </a:lnTo>
                  <a:lnTo>
                    <a:pt x="4122" y="1624"/>
                  </a:lnTo>
                  <a:lnTo>
                    <a:pt x="4996" y="1249"/>
                  </a:lnTo>
                  <a:lnTo>
                    <a:pt x="5746" y="750"/>
                  </a:lnTo>
                  <a:lnTo>
                    <a:pt x="6620" y="500"/>
                  </a:lnTo>
                  <a:lnTo>
                    <a:pt x="7494" y="250"/>
                  </a:lnTo>
                  <a:lnTo>
                    <a:pt x="8493" y="125"/>
                  </a:lnTo>
                  <a:lnTo>
                    <a:pt x="9492" y="0"/>
                  </a:lnTo>
                  <a:lnTo>
                    <a:pt x="10617" y="0"/>
                  </a:lnTo>
                  <a:lnTo>
                    <a:pt x="10617" y="0"/>
                  </a:lnTo>
                  <a:lnTo>
                    <a:pt x="9867" y="1749"/>
                  </a:lnTo>
                  <a:lnTo>
                    <a:pt x="8868" y="3372"/>
                  </a:lnTo>
                  <a:lnTo>
                    <a:pt x="7744" y="4746"/>
                  </a:lnTo>
                  <a:lnTo>
                    <a:pt x="6370" y="6120"/>
                  </a:lnTo>
                  <a:lnTo>
                    <a:pt x="4996" y="7244"/>
                  </a:lnTo>
                  <a:lnTo>
                    <a:pt x="3373" y="8243"/>
                  </a:lnTo>
                  <a:lnTo>
                    <a:pt x="1749" y="9117"/>
                  </a:lnTo>
                  <a:lnTo>
                    <a:pt x="1" y="9742"/>
                  </a:lnTo>
                  <a:lnTo>
                    <a:pt x="1" y="9742"/>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1"/>
            <p:cNvSpPr/>
            <p:nvPr/>
          </p:nvSpPr>
          <p:spPr>
            <a:xfrm>
              <a:off x="4443800" y="2896500"/>
              <a:ext cx="808700" cy="405925"/>
            </a:xfrm>
            <a:custGeom>
              <a:rect b="b" l="l" r="r" t="t"/>
              <a:pathLst>
                <a:path extrusionOk="0" fill="none" h="16237" w="32348">
                  <a:moveTo>
                    <a:pt x="32098" y="2998"/>
                  </a:moveTo>
                  <a:lnTo>
                    <a:pt x="30099" y="2998"/>
                  </a:lnTo>
                  <a:lnTo>
                    <a:pt x="30099" y="2998"/>
                  </a:lnTo>
                  <a:lnTo>
                    <a:pt x="28851" y="2998"/>
                  </a:lnTo>
                  <a:lnTo>
                    <a:pt x="27602" y="3248"/>
                  </a:lnTo>
                  <a:lnTo>
                    <a:pt x="26353" y="3498"/>
                  </a:lnTo>
                  <a:lnTo>
                    <a:pt x="25229" y="3997"/>
                  </a:lnTo>
                  <a:lnTo>
                    <a:pt x="24105" y="4497"/>
                  </a:lnTo>
                  <a:lnTo>
                    <a:pt x="23106" y="5121"/>
                  </a:lnTo>
                  <a:lnTo>
                    <a:pt x="22106" y="5870"/>
                  </a:lnTo>
                  <a:lnTo>
                    <a:pt x="21232" y="6620"/>
                  </a:lnTo>
                  <a:lnTo>
                    <a:pt x="20483" y="7494"/>
                  </a:lnTo>
                  <a:lnTo>
                    <a:pt x="19734" y="8493"/>
                  </a:lnTo>
                  <a:lnTo>
                    <a:pt x="19109" y="9492"/>
                  </a:lnTo>
                  <a:lnTo>
                    <a:pt x="18610" y="10616"/>
                  </a:lnTo>
                  <a:lnTo>
                    <a:pt x="18235" y="11740"/>
                  </a:lnTo>
                  <a:lnTo>
                    <a:pt x="17860" y="12864"/>
                  </a:lnTo>
                  <a:lnTo>
                    <a:pt x="17735" y="14113"/>
                  </a:lnTo>
                  <a:lnTo>
                    <a:pt x="17610" y="15362"/>
                  </a:lnTo>
                  <a:lnTo>
                    <a:pt x="17610" y="16111"/>
                  </a:lnTo>
                  <a:lnTo>
                    <a:pt x="17610" y="16111"/>
                  </a:lnTo>
                  <a:lnTo>
                    <a:pt x="16112" y="16236"/>
                  </a:lnTo>
                  <a:lnTo>
                    <a:pt x="14738" y="16111"/>
                  </a:lnTo>
                  <a:lnTo>
                    <a:pt x="14738" y="15362"/>
                  </a:lnTo>
                  <a:lnTo>
                    <a:pt x="14738" y="15362"/>
                  </a:lnTo>
                  <a:lnTo>
                    <a:pt x="14613" y="14113"/>
                  </a:lnTo>
                  <a:lnTo>
                    <a:pt x="14488" y="12864"/>
                  </a:lnTo>
                  <a:lnTo>
                    <a:pt x="14113" y="11740"/>
                  </a:lnTo>
                  <a:lnTo>
                    <a:pt x="13739" y="10616"/>
                  </a:lnTo>
                  <a:lnTo>
                    <a:pt x="13239" y="9492"/>
                  </a:lnTo>
                  <a:lnTo>
                    <a:pt x="12615" y="8493"/>
                  </a:lnTo>
                  <a:lnTo>
                    <a:pt x="11865" y="7494"/>
                  </a:lnTo>
                  <a:lnTo>
                    <a:pt x="10991" y="6620"/>
                  </a:lnTo>
                  <a:lnTo>
                    <a:pt x="10117" y="5870"/>
                  </a:lnTo>
                  <a:lnTo>
                    <a:pt x="9243" y="5121"/>
                  </a:lnTo>
                  <a:lnTo>
                    <a:pt x="8119" y="4497"/>
                  </a:lnTo>
                  <a:lnTo>
                    <a:pt x="7120" y="3997"/>
                  </a:lnTo>
                  <a:lnTo>
                    <a:pt x="5996" y="3498"/>
                  </a:lnTo>
                  <a:lnTo>
                    <a:pt x="4747" y="3248"/>
                  </a:lnTo>
                  <a:lnTo>
                    <a:pt x="3498" y="2998"/>
                  </a:lnTo>
                  <a:lnTo>
                    <a:pt x="2249" y="2998"/>
                  </a:lnTo>
                  <a:lnTo>
                    <a:pt x="251" y="2998"/>
                  </a:lnTo>
                  <a:lnTo>
                    <a:pt x="251" y="2998"/>
                  </a:lnTo>
                  <a:lnTo>
                    <a:pt x="126" y="1499"/>
                  </a:lnTo>
                  <a:lnTo>
                    <a:pt x="1" y="1"/>
                  </a:lnTo>
                  <a:lnTo>
                    <a:pt x="32348" y="1"/>
                  </a:lnTo>
                  <a:lnTo>
                    <a:pt x="32348" y="1"/>
                  </a:lnTo>
                  <a:lnTo>
                    <a:pt x="32223" y="1499"/>
                  </a:lnTo>
                  <a:lnTo>
                    <a:pt x="32098" y="2998"/>
                  </a:lnTo>
                  <a:lnTo>
                    <a:pt x="32098" y="2998"/>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31"/>
            <p:cNvSpPr/>
            <p:nvPr/>
          </p:nvSpPr>
          <p:spPr>
            <a:xfrm>
              <a:off x="5246225" y="2971425"/>
              <a:ext cx="25" cy="25"/>
            </a:xfrm>
            <a:custGeom>
              <a:rect b="b" l="l" r="r" t="t"/>
              <a:pathLst>
                <a:path extrusionOk="0" fill="none" h="1" w="1">
                  <a:moveTo>
                    <a:pt x="1" y="1"/>
                  </a:moveTo>
                  <a:lnTo>
                    <a:pt x="1" y="1"/>
                  </a:lnTo>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1"/>
            <p:cNvSpPr/>
            <p:nvPr/>
          </p:nvSpPr>
          <p:spPr>
            <a:xfrm>
              <a:off x="4812225" y="2971425"/>
              <a:ext cx="71850" cy="71850"/>
            </a:xfrm>
            <a:custGeom>
              <a:rect b="b" l="l" r="r" t="t"/>
              <a:pathLst>
                <a:path extrusionOk="0" h="2874" w="2874">
                  <a:moveTo>
                    <a:pt x="1" y="1"/>
                  </a:moveTo>
                  <a:lnTo>
                    <a:pt x="1" y="2873"/>
                  </a:lnTo>
                  <a:lnTo>
                    <a:pt x="2873" y="2873"/>
                  </a:lnTo>
                  <a:lnTo>
                    <a:pt x="287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3" name="Google Shape;383;p31"/>
          <p:cNvSpPr/>
          <p:nvPr/>
        </p:nvSpPr>
        <p:spPr>
          <a:xfrm>
            <a:off x="632600" y="837906"/>
            <a:ext cx="5087100" cy="3654600"/>
          </a:xfrm>
          <a:prstGeom prst="rect">
            <a:avLst/>
          </a:prstGeom>
          <a:solidFill>
            <a:srgbClr val="8CB0E4">
              <a:alpha val="8235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1"/>
          <p:cNvSpPr/>
          <p:nvPr/>
        </p:nvSpPr>
        <p:spPr>
          <a:xfrm>
            <a:off x="-1746050" y="3881100"/>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31"/>
          <p:cNvSpPr txBox="1"/>
          <p:nvPr>
            <p:ph type="ctrTitle"/>
          </p:nvPr>
        </p:nvSpPr>
        <p:spPr>
          <a:xfrm>
            <a:off x="1087556" y="1045019"/>
            <a:ext cx="3494100" cy="25938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5200"/>
              <a:buNone/>
            </a:pPr>
            <a:r>
              <a:rPr lang="de">
                <a:solidFill>
                  <a:schemeClr val="dk2"/>
                </a:solidFill>
              </a:rPr>
              <a:t>Proyecto</a:t>
            </a:r>
            <a:endParaRPr>
              <a:solidFill>
                <a:schemeClr val="dk2"/>
              </a:solidFill>
            </a:endParaRPr>
          </a:p>
          <a:p>
            <a:pPr indent="0" lvl="0" marL="0" rtl="0" algn="r">
              <a:lnSpc>
                <a:spcPct val="100000"/>
              </a:lnSpc>
              <a:spcBef>
                <a:spcPts val="0"/>
              </a:spcBef>
              <a:spcAft>
                <a:spcPts val="0"/>
              </a:spcAft>
              <a:buSzPts val="5200"/>
              <a:buNone/>
            </a:pPr>
            <a:r>
              <a:rPr lang="de">
                <a:solidFill>
                  <a:schemeClr val="dk2"/>
                </a:solidFill>
              </a:rPr>
              <a:t>final</a:t>
            </a:r>
            <a:endParaRPr>
              <a:solidFill>
                <a:schemeClr val="dk2"/>
              </a:solidFill>
            </a:endParaRPr>
          </a:p>
        </p:txBody>
      </p:sp>
      <p:sp>
        <p:nvSpPr>
          <p:cNvPr id="386" name="Google Shape;386;p31"/>
          <p:cNvSpPr txBox="1"/>
          <p:nvPr>
            <p:ph idx="1" type="subTitle"/>
          </p:nvPr>
        </p:nvSpPr>
        <p:spPr>
          <a:xfrm>
            <a:off x="1087550" y="3313579"/>
            <a:ext cx="3494100" cy="7833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400"/>
              <a:buNone/>
            </a:pPr>
            <a:r>
              <a:rPr lang="de">
                <a:solidFill>
                  <a:schemeClr val="dk2"/>
                </a:solidFill>
              </a:rPr>
              <a:t>Alumno</a:t>
            </a:r>
            <a:endParaRPr>
              <a:solidFill>
                <a:schemeClr val="dk2"/>
              </a:solidFill>
            </a:endParaRPr>
          </a:p>
          <a:p>
            <a:pPr indent="-317500" lvl="0" marL="457200" rtl="0" algn="r">
              <a:lnSpc>
                <a:spcPct val="100000"/>
              </a:lnSpc>
              <a:spcBef>
                <a:spcPts val="0"/>
              </a:spcBef>
              <a:spcAft>
                <a:spcPts val="0"/>
              </a:spcAft>
              <a:buClr>
                <a:schemeClr val="dk2"/>
              </a:buClr>
              <a:buSzPts val="1400"/>
              <a:buChar char="-"/>
            </a:pPr>
            <a:r>
              <a:rPr lang="de">
                <a:solidFill>
                  <a:schemeClr val="dk2"/>
                </a:solidFill>
              </a:rPr>
              <a:t>Joel Marcos Espiritu</a:t>
            </a:r>
            <a:endParaRPr>
              <a:solidFill>
                <a:schemeClr val="dk2"/>
              </a:solidFill>
            </a:endParaRPr>
          </a:p>
        </p:txBody>
      </p:sp>
      <p:sp>
        <p:nvSpPr>
          <p:cNvPr id="387" name="Google Shape;387;p31"/>
          <p:cNvSpPr/>
          <p:nvPr/>
        </p:nvSpPr>
        <p:spPr>
          <a:xfrm rot="10800000">
            <a:off x="4465782" y="-1615880"/>
            <a:ext cx="3176700" cy="3176700"/>
          </a:xfrm>
          <a:prstGeom prst="blockArc">
            <a:avLst>
              <a:gd fmla="val 16199854" name="adj1"/>
              <a:gd fmla="val 0" name="adj2"/>
              <a:gd fmla="val 25000" name="adj3"/>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2"/>
          <p:cNvSpPr txBox="1"/>
          <p:nvPr>
            <p:ph type="title"/>
          </p:nvPr>
        </p:nvSpPr>
        <p:spPr>
          <a:xfrm>
            <a:off x="426525" y="140847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400"/>
              <a:buNone/>
            </a:pPr>
            <a:r>
              <a:rPr lang="de" sz="2400">
                <a:solidFill>
                  <a:schemeClr val="dk1"/>
                </a:solidFill>
              </a:rPr>
              <a:t>Describir el problema y el área de negocio</a:t>
            </a:r>
            <a:endParaRPr sz="2400">
              <a:solidFill>
                <a:schemeClr val="dk1"/>
              </a:solidFill>
            </a:endParaRPr>
          </a:p>
        </p:txBody>
      </p:sp>
      <p:sp>
        <p:nvSpPr>
          <p:cNvPr id="393" name="Google Shape;393;p32"/>
          <p:cNvSpPr txBox="1"/>
          <p:nvPr>
            <p:ph idx="1" type="body"/>
          </p:nvPr>
        </p:nvSpPr>
        <p:spPr>
          <a:xfrm>
            <a:off x="824875" y="2070550"/>
            <a:ext cx="7355700" cy="975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200"/>
              <a:buNone/>
            </a:pPr>
            <a:r>
              <a:rPr lang="de" sz="1200">
                <a:solidFill>
                  <a:schemeClr val="dk1"/>
                </a:solidFill>
              </a:rPr>
              <a:t>El problema se centra en el sector inmobiliario y específicamente en la predicción del precio medio de las casas en un estado de los Estados Unidos. La empresa que está realizando este estudio busca identificar los principales lugares de inversión en bienes raíces, y para lograrlo, necesita estimar con precisión el precio promedio de las viviendas en diferentes áreas</a:t>
            </a:r>
            <a:endParaRPr sz="1200">
              <a:solidFill>
                <a:schemeClr val="dk1"/>
              </a:solidFill>
            </a:endParaRPr>
          </a:p>
          <a:p>
            <a:pPr indent="0" lvl="0" marL="0" rtl="0" algn="just">
              <a:lnSpc>
                <a:spcPct val="115000"/>
              </a:lnSpc>
              <a:spcBef>
                <a:spcPts val="0"/>
              </a:spcBef>
              <a:spcAft>
                <a:spcPts val="0"/>
              </a:spcAft>
              <a:buSzPts val="1200"/>
              <a:buNone/>
            </a:pPr>
            <a:r>
              <a:t/>
            </a:r>
            <a:endParaRPr sz="1200">
              <a:solidFill>
                <a:schemeClr val="dk1"/>
              </a:solidFill>
            </a:endParaRPr>
          </a:p>
        </p:txBody>
      </p:sp>
      <p:sp>
        <p:nvSpPr>
          <p:cNvPr id="394" name="Google Shape;394;p32"/>
          <p:cNvSpPr txBox="1"/>
          <p:nvPr>
            <p:ph type="title"/>
          </p:nvPr>
        </p:nvSpPr>
        <p:spPr>
          <a:xfrm>
            <a:off x="824875" y="3045850"/>
            <a:ext cx="1570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400"/>
              <a:buNone/>
            </a:pPr>
            <a:r>
              <a:rPr lang="de" sz="2400">
                <a:solidFill>
                  <a:schemeClr val="dk1"/>
                </a:solidFill>
              </a:rPr>
              <a:t>Objetivo</a:t>
            </a:r>
            <a:endParaRPr sz="2400">
              <a:solidFill>
                <a:schemeClr val="dk1"/>
              </a:solidFill>
            </a:endParaRPr>
          </a:p>
        </p:txBody>
      </p:sp>
      <p:sp>
        <p:nvSpPr>
          <p:cNvPr id="395" name="Google Shape;395;p32"/>
          <p:cNvSpPr txBox="1"/>
          <p:nvPr>
            <p:ph idx="1" type="body"/>
          </p:nvPr>
        </p:nvSpPr>
        <p:spPr>
          <a:xfrm>
            <a:off x="824875" y="3618550"/>
            <a:ext cx="7355700" cy="572700"/>
          </a:xfrm>
          <a:prstGeom prst="rect">
            <a:avLst/>
          </a:prstGeom>
          <a:noFill/>
          <a:ln>
            <a:noFill/>
          </a:ln>
        </p:spPr>
        <p:txBody>
          <a:bodyPr anchorCtr="0" anchor="t" bIns="91425" lIns="91425" spcFirstLastPara="1" rIns="91425" wrap="square" tIns="91425">
            <a:noAutofit/>
          </a:bodyPr>
          <a:lstStyle/>
          <a:p>
            <a:pPr indent="-304800" lvl="0" marL="457200" rtl="0" algn="just">
              <a:lnSpc>
                <a:spcPct val="115000"/>
              </a:lnSpc>
              <a:spcBef>
                <a:spcPts val="0"/>
              </a:spcBef>
              <a:spcAft>
                <a:spcPts val="0"/>
              </a:spcAft>
              <a:buClr>
                <a:schemeClr val="dk1"/>
              </a:buClr>
              <a:buSzPts val="1200"/>
              <a:buAutoNum type="arabicPeriod"/>
            </a:pPr>
            <a:r>
              <a:rPr lang="de" sz="1200">
                <a:solidFill>
                  <a:schemeClr val="dk1"/>
                </a:solidFill>
              </a:rPr>
              <a:t>Determinar el precio medio de las casas para su posterior venta.</a:t>
            </a:r>
            <a:endParaRPr sz="1200">
              <a:solidFill>
                <a:schemeClr val="dk1"/>
              </a:solidFill>
            </a:endParaRPr>
          </a:p>
          <a:p>
            <a:pPr indent="-304800" lvl="0" marL="457200" rtl="0" algn="just">
              <a:lnSpc>
                <a:spcPct val="115000"/>
              </a:lnSpc>
              <a:spcBef>
                <a:spcPts val="0"/>
              </a:spcBef>
              <a:spcAft>
                <a:spcPts val="0"/>
              </a:spcAft>
              <a:buClr>
                <a:schemeClr val="dk1"/>
              </a:buClr>
              <a:buSzPts val="1200"/>
              <a:buAutoNum type="arabicPeriod"/>
            </a:pPr>
            <a:r>
              <a:rPr lang="de" sz="1200">
                <a:solidFill>
                  <a:schemeClr val="dk1"/>
                </a:solidFill>
              </a:rPr>
              <a:t>Elaborar un modelo predictivo que identifique los precios medios de las casas.</a:t>
            </a:r>
            <a:endParaRPr sz="1200">
              <a:solidFill>
                <a:schemeClr val="dk1"/>
              </a:solidFill>
            </a:endParaRPr>
          </a:p>
          <a:p>
            <a:pPr indent="0" lvl="0" marL="0" rtl="0" algn="just">
              <a:lnSpc>
                <a:spcPct val="115000"/>
              </a:lnSpc>
              <a:spcBef>
                <a:spcPts val="0"/>
              </a:spcBef>
              <a:spcAft>
                <a:spcPts val="0"/>
              </a:spcAft>
              <a:buSzPts val="1200"/>
              <a:buNone/>
            </a:pPr>
            <a:r>
              <a:t/>
            </a:r>
            <a:endParaRPr sz="1200">
              <a:solidFill>
                <a:schemeClr val="dk1"/>
              </a:solidFill>
            </a:endParaRPr>
          </a:p>
        </p:txBody>
      </p:sp>
      <p:sp>
        <p:nvSpPr>
          <p:cNvPr id="396" name="Google Shape;396;p32"/>
          <p:cNvSpPr txBox="1"/>
          <p:nvPr>
            <p:ph type="title"/>
          </p:nvPr>
        </p:nvSpPr>
        <p:spPr>
          <a:xfrm>
            <a:off x="1032100" y="214475"/>
            <a:ext cx="6373800" cy="111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3400"/>
              <a:buNone/>
            </a:pPr>
            <a:r>
              <a:rPr lang="de" sz="3600">
                <a:solidFill>
                  <a:schemeClr val="dk1"/>
                </a:solidFill>
              </a:rPr>
              <a:t>Entendimiento del negocio</a:t>
            </a:r>
            <a:endParaRPr sz="3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3"/>
          <p:cNvSpPr txBox="1"/>
          <p:nvPr>
            <p:ph idx="9" type="title"/>
          </p:nvPr>
        </p:nvSpPr>
        <p:spPr>
          <a:xfrm>
            <a:off x="2581899" y="3051244"/>
            <a:ext cx="1048200" cy="104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de"/>
              <a:t>03</a:t>
            </a:r>
            <a:endParaRPr/>
          </a:p>
        </p:txBody>
      </p:sp>
      <p:sp>
        <p:nvSpPr>
          <p:cNvPr id="402" name="Google Shape;402;p33"/>
          <p:cNvSpPr txBox="1"/>
          <p:nvPr>
            <p:ph idx="8" type="title"/>
          </p:nvPr>
        </p:nvSpPr>
        <p:spPr>
          <a:xfrm>
            <a:off x="399999" y="1580794"/>
            <a:ext cx="1048200" cy="104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de"/>
              <a:t>01</a:t>
            </a:r>
            <a:endParaRPr/>
          </a:p>
        </p:txBody>
      </p:sp>
      <p:sp>
        <p:nvSpPr>
          <p:cNvPr id="403" name="Google Shape;403;p33"/>
          <p:cNvSpPr txBox="1"/>
          <p:nvPr>
            <p:ph idx="13" type="title"/>
          </p:nvPr>
        </p:nvSpPr>
        <p:spPr>
          <a:xfrm>
            <a:off x="4856749" y="1580794"/>
            <a:ext cx="1048200" cy="104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de"/>
              <a:t>02</a:t>
            </a:r>
            <a:endParaRPr/>
          </a:p>
        </p:txBody>
      </p:sp>
      <p:sp>
        <p:nvSpPr>
          <p:cNvPr id="404" name="Google Shape;404;p33"/>
          <p:cNvSpPr txBox="1"/>
          <p:nvPr>
            <p:ph idx="15"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400"/>
              <a:buNone/>
            </a:pPr>
            <a:r>
              <a:rPr lang="de"/>
              <a:t>Metas del modelo</a:t>
            </a:r>
            <a:endParaRPr>
              <a:solidFill>
                <a:srgbClr val="FF0000"/>
              </a:solidFill>
            </a:endParaRPr>
          </a:p>
        </p:txBody>
      </p:sp>
      <p:sp>
        <p:nvSpPr>
          <p:cNvPr id="405" name="Google Shape;405;p33"/>
          <p:cNvSpPr txBox="1"/>
          <p:nvPr>
            <p:ph type="title"/>
          </p:nvPr>
        </p:nvSpPr>
        <p:spPr>
          <a:xfrm>
            <a:off x="1595500" y="1568400"/>
            <a:ext cx="2569200" cy="342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lang="de" sz="1400"/>
              <a:t>Mejorar las predicciones</a:t>
            </a:r>
            <a:endParaRPr sz="1400"/>
          </a:p>
        </p:txBody>
      </p:sp>
      <p:sp>
        <p:nvSpPr>
          <p:cNvPr id="406" name="Google Shape;406;p33"/>
          <p:cNvSpPr txBox="1"/>
          <p:nvPr>
            <p:ph idx="1" type="subTitle"/>
          </p:nvPr>
        </p:nvSpPr>
        <p:spPr>
          <a:xfrm>
            <a:off x="1595498" y="2096098"/>
            <a:ext cx="2082000" cy="525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de"/>
              <a:t>COMPARAR MODELOS Y PONER EL QUE MEJOR SE ADAPTE</a:t>
            </a:r>
            <a:endParaRPr/>
          </a:p>
        </p:txBody>
      </p:sp>
      <p:sp>
        <p:nvSpPr>
          <p:cNvPr id="407" name="Google Shape;407;p33"/>
          <p:cNvSpPr txBox="1"/>
          <p:nvPr>
            <p:ph idx="2" type="title"/>
          </p:nvPr>
        </p:nvSpPr>
        <p:spPr>
          <a:xfrm>
            <a:off x="6055425" y="1568400"/>
            <a:ext cx="2663100" cy="527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de" sz="1400"/>
              <a:t>Identificar características clave</a:t>
            </a:r>
            <a:endParaRPr sz="1400"/>
          </a:p>
        </p:txBody>
      </p:sp>
      <p:sp>
        <p:nvSpPr>
          <p:cNvPr id="408" name="Google Shape;408;p33"/>
          <p:cNvSpPr txBox="1"/>
          <p:nvPr>
            <p:ph idx="3" type="subTitle"/>
          </p:nvPr>
        </p:nvSpPr>
        <p:spPr>
          <a:xfrm>
            <a:off x="6404676" y="2096098"/>
            <a:ext cx="2082000" cy="525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de"/>
              <a:t>PONER LA </a:t>
            </a:r>
            <a:r>
              <a:rPr lang="de"/>
              <a:t>CARACTERÍSTICA</a:t>
            </a:r>
            <a:r>
              <a:rPr lang="de"/>
              <a:t> CLAVE PARA EL MODELO</a:t>
            </a:r>
            <a:endParaRPr/>
          </a:p>
        </p:txBody>
      </p:sp>
      <p:sp>
        <p:nvSpPr>
          <p:cNvPr id="409" name="Google Shape;409;p33"/>
          <p:cNvSpPr txBox="1"/>
          <p:nvPr>
            <p:ph idx="5" type="subTitle"/>
          </p:nvPr>
        </p:nvSpPr>
        <p:spPr>
          <a:xfrm>
            <a:off x="4322673" y="3468375"/>
            <a:ext cx="2082000" cy="52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1400"/>
              <a:buNone/>
            </a:pPr>
            <a:r>
              <a:rPr lang="de"/>
              <a:t>COMPARAR MODELOS Y PONER EL QUE MEJOR SE ADAPTE</a:t>
            </a:r>
            <a:endParaRPr/>
          </a:p>
        </p:txBody>
      </p:sp>
      <p:sp>
        <p:nvSpPr>
          <p:cNvPr id="410" name="Google Shape;410;p33"/>
          <p:cNvSpPr txBox="1"/>
          <p:nvPr>
            <p:ph type="title"/>
          </p:nvPr>
        </p:nvSpPr>
        <p:spPr>
          <a:xfrm>
            <a:off x="3820575" y="3051250"/>
            <a:ext cx="3150600" cy="342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lang="de" sz="1400"/>
              <a:t>Reducir el error de predicción</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4"/>
          <p:cNvSpPr/>
          <p:nvPr/>
        </p:nvSpPr>
        <p:spPr>
          <a:xfrm>
            <a:off x="696441" y="2227450"/>
            <a:ext cx="2679600" cy="1193100"/>
          </a:xfrm>
          <a:prstGeom prst="rect">
            <a:avLst/>
          </a:prstGeom>
          <a:solidFill>
            <a:srgbClr val="8CB0E4">
              <a:alpha val="82352"/>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34"/>
          <p:cNvSpPr txBox="1"/>
          <p:nvPr/>
        </p:nvSpPr>
        <p:spPr>
          <a:xfrm>
            <a:off x="696466" y="2229381"/>
            <a:ext cx="2679600" cy="1189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Open Sans"/>
              <a:ea typeface="Open Sans"/>
              <a:cs typeface="Open Sans"/>
              <a:sym typeface="Open Sans"/>
            </a:endParaRPr>
          </a:p>
        </p:txBody>
      </p:sp>
      <p:sp>
        <p:nvSpPr>
          <p:cNvPr id="417" name="Google Shape;417;p3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400"/>
              <a:buNone/>
            </a:pPr>
            <a:r>
              <a:rPr lang="de"/>
              <a:t>Plan de proyecto</a:t>
            </a:r>
            <a:endParaRPr/>
          </a:p>
        </p:txBody>
      </p:sp>
      <p:sp>
        <p:nvSpPr>
          <p:cNvPr id="418" name="Google Shape;418;p34"/>
          <p:cNvSpPr txBox="1"/>
          <p:nvPr>
            <p:ph type="title"/>
          </p:nvPr>
        </p:nvSpPr>
        <p:spPr>
          <a:xfrm>
            <a:off x="794116" y="2603149"/>
            <a:ext cx="2484300" cy="429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400"/>
              <a:buNone/>
            </a:pPr>
            <a:r>
              <a:rPr lang="de" sz="2000">
                <a:solidFill>
                  <a:schemeClr val="dk2"/>
                </a:solidFill>
              </a:rPr>
              <a:t>Definición del Proyecto</a:t>
            </a:r>
            <a:endParaRPr sz="2000">
              <a:solidFill>
                <a:schemeClr val="dk2"/>
              </a:solidFill>
            </a:endParaRPr>
          </a:p>
        </p:txBody>
      </p:sp>
      <p:sp>
        <p:nvSpPr>
          <p:cNvPr id="419" name="Google Shape;419;p34"/>
          <p:cNvSpPr txBox="1"/>
          <p:nvPr/>
        </p:nvSpPr>
        <p:spPr>
          <a:xfrm>
            <a:off x="4247925" y="1618693"/>
            <a:ext cx="1884600" cy="84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Open Sans"/>
              <a:ea typeface="Open Sans"/>
              <a:cs typeface="Open Sans"/>
              <a:sym typeface="Open Sans"/>
            </a:endParaRPr>
          </a:p>
        </p:txBody>
      </p:sp>
      <p:sp>
        <p:nvSpPr>
          <p:cNvPr id="420" name="Google Shape;420;p34"/>
          <p:cNvSpPr txBox="1"/>
          <p:nvPr/>
        </p:nvSpPr>
        <p:spPr>
          <a:xfrm>
            <a:off x="4247900" y="1671199"/>
            <a:ext cx="1884600" cy="73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de" sz="1800">
                <a:solidFill>
                  <a:schemeClr val="accent2"/>
                </a:solidFill>
                <a:latin typeface="Montserrat"/>
                <a:ea typeface="Montserrat"/>
                <a:cs typeface="Montserrat"/>
                <a:sym typeface="Montserrat"/>
              </a:rPr>
              <a:t>Preparación de Datos</a:t>
            </a:r>
            <a:endParaRPr b="1" i="0" sz="1800" u="none" cap="none" strike="noStrike">
              <a:solidFill>
                <a:schemeClr val="accent2"/>
              </a:solidFill>
              <a:latin typeface="Montserrat"/>
              <a:ea typeface="Montserrat"/>
              <a:cs typeface="Montserrat"/>
              <a:sym typeface="Montserrat"/>
            </a:endParaRPr>
          </a:p>
        </p:txBody>
      </p:sp>
      <p:sp>
        <p:nvSpPr>
          <p:cNvPr id="421" name="Google Shape;421;p34"/>
          <p:cNvSpPr txBox="1"/>
          <p:nvPr/>
        </p:nvSpPr>
        <p:spPr>
          <a:xfrm>
            <a:off x="6324825" y="1635926"/>
            <a:ext cx="1884600" cy="73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de" sz="1800">
                <a:solidFill>
                  <a:schemeClr val="dk2"/>
                </a:solidFill>
                <a:latin typeface="Montserrat"/>
                <a:ea typeface="Montserrat"/>
                <a:cs typeface="Montserrat"/>
                <a:sym typeface="Montserrat"/>
              </a:rPr>
              <a:t>Modelado de Datos</a:t>
            </a:r>
            <a:endParaRPr b="1" i="0" sz="1800" u="none" cap="none" strike="noStrike">
              <a:solidFill>
                <a:schemeClr val="dk2"/>
              </a:solidFill>
              <a:latin typeface="Montserrat"/>
              <a:ea typeface="Montserrat"/>
              <a:cs typeface="Montserrat"/>
              <a:sym typeface="Montserrat"/>
            </a:endParaRPr>
          </a:p>
        </p:txBody>
      </p:sp>
      <p:sp>
        <p:nvSpPr>
          <p:cNvPr id="422" name="Google Shape;422;p34"/>
          <p:cNvSpPr txBox="1"/>
          <p:nvPr/>
        </p:nvSpPr>
        <p:spPr>
          <a:xfrm>
            <a:off x="6324831" y="1618693"/>
            <a:ext cx="1884600" cy="84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Open Sans"/>
              <a:ea typeface="Open Sans"/>
              <a:cs typeface="Open Sans"/>
              <a:sym typeface="Open Sans"/>
            </a:endParaRPr>
          </a:p>
        </p:txBody>
      </p:sp>
      <p:sp>
        <p:nvSpPr>
          <p:cNvPr id="423" name="Google Shape;423;p34"/>
          <p:cNvSpPr txBox="1"/>
          <p:nvPr/>
        </p:nvSpPr>
        <p:spPr>
          <a:xfrm>
            <a:off x="4247925" y="3360368"/>
            <a:ext cx="1884600" cy="84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Open Sans"/>
              <a:ea typeface="Open Sans"/>
              <a:cs typeface="Open Sans"/>
              <a:sym typeface="Open Sans"/>
            </a:endParaRPr>
          </a:p>
        </p:txBody>
      </p:sp>
      <p:sp>
        <p:nvSpPr>
          <p:cNvPr id="424" name="Google Shape;424;p34"/>
          <p:cNvSpPr txBox="1"/>
          <p:nvPr/>
        </p:nvSpPr>
        <p:spPr>
          <a:xfrm>
            <a:off x="6324825" y="3412883"/>
            <a:ext cx="1884600" cy="73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de" sz="1800">
                <a:solidFill>
                  <a:schemeClr val="lt2"/>
                </a:solidFill>
                <a:latin typeface="Montserrat"/>
                <a:ea typeface="Montserrat"/>
                <a:cs typeface="Montserrat"/>
                <a:sym typeface="Montserrat"/>
              </a:rPr>
              <a:t>Evaluación del Modelo</a:t>
            </a:r>
            <a:endParaRPr b="1" i="0" sz="1800" u="none" cap="none" strike="noStrike">
              <a:solidFill>
                <a:schemeClr val="lt2"/>
              </a:solidFill>
              <a:latin typeface="Montserrat"/>
              <a:ea typeface="Montserrat"/>
              <a:cs typeface="Montserrat"/>
              <a:sym typeface="Montserrat"/>
            </a:endParaRPr>
          </a:p>
        </p:txBody>
      </p:sp>
      <p:sp>
        <p:nvSpPr>
          <p:cNvPr id="425" name="Google Shape;425;p34"/>
          <p:cNvSpPr txBox="1"/>
          <p:nvPr/>
        </p:nvSpPr>
        <p:spPr>
          <a:xfrm>
            <a:off x="6324831" y="3360368"/>
            <a:ext cx="1884600" cy="84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Open Sans"/>
              <a:ea typeface="Open Sans"/>
              <a:cs typeface="Open Sans"/>
              <a:sym typeface="Open Sans"/>
            </a:endParaRPr>
          </a:p>
        </p:txBody>
      </p:sp>
      <p:cxnSp>
        <p:nvCxnSpPr>
          <p:cNvPr id="426" name="Google Shape;426;p34"/>
          <p:cNvCxnSpPr>
            <a:stCxn id="416" idx="3"/>
            <a:endCxn id="419" idx="1"/>
          </p:cNvCxnSpPr>
          <p:nvPr/>
        </p:nvCxnSpPr>
        <p:spPr>
          <a:xfrm flipH="1" rot="10800000">
            <a:off x="3376066" y="2038581"/>
            <a:ext cx="871800" cy="785400"/>
          </a:xfrm>
          <a:prstGeom prst="bentConnector3">
            <a:avLst>
              <a:gd fmla="val 50003" name="adj1"/>
            </a:avLst>
          </a:prstGeom>
          <a:noFill/>
          <a:ln cap="flat" cmpd="sng" w="9525">
            <a:solidFill>
              <a:schemeClr val="dk1"/>
            </a:solidFill>
            <a:prstDash val="solid"/>
            <a:round/>
            <a:headEnd len="sm" w="sm" type="none"/>
            <a:tailEnd len="med" w="med" type="stealth"/>
          </a:ln>
        </p:spPr>
      </p:cxnSp>
      <p:cxnSp>
        <p:nvCxnSpPr>
          <p:cNvPr id="427" name="Google Shape;427;p34"/>
          <p:cNvCxnSpPr>
            <a:stCxn id="419" idx="3"/>
            <a:endCxn id="422" idx="1"/>
          </p:cNvCxnSpPr>
          <p:nvPr/>
        </p:nvCxnSpPr>
        <p:spPr>
          <a:xfrm>
            <a:off x="6132525" y="2038693"/>
            <a:ext cx="192300" cy="600"/>
          </a:xfrm>
          <a:prstGeom prst="bentConnector3">
            <a:avLst>
              <a:gd fmla="val 50002" name="adj1"/>
            </a:avLst>
          </a:prstGeom>
          <a:noFill/>
          <a:ln cap="flat" cmpd="sng" w="9525">
            <a:solidFill>
              <a:schemeClr val="dk1"/>
            </a:solidFill>
            <a:prstDash val="solid"/>
            <a:round/>
            <a:headEnd len="sm" w="sm" type="none"/>
            <a:tailEnd len="med" w="med" type="stealth"/>
          </a:ln>
        </p:spPr>
      </p:cxnSp>
      <p:cxnSp>
        <p:nvCxnSpPr>
          <p:cNvPr id="428" name="Google Shape;428;p34"/>
          <p:cNvCxnSpPr>
            <a:stCxn id="422" idx="3"/>
            <a:endCxn id="425" idx="3"/>
          </p:cNvCxnSpPr>
          <p:nvPr/>
        </p:nvCxnSpPr>
        <p:spPr>
          <a:xfrm>
            <a:off x="8209431" y="2038693"/>
            <a:ext cx="600" cy="1741800"/>
          </a:xfrm>
          <a:prstGeom prst="bentConnector3">
            <a:avLst>
              <a:gd fmla="val 39687500" name="adj1"/>
            </a:avLst>
          </a:prstGeom>
          <a:noFill/>
          <a:ln cap="flat" cmpd="sng" w="9525">
            <a:solidFill>
              <a:schemeClr val="dk1"/>
            </a:solidFill>
            <a:prstDash val="solid"/>
            <a:round/>
            <a:headEnd len="sm" w="sm" type="none"/>
            <a:tailEnd len="med" w="med" type="stealth"/>
          </a:ln>
        </p:spPr>
      </p:cxnSp>
      <p:cxnSp>
        <p:nvCxnSpPr>
          <p:cNvPr id="429" name="Google Shape;429;p34"/>
          <p:cNvCxnSpPr>
            <a:stCxn id="425" idx="1"/>
            <a:endCxn id="423" idx="3"/>
          </p:cNvCxnSpPr>
          <p:nvPr/>
        </p:nvCxnSpPr>
        <p:spPr>
          <a:xfrm rot="10800000">
            <a:off x="6132531" y="3780368"/>
            <a:ext cx="192300" cy="0"/>
          </a:xfrm>
          <a:prstGeom prst="straightConnector1">
            <a:avLst/>
          </a:prstGeom>
          <a:noFill/>
          <a:ln cap="flat" cmpd="sng" w="9525">
            <a:solidFill>
              <a:schemeClr val="dk1"/>
            </a:solidFill>
            <a:prstDash val="solid"/>
            <a:round/>
            <a:headEnd len="sm" w="sm" type="none"/>
            <a:tailEnd len="med" w="med" type="stealth"/>
          </a:ln>
        </p:spPr>
      </p:cxnSp>
      <p:sp>
        <p:nvSpPr>
          <p:cNvPr id="430" name="Google Shape;430;p34"/>
          <p:cNvSpPr txBox="1"/>
          <p:nvPr/>
        </p:nvSpPr>
        <p:spPr>
          <a:xfrm>
            <a:off x="6324825" y="1635924"/>
            <a:ext cx="1884600" cy="73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de" sz="1800">
                <a:solidFill>
                  <a:schemeClr val="accent2"/>
                </a:solidFill>
                <a:latin typeface="Montserrat"/>
                <a:ea typeface="Montserrat"/>
                <a:cs typeface="Montserrat"/>
                <a:sym typeface="Montserrat"/>
              </a:rPr>
              <a:t>Modelado de </a:t>
            </a:r>
            <a:endParaRPr b="1" sz="1800">
              <a:solidFill>
                <a:schemeClr val="accent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1" lang="de" sz="1800">
                <a:solidFill>
                  <a:schemeClr val="accent2"/>
                </a:solidFill>
                <a:latin typeface="Montserrat"/>
                <a:ea typeface="Montserrat"/>
                <a:cs typeface="Montserrat"/>
                <a:sym typeface="Montserrat"/>
              </a:rPr>
              <a:t>Datos</a:t>
            </a:r>
            <a:endParaRPr b="1" sz="1800">
              <a:solidFill>
                <a:schemeClr val="accent2"/>
              </a:solidFill>
              <a:latin typeface="Montserrat"/>
              <a:ea typeface="Montserrat"/>
              <a:cs typeface="Montserrat"/>
              <a:sym typeface="Montserrat"/>
            </a:endParaRPr>
          </a:p>
        </p:txBody>
      </p:sp>
      <p:sp>
        <p:nvSpPr>
          <p:cNvPr id="431" name="Google Shape;431;p34"/>
          <p:cNvSpPr txBox="1"/>
          <p:nvPr/>
        </p:nvSpPr>
        <p:spPr>
          <a:xfrm>
            <a:off x="4186475" y="3512775"/>
            <a:ext cx="2022300" cy="73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de" sz="1800">
                <a:solidFill>
                  <a:schemeClr val="accent2"/>
                </a:solidFill>
                <a:latin typeface="Montserrat"/>
                <a:ea typeface="Montserrat"/>
                <a:cs typeface="Montserrat"/>
                <a:sym typeface="Montserrat"/>
              </a:rPr>
              <a:t>Comunicación y Despliegue</a:t>
            </a:r>
            <a:endParaRPr b="1" sz="1800">
              <a:solidFill>
                <a:schemeClr val="accent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t/>
            </a:r>
            <a:endParaRPr b="1" sz="1800">
              <a:solidFill>
                <a:schemeClr val="accent2"/>
              </a:solidFill>
              <a:latin typeface="Montserrat"/>
              <a:ea typeface="Montserrat"/>
              <a:cs typeface="Montserrat"/>
              <a:sym typeface="Montserrat"/>
            </a:endParaRPr>
          </a:p>
        </p:txBody>
      </p:sp>
      <p:sp>
        <p:nvSpPr>
          <p:cNvPr id="432" name="Google Shape;432;p34"/>
          <p:cNvSpPr txBox="1"/>
          <p:nvPr/>
        </p:nvSpPr>
        <p:spPr>
          <a:xfrm>
            <a:off x="6324825" y="3360374"/>
            <a:ext cx="1884600" cy="73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de" sz="1800">
                <a:solidFill>
                  <a:schemeClr val="accent2"/>
                </a:solidFill>
                <a:latin typeface="Montserrat"/>
                <a:ea typeface="Montserrat"/>
                <a:cs typeface="Montserrat"/>
                <a:sym typeface="Montserrat"/>
              </a:rPr>
              <a:t>Evaluación del Modelo</a:t>
            </a:r>
            <a:endParaRPr b="1" i="0" sz="1800" u="none" cap="none" strike="noStrike">
              <a:solidFill>
                <a:schemeClr val="accent2"/>
              </a:solidFill>
              <a:latin typeface="Montserrat"/>
              <a:ea typeface="Montserrat"/>
              <a:cs typeface="Montserrat"/>
              <a:sym typeface="Montserrat"/>
            </a:endParaRPr>
          </a:p>
        </p:txBody>
      </p:sp>
      <p:sp>
        <p:nvSpPr>
          <p:cNvPr id="433" name="Google Shape;433;p34"/>
          <p:cNvSpPr txBox="1"/>
          <p:nvPr/>
        </p:nvSpPr>
        <p:spPr>
          <a:xfrm>
            <a:off x="1968700" y="3585193"/>
            <a:ext cx="1884600" cy="84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Open Sans"/>
              <a:ea typeface="Open Sans"/>
              <a:cs typeface="Open Sans"/>
              <a:sym typeface="Open Sans"/>
            </a:endParaRPr>
          </a:p>
        </p:txBody>
      </p:sp>
      <p:cxnSp>
        <p:nvCxnSpPr>
          <p:cNvPr id="434" name="Google Shape;434;p34"/>
          <p:cNvCxnSpPr>
            <a:stCxn id="431" idx="1"/>
            <a:endCxn id="433" idx="3"/>
          </p:cNvCxnSpPr>
          <p:nvPr/>
        </p:nvCxnSpPr>
        <p:spPr>
          <a:xfrm flipH="1">
            <a:off x="3853175" y="3880275"/>
            <a:ext cx="333300" cy="124800"/>
          </a:xfrm>
          <a:prstGeom prst="straightConnector1">
            <a:avLst/>
          </a:prstGeom>
          <a:noFill/>
          <a:ln cap="flat" cmpd="sng" w="9525">
            <a:solidFill>
              <a:schemeClr val="dk1"/>
            </a:solidFill>
            <a:prstDash val="solid"/>
            <a:round/>
            <a:headEnd len="sm" w="sm" type="none"/>
            <a:tailEnd len="med" w="med" type="stealth"/>
          </a:ln>
        </p:spPr>
      </p:cxnSp>
      <p:sp>
        <p:nvSpPr>
          <p:cNvPr id="435" name="Google Shape;435;p34"/>
          <p:cNvSpPr txBox="1"/>
          <p:nvPr/>
        </p:nvSpPr>
        <p:spPr>
          <a:xfrm>
            <a:off x="1907250" y="3556400"/>
            <a:ext cx="2022300" cy="840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de" sz="1800">
                <a:solidFill>
                  <a:schemeClr val="accent2"/>
                </a:solidFill>
                <a:latin typeface="Montserrat"/>
                <a:ea typeface="Montserrat"/>
                <a:cs typeface="Montserrat"/>
                <a:sym typeface="Montserrat"/>
              </a:rPr>
              <a:t>Cierre del Proyecto</a:t>
            </a:r>
            <a:endParaRPr b="1" sz="1800">
              <a:solidFill>
                <a:schemeClr val="accent2"/>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5"/>
          <p:cNvSpPr/>
          <p:nvPr/>
        </p:nvSpPr>
        <p:spPr>
          <a:xfrm>
            <a:off x="354400" y="1983075"/>
            <a:ext cx="2679600" cy="2281200"/>
          </a:xfrm>
          <a:prstGeom prst="rect">
            <a:avLst/>
          </a:prstGeom>
          <a:solidFill>
            <a:srgbClr val="8CB0E4">
              <a:alpha val="82350"/>
            </a:srgbClr>
          </a:solidFill>
          <a:ln>
            <a:noFill/>
          </a:ln>
        </p:spPr>
        <p:txBody>
          <a:bodyPr anchorCtr="0" anchor="ctr" bIns="91425" lIns="91425" spcFirstLastPara="1" rIns="91425" wrap="square" tIns="91425">
            <a:noAutofit/>
          </a:bodyPr>
          <a:lstStyle/>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Predecir el precio medio de las casas en función de las características proporcionadas.</a:t>
            </a:r>
            <a:endParaRPr sz="1300">
              <a:solidFill>
                <a:schemeClr val="dk1"/>
              </a:solidFill>
              <a:latin typeface="Open Sans"/>
              <a:ea typeface="Open Sans"/>
              <a:cs typeface="Open Sans"/>
              <a:sym typeface="Open Sans"/>
            </a:endParaRPr>
          </a:p>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Conjunto de datos "bostonvivienda.csv"</a:t>
            </a:r>
            <a:endParaRPr sz="1300">
              <a:solidFill>
                <a:schemeClr val="dk1"/>
              </a:solidFill>
              <a:latin typeface="Open Sans"/>
              <a:ea typeface="Open Sans"/>
              <a:cs typeface="Open Sans"/>
              <a:sym typeface="Open Sans"/>
            </a:endParaRPr>
          </a:p>
        </p:txBody>
      </p:sp>
      <p:sp>
        <p:nvSpPr>
          <p:cNvPr id="441" name="Google Shape;441;p35"/>
          <p:cNvSpPr txBox="1"/>
          <p:nvPr>
            <p:ph type="title"/>
          </p:nvPr>
        </p:nvSpPr>
        <p:spPr>
          <a:xfrm>
            <a:off x="549691" y="1402774"/>
            <a:ext cx="2484300" cy="429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400"/>
              <a:buNone/>
            </a:pPr>
            <a:r>
              <a:rPr lang="de" sz="2000">
                <a:solidFill>
                  <a:schemeClr val="lt2"/>
                </a:solidFill>
              </a:rPr>
              <a:t>Definición del Proyecto</a:t>
            </a:r>
            <a:endParaRPr sz="2000">
              <a:solidFill>
                <a:schemeClr val="lt2"/>
              </a:solidFill>
            </a:endParaRPr>
          </a:p>
        </p:txBody>
      </p:sp>
      <p:sp>
        <p:nvSpPr>
          <p:cNvPr id="442" name="Google Shape;442;p35"/>
          <p:cNvSpPr/>
          <p:nvPr/>
        </p:nvSpPr>
        <p:spPr>
          <a:xfrm>
            <a:off x="6183525" y="1983075"/>
            <a:ext cx="2679600" cy="2281200"/>
          </a:xfrm>
          <a:prstGeom prst="rect">
            <a:avLst/>
          </a:prstGeom>
          <a:solidFill>
            <a:srgbClr val="8CB0E4">
              <a:alpha val="82350"/>
            </a:srgbClr>
          </a:solidFill>
          <a:ln>
            <a:noFill/>
          </a:ln>
        </p:spPr>
        <p:txBody>
          <a:bodyPr anchorCtr="0" anchor="ctr" bIns="91425" lIns="91425" spcFirstLastPara="1" rIns="91425" wrap="square" tIns="91425">
            <a:noAutofit/>
          </a:bodyPr>
          <a:lstStyle/>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Seleccionar el tipo de modelo de Machine Learning adecuado para el problema, como regresión lineal, etc.</a:t>
            </a:r>
            <a:endParaRPr sz="1300">
              <a:solidFill>
                <a:schemeClr val="dk1"/>
              </a:solidFill>
              <a:latin typeface="Open Sans"/>
              <a:ea typeface="Open Sans"/>
              <a:cs typeface="Open Sans"/>
              <a:sym typeface="Open Sans"/>
            </a:endParaRPr>
          </a:p>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entrenar y ajustar el modelo, optimizando hiperparámetros y evaluando su desempeño.</a:t>
            </a:r>
            <a:endParaRPr sz="1300">
              <a:solidFill>
                <a:schemeClr val="dk1"/>
              </a:solidFill>
              <a:latin typeface="Open Sans"/>
              <a:ea typeface="Open Sans"/>
              <a:cs typeface="Open Sans"/>
              <a:sym typeface="Open Sans"/>
            </a:endParaRPr>
          </a:p>
        </p:txBody>
      </p:sp>
      <p:sp>
        <p:nvSpPr>
          <p:cNvPr id="443" name="Google Shape;443;p35"/>
          <p:cNvSpPr txBox="1"/>
          <p:nvPr>
            <p:ph type="title"/>
          </p:nvPr>
        </p:nvSpPr>
        <p:spPr>
          <a:xfrm>
            <a:off x="6120151" y="1402775"/>
            <a:ext cx="2742900" cy="42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3400"/>
              <a:buFont typeface="Arial"/>
              <a:buNone/>
            </a:pPr>
            <a:r>
              <a:rPr lang="de" sz="2000">
                <a:solidFill>
                  <a:schemeClr val="lt2"/>
                </a:solidFill>
              </a:rPr>
              <a:t>Modelado de</a:t>
            </a:r>
            <a:endParaRPr sz="2000">
              <a:solidFill>
                <a:schemeClr val="lt2"/>
              </a:solidFill>
            </a:endParaRPr>
          </a:p>
          <a:p>
            <a:pPr indent="0" lvl="0" marL="0" rtl="0" algn="ctr">
              <a:spcBef>
                <a:spcPts val="0"/>
              </a:spcBef>
              <a:spcAft>
                <a:spcPts val="0"/>
              </a:spcAft>
              <a:buClr>
                <a:schemeClr val="dk1"/>
              </a:buClr>
              <a:buSzPts val="3400"/>
              <a:buFont typeface="Arial"/>
              <a:buNone/>
            </a:pPr>
            <a:r>
              <a:rPr lang="de" sz="2000">
                <a:solidFill>
                  <a:schemeClr val="lt2"/>
                </a:solidFill>
              </a:rPr>
              <a:t>Datos</a:t>
            </a:r>
            <a:endParaRPr sz="2000">
              <a:solidFill>
                <a:schemeClr val="lt2"/>
              </a:solidFill>
            </a:endParaRPr>
          </a:p>
        </p:txBody>
      </p:sp>
      <p:sp>
        <p:nvSpPr>
          <p:cNvPr id="444" name="Google Shape;444;p35"/>
          <p:cNvSpPr/>
          <p:nvPr/>
        </p:nvSpPr>
        <p:spPr>
          <a:xfrm>
            <a:off x="3268975" y="1229013"/>
            <a:ext cx="2679600" cy="3478800"/>
          </a:xfrm>
          <a:prstGeom prst="rect">
            <a:avLst/>
          </a:prstGeom>
          <a:solidFill>
            <a:srgbClr val="8CB0E4">
              <a:alpha val="82350"/>
            </a:srgbClr>
          </a:solidFill>
          <a:ln>
            <a:noFill/>
          </a:ln>
        </p:spPr>
        <p:txBody>
          <a:bodyPr anchorCtr="0" anchor="ctr" bIns="91425" lIns="91425" spcFirstLastPara="1" rIns="91425" wrap="square" tIns="91425">
            <a:noAutofit/>
          </a:bodyPr>
          <a:lstStyle/>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Realizar la recopilación, limpieza y preparación de datos, abordando problemas como valores faltantes, duplicados o datos erróneos.</a:t>
            </a:r>
            <a:endParaRPr sz="1300">
              <a:solidFill>
                <a:schemeClr val="dk1"/>
              </a:solidFill>
              <a:latin typeface="Open Sans"/>
              <a:ea typeface="Open Sans"/>
              <a:cs typeface="Open Sans"/>
              <a:sym typeface="Open Sans"/>
            </a:endParaRPr>
          </a:p>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Realizar un análisis exploratorio de datos .</a:t>
            </a:r>
            <a:endParaRPr sz="1300">
              <a:solidFill>
                <a:schemeClr val="dk1"/>
              </a:solidFill>
              <a:latin typeface="Open Sans"/>
              <a:ea typeface="Open Sans"/>
              <a:cs typeface="Open Sans"/>
              <a:sym typeface="Open Sans"/>
            </a:endParaRPr>
          </a:p>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Identificar las características más relevantes que influencian el precio de las viviendas y eliminar características</a:t>
            </a:r>
            <a:r>
              <a:rPr lang="de" sz="1300">
                <a:solidFill>
                  <a:schemeClr val="dk2"/>
                </a:solidFill>
                <a:latin typeface="Open Sans"/>
                <a:ea typeface="Open Sans"/>
                <a:cs typeface="Open Sans"/>
                <a:sym typeface="Open Sans"/>
              </a:rPr>
              <a:t> </a:t>
            </a:r>
            <a:r>
              <a:rPr lang="de" sz="1300">
                <a:solidFill>
                  <a:schemeClr val="dk1"/>
                </a:solidFill>
                <a:latin typeface="Open Sans"/>
                <a:ea typeface="Open Sans"/>
                <a:cs typeface="Open Sans"/>
                <a:sym typeface="Open Sans"/>
              </a:rPr>
              <a:t>irrelevantes o redundantes.</a:t>
            </a:r>
            <a:endParaRPr sz="1300">
              <a:solidFill>
                <a:schemeClr val="dk1"/>
              </a:solidFill>
              <a:latin typeface="Open Sans"/>
              <a:ea typeface="Open Sans"/>
              <a:cs typeface="Open Sans"/>
              <a:sym typeface="Open Sans"/>
            </a:endParaRPr>
          </a:p>
        </p:txBody>
      </p:sp>
      <p:sp>
        <p:nvSpPr>
          <p:cNvPr id="445" name="Google Shape;445;p35"/>
          <p:cNvSpPr txBox="1"/>
          <p:nvPr>
            <p:ph type="title"/>
          </p:nvPr>
        </p:nvSpPr>
        <p:spPr>
          <a:xfrm>
            <a:off x="3464266" y="344025"/>
            <a:ext cx="2484300" cy="65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3400"/>
              <a:buFont typeface="Arial"/>
              <a:buNone/>
            </a:pPr>
            <a:r>
              <a:rPr lang="de" sz="2000">
                <a:solidFill>
                  <a:schemeClr val="lt2"/>
                </a:solidFill>
              </a:rPr>
              <a:t>Preparación de Datos</a:t>
            </a:r>
            <a:endParaRPr sz="2000">
              <a:solidFill>
                <a:schemeClr val="lt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6"/>
          <p:cNvSpPr/>
          <p:nvPr/>
        </p:nvSpPr>
        <p:spPr>
          <a:xfrm>
            <a:off x="3544225" y="1536900"/>
            <a:ext cx="2484300" cy="3031200"/>
          </a:xfrm>
          <a:prstGeom prst="rect">
            <a:avLst/>
          </a:prstGeom>
          <a:solidFill>
            <a:srgbClr val="8CB0E4">
              <a:alpha val="82350"/>
            </a:srgbClr>
          </a:solidFill>
          <a:ln>
            <a:noFill/>
          </a:ln>
        </p:spPr>
        <p:txBody>
          <a:bodyPr anchorCtr="0" anchor="ctr" bIns="91425" lIns="91425" spcFirstLastPara="1" rIns="91425" wrap="square" tIns="91425">
            <a:noAutofit/>
          </a:bodyPr>
          <a:lstStyle/>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Comunicar los resultados del modelo y las recomendaciones a las partes interesadas clave en la empresa.</a:t>
            </a:r>
            <a:endParaRPr sz="1300">
              <a:solidFill>
                <a:schemeClr val="dk1"/>
              </a:solidFill>
              <a:latin typeface="Open Sans"/>
              <a:ea typeface="Open Sans"/>
              <a:cs typeface="Open Sans"/>
              <a:sym typeface="Open Sans"/>
            </a:endParaRPr>
          </a:p>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Implementar la solución analítica en toda la organización, asegurando que los usuarios finales puedan acceder a ella.</a:t>
            </a:r>
            <a:endParaRPr sz="1300">
              <a:solidFill>
                <a:schemeClr val="dk1"/>
              </a:solidFill>
              <a:latin typeface="Open Sans"/>
              <a:ea typeface="Open Sans"/>
              <a:cs typeface="Open Sans"/>
              <a:sym typeface="Open Sans"/>
            </a:endParaRPr>
          </a:p>
        </p:txBody>
      </p:sp>
      <p:sp>
        <p:nvSpPr>
          <p:cNvPr id="451" name="Google Shape;451;p36"/>
          <p:cNvSpPr txBox="1"/>
          <p:nvPr>
            <p:ph type="title"/>
          </p:nvPr>
        </p:nvSpPr>
        <p:spPr>
          <a:xfrm>
            <a:off x="3548629" y="765800"/>
            <a:ext cx="2484300" cy="57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1800"/>
              <a:buNone/>
            </a:pPr>
            <a:r>
              <a:rPr lang="de" sz="1800">
                <a:solidFill>
                  <a:schemeClr val="lt2"/>
                </a:solidFill>
              </a:rPr>
              <a:t>Comunicación y Despliegue</a:t>
            </a:r>
            <a:endParaRPr sz="2000">
              <a:solidFill>
                <a:schemeClr val="lt2"/>
              </a:solidFill>
            </a:endParaRPr>
          </a:p>
        </p:txBody>
      </p:sp>
      <p:sp>
        <p:nvSpPr>
          <p:cNvPr id="452" name="Google Shape;452;p36"/>
          <p:cNvSpPr/>
          <p:nvPr/>
        </p:nvSpPr>
        <p:spPr>
          <a:xfrm>
            <a:off x="849550" y="1536925"/>
            <a:ext cx="2484300" cy="3031200"/>
          </a:xfrm>
          <a:prstGeom prst="rect">
            <a:avLst/>
          </a:prstGeom>
          <a:solidFill>
            <a:srgbClr val="8CB0E4">
              <a:alpha val="82350"/>
            </a:srgbClr>
          </a:solidFill>
          <a:ln>
            <a:noFill/>
          </a:ln>
        </p:spPr>
        <p:txBody>
          <a:bodyPr anchorCtr="0" anchor="ctr" bIns="91425" lIns="91425" spcFirstLastPara="1" rIns="91425" wrap="square" tIns="91425">
            <a:noAutofit/>
          </a:bodyPr>
          <a:lstStyle/>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Evaluar el modelo utilizando técnicas métricas de evaluación como el error cuadrático medio (MSE) o el coeficiente de determinación (R²).</a:t>
            </a:r>
            <a:endParaRPr sz="1300">
              <a:solidFill>
                <a:schemeClr val="dk1"/>
              </a:solidFill>
              <a:latin typeface="Open Sans"/>
              <a:ea typeface="Open Sans"/>
              <a:cs typeface="Open Sans"/>
              <a:sym typeface="Open Sans"/>
            </a:endParaRPr>
          </a:p>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Interpretar las características más influyentes en las predicciones de precios de las viviendas.</a:t>
            </a:r>
            <a:endParaRPr sz="1300">
              <a:solidFill>
                <a:schemeClr val="dk1"/>
              </a:solidFill>
              <a:latin typeface="Open Sans"/>
              <a:ea typeface="Open Sans"/>
              <a:cs typeface="Open Sans"/>
              <a:sym typeface="Open Sans"/>
            </a:endParaRPr>
          </a:p>
        </p:txBody>
      </p:sp>
      <p:sp>
        <p:nvSpPr>
          <p:cNvPr id="453" name="Google Shape;453;p36"/>
          <p:cNvSpPr txBox="1"/>
          <p:nvPr>
            <p:ph type="title"/>
          </p:nvPr>
        </p:nvSpPr>
        <p:spPr>
          <a:xfrm>
            <a:off x="787650" y="765800"/>
            <a:ext cx="2679600" cy="57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1800"/>
              <a:buNone/>
            </a:pPr>
            <a:r>
              <a:rPr lang="de" sz="1800">
                <a:solidFill>
                  <a:schemeClr val="lt2"/>
                </a:solidFill>
              </a:rPr>
              <a:t>Evaluación del Modelo</a:t>
            </a:r>
            <a:endParaRPr sz="2000">
              <a:solidFill>
                <a:schemeClr val="lt2"/>
              </a:solidFill>
            </a:endParaRPr>
          </a:p>
        </p:txBody>
      </p:sp>
      <p:sp>
        <p:nvSpPr>
          <p:cNvPr id="454" name="Google Shape;454;p36"/>
          <p:cNvSpPr/>
          <p:nvPr/>
        </p:nvSpPr>
        <p:spPr>
          <a:xfrm>
            <a:off x="6223825" y="1509722"/>
            <a:ext cx="2679600" cy="3031200"/>
          </a:xfrm>
          <a:prstGeom prst="rect">
            <a:avLst/>
          </a:prstGeom>
          <a:solidFill>
            <a:srgbClr val="8CB0E4">
              <a:alpha val="82350"/>
            </a:srgbClr>
          </a:solidFill>
          <a:ln>
            <a:noFill/>
          </a:ln>
        </p:spPr>
        <p:txBody>
          <a:bodyPr anchorCtr="0" anchor="ctr" bIns="91425" lIns="91425" spcFirstLastPara="1" rIns="91425" wrap="square" tIns="91425">
            <a:noAutofit/>
          </a:bodyPr>
          <a:lstStyle/>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Documentar todo el proceso del proyecto, incluyendo los pasos seguidos, resultados, y las lecciones aprendidas durante el proceso.</a:t>
            </a:r>
            <a:endParaRPr sz="1300">
              <a:solidFill>
                <a:schemeClr val="dk1"/>
              </a:solidFill>
              <a:latin typeface="Open Sans"/>
              <a:ea typeface="Open Sans"/>
              <a:cs typeface="Open Sans"/>
              <a:sym typeface="Open Sans"/>
            </a:endParaRPr>
          </a:p>
          <a:p>
            <a:pPr indent="-311150" lvl="0" marL="457200" rtl="0" algn="just">
              <a:lnSpc>
                <a:spcPct val="115000"/>
              </a:lnSpc>
              <a:spcBef>
                <a:spcPts val="0"/>
              </a:spcBef>
              <a:spcAft>
                <a:spcPts val="0"/>
              </a:spcAft>
              <a:buClr>
                <a:schemeClr val="dk1"/>
              </a:buClr>
              <a:buSzPts val="1300"/>
              <a:buFont typeface="Open Sans"/>
              <a:buAutoNum type="arabicPeriod"/>
            </a:pPr>
            <a:r>
              <a:rPr lang="de" sz="1300">
                <a:solidFill>
                  <a:schemeClr val="dk1"/>
                </a:solidFill>
                <a:latin typeface="Open Sans"/>
                <a:ea typeface="Open Sans"/>
                <a:cs typeface="Open Sans"/>
                <a:sym typeface="Open Sans"/>
              </a:rPr>
              <a:t>Entregar formalmente la solución analítica a la empresa y llevar a cabo una revisión final con los stakeholders.</a:t>
            </a:r>
            <a:endParaRPr sz="1300">
              <a:solidFill>
                <a:schemeClr val="dk1"/>
              </a:solidFill>
              <a:latin typeface="Open Sans"/>
              <a:ea typeface="Open Sans"/>
              <a:cs typeface="Open Sans"/>
              <a:sym typeface="Open Sans"/>
            </a:endParaRPr>
          </a:p>
        </p:txBody>
      </p:sp>
      <p:sp>
        <p:nvSpPr>
          <p:cNvPr id="455" name="Google Shape;455;p36"/>
          <p:cNvSpPr txBox="1"/>
          <p:nvPr>
            <p:ph type="title"/>
          </p:nvPr>
        </p:nvSpPr>
        <p:spPr>
          <a:xfrm>
            <a:off x="6274051" y="738625"/>
            <a:ext cx="2629500" cy="57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1800"/>
              <a:buNone/>
            </a:pPr>
            <a:r>
              <a:rPr lang="de" sz="1800">
                <a:solidFill>
                  <a:schemeClr val="lt2"/>
                </a:solidFill>
              </a:rPr>
              <a:t>Cierre del Proyecto</a:t>
            </a:r>
            <a:endParaRPr sz="2000">
              <a:solidFill>
                <a:schemeClr val="lt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7"/>
          <p:cNvSpPr/>
          <p:nvPr/>
        </p:nvSpPr>
        <p:spPr>
          <a:xfrm>
            <a:off x="1015300" y="1548525"/>
            <a:ext cx="2679600" cy="2281200"/>
          </a:xfrm>
          <a:prstGeom prst="rect">
            <a:avLst/>
          </a:prstGeom>
          <a:solidFill>
            <a:srgbClr val="8CB0E4">
              <a:alpha val="82350"/>
            </a:srgbClr>
          </a:solidFill>
          <a:ln>
            <a:noFill/>
          </a:ln>
        </p:spPr>
        <p:txBody>
          <a:bodyPr anchorCtr="0" anchor="ctr" bIns="91425" lIns="91425" spcFirstLastPara="1" rIns="91425" wrap="square" tIns="91425">
            <a:noAutofit/>
          </a:bodyPr>
          <a:lstStyle/>
          <a:p>
            <a:pPr indent="-317500" lvl="0" marL="457200" rtl="0" algn="just">
              <a:lnSpc>
                <a:spcPct val="115000"/>
              </a:lnSpc>
              <a:spcBef>
                <a:spcPts val="0"/>
              </a:spcBef>
              <a:spcAft>
                <a:spcPts val="0"/>
              </a:spcAft>
              <a:buClr>
                <a:schemeClr val="dk2"/>
              </a:buClr>
              <a:buSzPts val="1400"/>
              <a:buFont typeface="Open Sans"/>
              <a:buAutoNum type="arabicPeriod"/>
            </a:pPr>
            <a:r>
              <a:rPr lang="de">
                <a:solidFill>
                  <a:schemeClr val="dk2"/>
                </a:solidFill>
                <a:latin typeface="Open Sans"/>
                <a:ea typeface="Open Sans"/>
                <a:cs typeface="Open Sans"/>
                <a:sym typeface="Open Sans"/>
              </a:rPr>
              <a:t>Predecir el precio medio de las casas en función de las características proporcionadas.</a:t>
            </a:r>
            <a:endParaRPr>
              <a:solidFill>
                <a:schemeClr val="dk2"/>
              </a:solidFill>
              <a:latin typeface="Open Sans"/>
              <a:ea typeface="Open Sans"/>
              <a:cs typeface="Open Sans"/>
              <a:sym typeface="Open Sans"/>
            </a:endParaRPr>
          </a:p>
          <a:p>
            <a:pPr indent="-317500" lvl="0" marL="457200" rtl="0" algn="just">
              <a:lnSpc>
                <a:spcPct val="115000"/>
              </a:lnSpc>
              <a:spcBef>
                <a:spcPts val="0"/>
              </a:spcBef>
              <a:spcAft>
                <a:spcPts val="0"/>
              </a:spcAft>
              <a:buClr>
                <a:schemeClr val="dk2"/>
              </a:buClr>
              <a:buSzPts val="1400"/>
              <a:buFont typeface="Open Sans"/>
              <a:buAutoNum type="arabicPeriod"/>
            </a:pPr>
            <a:r>
              <a:rPr lang="de">
                <a:solidFill>
                  <a:schemeClr val="dk2"/>
                </a:solidFill>
                <a:latin typeface="Open Sans"/>
                <a:ea typeface="Open Sans"/>
                <a:cs typeface="Open Sans"/>
                <a:sym typeface="Open Sans"/>
              </a:rPr>
              <a:t>Conjunto de datos "bostonvivienda.csv"</a:t>
            </a:r>
            <a:endParaRPr>
              <a:solidFill>
                <a:schemeClr val="dk2"/>
              </a:solidFill>
              <a:latin typeface="Open Sans"/>
              <a:ea typeface="Open Sans"/>
              <a:cs typeface="Open Sans"/>
              <a:sym typeface="Open Sans"/>
            </a:endParaRPr>
          </a:p>
        </p:txBody>
      </p:sp>
      <p:sp>
        <p:nvSpPr>
          <p:cNvPr id="461" name="Google Shape;461;p37"/>
          <p:cNvSpPr txBox="1"/>
          <p:nvPr>
            <p:ph type="title"/>
          </p:nvPr>
        </p:nvSpPr>
        <p:spPr>
          <a:xfrm>
            <a:off x="1210591" y="968224"/>
            <a:ext cx="2484300" cy="429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400"/>
              <a:buNone/>
            </a:pPr>
            <a:r>
              <a:rPr lang="de" sz="2000">
                <a:solidFill>
                  <a:schemeClr val="lt2"/>
                </a:solidFill>
              </a:rPr>
              <a:t>Definición del Proyecto</a:t>
            </a:r>
            <a:endParaRPr sz="2000">
              <a:solidFill>
                <a:schemeClr val="lt2"/>
              </a:solidFill>
            </a:endParaRPr>
          </a:p>
        </p:txBody>
      </p:sp>
      <p:sp>
        <p:nvSpPr>
          <p:cNvPr id="462" name="Google Shape;462;p37"/>
          <p:cNvSpPr txBox="1"/>
          <p:nvPr/>
        </p:nvSpPr>
        <p:spPr>
          <a:xfrm>
            <a:off x="4247925" y="1847293"/>
            <a:ext cx="1884600" cy="84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de">
                <a:solidFill>
                  <a:schemeClr val="dk2"/>
                </a:solidFill>
                <a:latin typeface="Open Sans"/>
                <a:ea typeface="Open Sans"/>
                <a:cs typeface="Open Sans"/>
                <a:sym typeface="Open Sans"/>
              </a:rPr>
              <a:t>Limpieza, análisis y ordenamiento. </a:t>
            </a:r>
            <a:endParaRPr b="0" i="0" sz="1400" u="none" cap="none" strike="noStrike">
              <a:solidFill>
                <a:schemeClr val="dk2"/>
              </a:solidFill>
              <a:latin typeface="Open Sans"/>
              <a:ea typeface="Open Sans"/>
              <a:cs typeface="Open Sans"/>
              <a:sym typeface="Open Sans"/>
            </a:endParaRPr>
          </a:p>
        </p:txBody>
      </p:sp>
      <p:sp>
        <p:nvSpPr>
          <p:cNvPr id="463" name="Google Shape;463;p37"/>
          <p:cNvSpPr txBox="1"/>
          <p:nvPr/>
        </p:nvSpPr>
        <p:spPr>
          <a:xfrm>
            <a:off x="4247925" y="1195049"/>
            <a:ext cx="1884600" cy="73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de" sz="1800">
                <a:solidFill>
                  <a:schemeClr val="lt2"/>
                </a:solidFill>
                <a:latin typeface="Montserrat"/>
                <a:ea typeface="Montserrat"/>
                <a:cs typeface="Montserrat"/>
                <a:sym typeface="Montserrat"/>
              </a:rPr>
              <a:t>Preparación de Datos</a:t>
            </a:r>
            <a:endParaRPr b="1" i="0" sz="1800" u="none" cap="none" strike="noStrike">
              <a:solidFill>
                <a:schemeClr val="lt2"/>
              </a:solidFill>
              <a:latin typeface="Montserrat"/>
              <a:ea typeface="Montserrat"/>
              <a:cs typeface="Montserrat"/>
              <a:sym typeface="Montserrat"/>
            </a:endParaRPr>
          </a:p>
        </p:txBody>
      </p:sp>
      <p:sp>
        <p:nvSpPr>
          <p:cNvPr id="464" name="Google Shape;464;p37"/>
          <p:cNvSpPr txBox="1"/>
          <p:nvPr/>
        </p:nvSpPr>
        <p:spPr>
          <a:xfrm>
            <a:off x="6324825" y="1195076"/>
            <a:ext cx="1884600" cy="73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de" sz="1800">
                <a:solidFill>
                  <a:schemeClr val="lt2"/>
                </a:solidFill>
                <a:latin typeface="Montserrat"/>
                <a:ea typeface="Montserrat"/>
                <a:cs typeface="Montserrat"/>
                <a:sym typeface="Montserrat"/>
              </a:rPr>
              <a:t>Modelado de Datos</a:t>
            </a:r>
            <a:endParaRPr b="1" i="0" sz="1800" u="none" cap="none" strike="noStrike">
              <a:solidFill>
                <a:schemeClr val="lt2"/>
              </a:solidFill>
              <a:latin typeface="Montserrat"/>
              <a:ea typeface="Montserrat"/>
              <a:cs typeface="Montserrat"/>
              <a:sym typeface="Montserrat"/>
            </a:endParaRPr>
          </a:p>
        </p:txBody>
      </p:sp>
      <p:sp>
        <p:nvSpPr>
          <p:cNvPr id="465" name="Google Shape;465;p37"/>
          <p:cNvSpPr txBox="1"/>
          <p:nvPr/>
        </p:nvSpPr>
        <p:spPr>
          <a:xfrm>
            <a:off x="6324831" y="1847293"/>
            <a:ext cx="1884600" cy="84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de">
                <a:solidFill>
                  <a:schemeClr val="dk2"/>
                </a:solidFill>
                <a:latin typeface="Open Sans"/>
                <a:ea typeface="Open Sans"/>
                <a:cs typeface="Open Sans"/>
                <a:sym typeface="Open Sans"/>
              </a:rPr>
              <a:t>regresión lineal, multiple, etc.</a:t>
            </a:r>
            <a:endParaRPr b="0" i="0" sz="1400" u="none" cap="none" strike="noStrike">
              <a:solidFill>
                <a:schemeClr val="dk2"/>
              </a:solidFill>
              <a:latin typeface="Open Sans"/>
              <a:ea typeface="Open Sans"/>
              <a:cs typeface="Open Sans"/>
              <a:sym typeface="Open Sans"/>
            </a:endParaRPr>
          </a:p>
        </p:txBody>
      </p:sp>
      <p:sp>
        <p:nvSpPr>
          <p:cNvPr id="466" name="Google Shape;466;p37"/>
          <p:cNvSpPr txBox="1"/>
          <p:nvPr/>
        </p:nvSpPr>
        <p:spPr>
          <a:xfrm>
            <a:off x="4074050" y="2831750"/>
            <a:ext cx="2312400" cy="840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de" sz="1800">
                <a:solidFill>
                  <a:schemeClr val="lt2"/>
                </a:solidFill>
                <a:latin typeface="Montserrat"/>
                <a:ea typeface="Montserrat"/>
                <a:cs typeface="Montserrat"/>
                <a:sym typeface="Montserrat"/>
              </a:rPr>
              <a:t>Comunicación y Despliegue</a:t>
            </a:r>
            <a:endParaRPr b="1" i="0" sz="1800" u="none" cap="none" strike="noStrike">
              <a:solidFill>
                <a:schemeClr val="lt2"/>
              </a:solidFill>
              <a:latin typeface="Montserrat"/>
              <a:ea typeface="Montserrat"/>
              <a:cs typeface="Montserrat"/>
              <a:sym typeface="Montserrat"/>
            </a:endParaRPr>
          </a:p>
        </p:txBody>
      </p:sp>
      <p:sp>
        <p:nvSpPr>
          <p:cNvPr id="467" name="Google Shape;467;p37"/>
          <p:cNvSpPr txBox="1"/>
          <p:nvPr/>
        </p:nvSpPr>
        <p:spPr>
          <a:xfrm>
            <a:off x="4247925" y="3588968"/>
            <a:ext cx="1884600" cy="84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de">
                <a:solidFill>
                  <a:schemeClr val="dk2"/>
                </a:solidFill>
                <a:latin typeface="Open Sans"/>
                <a:ea typeface="Open Sans"/>
                <a:cs typeface="Open Sans"/>
                <a:sym typeface="Open Sans"/>
              </a:rPr>
              <a:t>Interpretación de las variables y </a:t>
            </a:r>
            <a:r>
              <a:rPr lang="de">
                <a:solidFill>
                  <a:schemeClr val="dk2"/>
                </a:solidFill>
                <a:latin typeface="Open Sans"/>
                <a:ea typeface="Open Sans"/>
                <a:cs typeface="Open Sans"/>
                <a:sym typeface="Open Sans"/>
              </a:rPr>
              <a:t>comunicación</a:t>
            </a:r>
            <a:r>
              <a:rPr lang="de">
                <a:solidFill>
                  <a:schemeClr val="dk2"/>
                </a:solidFill>
                <a:latin typeface="Open Sans"/>
                <a:ea typeface="Open Sans"/>
                <a:cs typeface="Open Sans"/>
                <a:sym typeface="Open Sans"/>
              </a:rPr>
              <a:t> </a:t>
            </a:r>
            <a:r>
              <a:rPr lang="de">
                <a:solidFill>
                  <a:schemeClr val="dk2"/>
                </a:solidFill>
                <a:latin typeface="Open Sans"/>
                <a:ea typeface="Open Sans"/>
                <a:cs typeface="Open Sans"/>
                <a:sym typeface="Open Sans"/>
              </a:rPr>
              <a:t>didáctica</a:t>
            </a:r>
            <a:r>
              <a:rPr lang="de">
                <a:solidFill>
                  <a:schemeClr val="dk2"/>
                </a:solidFill>
                <a:latin typeface="Open Sans"/>
                <a:ea typeface="Open Sans"/>
                <a:cs typeface="Open Sans"/>
                <a:sym typeface="Open Sans"/>
              </a:rPr>
              <a:t>.</a:t>
            </a:r>
            <a:endParaRPr b="0" i="0" sz="1400" u="none" cap="none" strike="noStrike">
              <a:solidFill>
                <a:schemeClr val="dk2"/>
              </a:solidFill>
              <a:latin typeface="Open Sans"/>
              <a:ea typeface="Open Sans"/>
              <a:cs typeface="Open Sans"/>
              <a:sym typeface="Open Sans"/>
            </a:endParaRPr>
          </a:p>
        </p:txBody>
      </p:sp>
      <p:sp>
        <p:nvSpPr>
          <p:cNvPr id="468" name="Google Shape;468;p37"/>
          <p:cNvSpPr txBox="1"/>
          <p:nvPr/>
        </p:nvSpPr>
        <p:spPr>
          <a:xfrm>
            <a:off x="6324825" y="2936758"/>
            <a:ext cx="1884600" cy="73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de" sz="1800">
                <a:solidFill>
                  <a:schemeClr val="lt2"/>
                </a:solidFill>
                <a:latin typeface="Montserrat"/>
                <a:ea typeface="Montserrat"/>
                <a:cs typeface="Montserrat"/>
                <a:sym typeface="Montserrat"/>
              </a:rPr>
              <a:t>Evaluación del Modelo</a:t>
            </a:r>
            <a:endParaRPr b="1" i="0" sz="1800" u="none" cap="none" strike="noStrike">
              <a:solidFill>
                <a:schemeClr val="lt2"/>
              </a:solidFill>
              <a:latin typeface="Montserrat"/>
              <a:ea typeface="Montserrat"/>
              <a:cs typeface="Montserrat"/>
              <a:sym typeface="Montserrat"/>
            </a:endParaRPr>
          </a:p>
        </p:txBody>
      </p:sp>
      <p:sp>
        <p:nvSpPr>
          <p:cNvPr id="469" name="Google Shape;469;p37"/>
          <p:cNvSpPr txBox="1"/>
          <p:nvPr/>
        </p:nvSpPr>
        <p:spPr>
          <a:xfrm>
            <a:off x="6324831" y="3588968"/>
            <a:ext cx="1884600" cy="84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de">
                <a:solidFill>
                  <a:schemeClr val="dk2"/>
                </a:solidFill>
                <a:latin typeface="Open Sans"/>
                <a:ea typeface="Open Sans"/>
                <a:cs typeface="Open Sans"/>
                <a:sym typeface="Open Sans"/>
              </a:rPr>
              <a:t>V</a:t>
            </a:r>
            <a:r>
              <a:rPr lang="de">
                <a:solidFill>
                  <a:schemeClr val="dk2"/>
                </a:solidFill>
                <a:latin typeface="Open Sans"/>
                <a:ea typeface="Open Sans"/>
                <a:cs typeface="Open Sans"/>
                <a:sym typeface="Open Sans"/>
              </a:rPr>
              <a:t>ariables estadísticas.</a:t>
            </a:r>
            <a:endParaRPr b="0" i="0" sz="1400" u="none" cap="none" strike="noStrike">
              <a:solidFill>
                <a:schemeClr val="dk2"/>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8"/>
          <p:cNvSpPr txBox="1"/>
          <p:nvPr>
            <p:ph type="title"/>
          </p:nvPr>
        </p:nvSpPr>
        <p:spPr>
          <a:xfrm>
            <a:off x="1271150" y="152975"/>
            <a:ext cx="5641500" cy="531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de" sz="2000"/>
              <a:t>Comprensión y preparación de los Datos</a:t>
            </a:r>
            <a:endParaRPr sz="2000"/>
          </a:p>
        </p:txBody>
      </p:sp>
      <p:sp>
        <p:nvSpPr>
          <p:cNvPr id="475" name="Google Shape;475;p38"/>
          <p:cNvSpPr txBox="1"/>
          <p:nvPr>
            <p:ph type="title"/>
          </p:nvPr>
        </p:nvSpPr>
        <p:spPr>
          <a:xfrm>
            <a:off x="781475" y="718125"/>
            <a:ext cx="3615900" cy="39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de" sz="1400"/>
              <a:t>Análisis exploratorio de los datos</a:t>
            </a:r>
            <a:endParaRPr sz="1400"/>
          </a:p>
        </p:txBody>
      </p:sp>
      <p:pic>
        <p:nvPicPr>
          <p:cNvPr id="476" name="Google Shape;476;p38"/>
          <p:cNvPicPr preferRelativeResize="0"/>
          <p:nvPr/>
        </p:nvPicPr>
        <p:blipFill rotWithShape="1">
          <a:blip r:embed="rId3">
            <a:alphaModFix/>
          </a:blip>
          <a:srcRect b="46972" l="11698" r="28859" t="29482"/>
          <a:stretch/>
        </p:blipFill>
        <p:spPr>
          <a:xfrm>
            <a:off x="396050" y="1141375"/>
            <a:ext cx="4483802" cy="1420851"/>
          </a:xfrm>
          <a:prstGeom prst="rect">
            <a:avLst/>
          </a:prstGeom>
          <a:noFill/>
          <a:ln>
            <a:noFill/>
          </a:ln>
        </p:spPr>
      </p:pic>
      <p:pic>
        <p:nvPicPr>
          <p:cNvPr id="477" name="Google Shape;477;p38"/>
          <p:cNvPicPr preferRelativeResize="0"/>
          <p:nvPr/>
        </p:nvPicPr>
        <p:blipFill rotWithShape="1">
          <a:blip r:embed="rId4">
            <a:alphaModFix/>
          </a:blip>
          <a:srcRect b="8085" l="12746" r="64380" t="63323"/>
          <a:stretch/>
        </p:blipFill>
        <p:spPr>
          <a:xfrm>
            <a:off x="6426625" y="908625"/>
            <a:ext cx="2011350" cy="2011325"/>
          </a:xfrm>
          <a:prstGeom prst="rect">
            <a:avLst/>
          </a:prstGeom>
          <a:noFill/>
          <a:ln>
            <a:noFill/>
          </a:ln>
        </p:spPr>
      </p:pic>
      <p:pic>
        <p:nvPicPr>
          <p:cNvPr id="478" name="Google Shape;478;p38"/>
          <p:cNvPicPr preferRelativeResize="0"/>
          <p:nvPr/>
        </p:nvPicPr>
        <p:blipFill rotWithShape="1">
          <a:blip r:embed="rId5">
            <a:alphaModFix/>
          </a:blip>
          <a:srcRect b="29678" l="18768" r="11276" t="36330"/>
          <a:stretch/>
        </p:blipFill>
        <p:spPr>
          <a:xfrm>
            <a:off x="581625" y="2675375"/>
            <a:ext cx="5810202" cy="2258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39"/>
          <p:cNvSpPr txBox="1"/>
          <p:nvPr>
            <p:ph type="title"/>
          </p:nvPr>
        </p:nvSpPr>
        <p:spPr>
          <a:xfrm>
            <a:off x="1017575" y="78375"/>
            <a:ext cx="25260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de" sz="1400">
                <a:latin typeface="Arial"/>
                <a:ea typeface="Arial"/>
                <a:cs typeface="Arial"/>
                <a:sym typeface="Arial"/>
              </a:rPr>
              <a:t>Tratamiento de datos nulos</a:t>
            </a:r>
            <a:endParaRPr sz="1400"/>
          </a:p>
        </p:txBody>
      </p:sp>
      <p:pic>
        <p:nvPicPr>
          <p:cNvPr id="484" name="Google Shape;484;p39"/>
          <p:cNvPicPr preferRelativeResize="0"/>
          <p:nvPr/>
        </p:nvPicPr>
        <p:blipFill rotWithShape="1">
          <a:blip r:embed="rId3">
            <a:alphaModFix/>
          </a:blip>
          <a:srcRect b="25020" l="18307" r="52206" t="34715"/>
          <a:stretch/>
        </p:blipFill>
        <p:spPr>
          <a:xfrm>
            <a:off x="1189150" y="671600"/>
            <a:ext cx="2312026" cy="2525676"/>
          </a:xfrm>
          <a:prstGeom prst="rect">
            <a:avLst/>
          </a:prstGeom>
          <a:noFill/>
          <a:ln>
            <a:noFill/>
          </a:ln>
        </p:spPr>
      </p:pic>
      <p:pic>
        <p:nvPicPr>
          <p:cNvPr id="485" name="Google Shape;485;p39"/>
          <p:cNvPicPr preferRelativeResize="0"/>
          <p:nvPr/>
        </p:nvPicPr>
        <p:blipFill rotWithShape="1">
          <a:blip r:embed="rId4">
            <a:alphaModFix/>
          </a:blip>
          <a:srcRect b="15450" l="18430" r="51165" t="34517"/>
          <a:stretch/>
        </p:blipFill>
        <p:spPr>
          <a:xfrm>
            <a:off x="4408375" y="479638"/>
            <a:ext cx="2055798" cy="2706376"/>
          </a:xfrm>
          <a:prstGeom prst="rect">
            <a:avLst/>
          </a:prstGeom>
          <a:noFill/>
          <a:ln>
            <a:noFill/>
          </a:ln>
        </p:spPr>
      </p:pic>
      <p:sp>
        <p:nvSpPr>
          <p:cNvPr id="486" name="Google Shape;486;p39"/>
          <p:cNvSpPr txBox="1"/>
          <p:nvPr>
            <p:ph type="title"/>
          </p:nvPr>
        </p:nvSpPr>
        <p:spPr>
          <a:xfrm>
            <a:off x="4280225" y="78375"/>
            <a:ext cx="23121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de" sz="1400">
                <a:latin typeface="Arial"/>
                <a:ea typeface="Arial"/>
                <a:cs typeface="Arial"/>
                <a:sym typeface="Arial"/>
              </a:rPr>
              <a:t>se elimina la columna zn</a:t>
            </a:r>
            <a:endParaRPr sz="1400"/>
          </a:p>
        </p:txBody>
      </p:sp>
      <p:pic>
        <p:nvPicPr>
          <p:cNvPr id="487" name="Google Shape;487;p39"/>
          <p:cNvPicPr preferRelativeResize="0"/>
          <p:nvPr/>
        </p:nvPicPr>
        <p:blipFill rotWithShape="1">
          <a:blip r:embed="rId5">
            <a:alphaModFix/>
          </a:blip>
          <a:srcRect b="28721" l="18370" r="54680" t="42347"/>
          <a:stretch/>
        </p:blipFill>
        <p:spPr>
          <a:xfrm>
            <a:off x="1228862" y="3197275"/>
            <a:ext cx="2103424" cy="1806474"/>
          </a:xfrm>
          <a:prstGeom prst="rect">
            <a:avLst/>
          </a:prstGeom>
          <a:noFill/>
          <a:ln>
            <a:noFill/>
          </a:ln>
        </p:spPr>
      </p:pic>
      <p:pic>
        <p:nvPicPr>
          <p:cNvPr id="488" name="Google Shape;488;p39"/>
          <p:cNvPicPr preferRelativeResize="0"/>
          <p:nvPr/>
        </p:nvPicPr>
        <p:blipFill rotWithShape="1">
          <a:blip r:embed="rId6">
            <a:alphaModFix/>
          </a:blip>
          <a:srcRect b="27404" l="17992" r="40787" t="37817"/>
          <a:stretch/>
        </p:blipFill>
        <p:spPr>
          <a:xfrm>
            <a:off x="4158400" y="3308451"/>
            <a:ext cx="2676291" cy="18064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0"/>
          <p:cNvSpPr txBox="1"/>
          <p:nvPr>
            <p:ph type="title"/>
          </p:nvPr>
        </p:nvSpPr>
        <p:spPr>
          <a:xfrm>
            <a:off x="3147600" y="106950"/>
            <a:ext cx="28488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de" sz="1400">
                <a:latin typeface="Arial"/>
                <a:ea typeface="Arial"/>
                <a:cs typeface="Arial"/>
                <a:sym typeface="Arial"/>
              </a:rPr>
              <a:t>Tratamiento de valores atípicos</a:t>
            </a:r>
            <a:endParaRPr sz="1400"/>
          </a:p>
        </p:txBody>
      </p:sp>
      <p:pic>
        <p:nvPicPr>
          <p:cNvPr id="494" name="Google Shape;494;p40"/>
          <p:cNvPicPr preferRelativeResize="0"/>
          <p:nvPr/>
        </p:nvPicPr>
        <p:blipFill rotWithShape="1">
          <a:blip r:embed="rId3">
            <a:alphaModFix/>
          </a:blip>
          <a:srcRect b="22782" l="18124" r="10883" t="35869"/>
          <a:stretch/>
        </p:blipFill>
        <p:spPr>
          <a:xfrm>
            <a:off x="213450" y="573150"/>
            <a:ext cx="4617002" cy="2151099"/>
          </a:xfrm>
          <a:prstGeom prst="rect">
            <a:avLst/>
          </a:prstGeom>
          <a:noFill/>
          <a:ln>
            <a:noFill/>
          </a:ln>
        </p:spPr>
      </p:pic>
      <p:sp>
        <p:nvSpPr>
          <p:cNvPr id="495" name="Google Shape;495;p40"/>
          <p:cNvSpPr/>
          <p:nvPr/>
        </p:nvSpPr>
        <p:spPr>
          <a:xfrm>
            <a:off x="308700" y="2160675"/>
            <a:ext cx="714300" cy="309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6" name="Google Shape;496;p40"/>
          <p:cNvPicPr preferRelativeResize="0"/>
          <p:nvPr/>
        </p:nvPicPr>
        <p:blipFill rotWithShape="1">
          <a:blip r:embed="rId4">
            <a:alphaModFix/>
          </a:blip>
          <a:srcRect b="31587" l="18835" r="32454" t="32925"/>
          <a:stretch/>
        </p:blipFill>
        <p:spPr>
          <a:xfrm>
            <a:off x="665875" y="2792600"/>
            <a:ext cx="3456099" cy="2014451"/>
          </a:xfrm>
          <a:prstGeom prst="rect">
            <a:avLst/>
          </a:prstGeom>
          <a:noFill/>
          <a:ln>
            <a:noFill/>
          </a:ln>
        </p:spPr>
      </p:pic>
      <p:pic>
        <p:nvPicPr>
          <p:cNvPr id="497" name="Google Shape;497;p40"/>
          <p:cNvPicPr preferRelativeResize="0"/>
          <p:nvPr/>
        </p:nvPicPr>
        <p:blipFill rotWithShape="1">
          <a:blip r:embed="rId5">
            <a:alphaModFix/>
          </a:blip>
          <a:srcRect b="22087" l="19015" r="33444" t="34104"/>
          <a:stretch/>
        </p:blipFill>
        <p:spPr>
          <a:xfrm>
            <a:off x="5181600" y="1329700"/>
            <a:ext cx="3755174" cy="2768325"/>
          </a:xfrm>
          <a:prstGeom prst="rect">
            <a:avLst/>
          </a:prstGeom>
          <a:noFill/>
          <a:ln>
            <a:noFill/>
          </a:ln>
        </p:spPr>
      </p:pic>
      <p:sp>
        <p:nvSpPr>
          <p:cNvPr id="498" name="Google Shape;498;p40"/>
          <p:cNvSpPr/>
          <p:nvPr/>
        </p:nvSpPr>
        <p:spPr>
          <a:xfrm>
            <a:off x="5277575" y="3583925"/>
            <a:ext cx="755700" cy="3900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1"/>
          <p:cNvSpPr txBox="1"/>
          <p:nvPr>
            <p:ph type="title"/>
          </p:nvPr>
        </p:nvSpPr>
        <p:spPr>
          <a:xfrm>
            <a:off x="3147600" y="106950"/>
            <a:ext cx="24633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de" sz="1400">
                <a:latin typeface="Arial"/>
                <a:ea typeface="Arial"/>
                <a:cs typeface="Arial"/>
                <a:sym typeface="Arial"/>
              </a:rPr>
              <a:t>Transformación de datos</a:t>
            </a:r>
            <a:endParaRPr sz="1400"/>
          </a:p>
        </p:txBody>
      </p:sp>
      <p:pic>
        <p:nvPicPr>
          <p:cNvPr id="504" name="Google Shape;504;p41"/>
          <p:cNvPicPr preferRelativeResize="0"/>
          <p:nvPr/>
        </p:nvPicPr>
        <p:blipFill rotWithShape="1">
          <a:blip r:embed="rId3">
            <a:alphaModFix/>
          </a:blip>
          <a:srcRect b="7134" l="18247" r="43972" t="19540"/>
          <a:stretch/>
        </p:blipFill>
        <p:spPr>
          <a:xfrm>
            <a:off x="856375" y="659374"/>
            <a:ext cx="2674950" cy="4153375"/>
          </a:xfrm>
          <a:prstGeom prst="rect">
            <a:avLst/>
          </a:prstGeom>
          <a:noFill/>
          <a:ln>
            <a:noFill/>
          </a:ln>
        </p:spPr>
      </p:pic>
      <p:pic>
        <p:nvPicPr>
          <p:cNvPr id="505" name="Google Shape;505;p41"/>
          <p:cNvPicPr preferRelativeResize="0"/>
          <p:nvPr/>
        </p:nvPicPr>
        <p:blipFill rotWithShape="1">
          <a:blip r:embed="rId4">
            <a:alphaModFix/>
          </a:blip>
          <a:srcRect b="40071" l="18492" r="36117" t="40915"/>
          <a:stretch/>
        </p:blipFill>
        <p:spPr>
          <a:xfrm>
            <a:off x="4194613" y="796437"/>
            <a:ext cx="4063050" cy="1361600"/>
          </a:xfrm>
          <a:prstGeom prst="rect">
            <a:avLst/>
          </a:prstGeom>
          <a:noFill/>
          <a:ln>
            <a:noFill/>
          </a:ln>
        </p:spPr>
      </p:pic>
      <p:pic>
        <p:nvPicPr>
          <p:cNvPr id="506" name="Google Shape;506;p41"/>
          <p:cNvPicPr preferRelativeResize="0"/>
          <p:nvPr/>
        </p:nvPicPr>
        <p:blipFill rotWithShape="1">
          <a:blip r:embed="rId5">
            <a:alphaModFix/>
          </a:blip>
          <a:srcRect b="40615" l="18363" r="10924" t="28398"/>
          <a:stretch/>
        </p:blipFill>
        <p:spPr>
          <a:xfrm>
            <a:off x="3735625" y="2457500"/>
            <a:ext cx="4981024" cy="17462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2"/>
          <p:cNvSpPr txBox="1"/>
          <p:nvPr>
            <p:ph type="title"/>
          </p:nvPr>
        </p:nvSpPr>
        <p:spPr>
          <a:xfrm>
            <a:off x="3452400" y="106950"/>
            <a:ext cx="20823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de" sz="1400">
                <a:latin typeface="Arial"/>
                <a:ea typeface="Arial"/>
                <a:cs typeface="Arial"/>
                <a:sym typeface="Arial"/>
              </a:rPr>
              <a:t>Feature Engineering</a:t>
            </a:r>
            <a:endParaRPr sz="1400"/>
          </a:p>
        </p:txBody>
      </p:sp>
      <p:pic>
        <p:nvPicPr>
          <p:cNvPr id="512" name="Google Shape;512;p42"/>
          <p:cNvPicPr preferRelativeResize="0"/>
          <p:nvPr/>
        </p:nvPicPr>
        <p:blipFill rotWithShape="1">
          <a:blip r:embed="rId3">
            <a:alphaModFix/>
          </a:blip>
          <a:srcRect b="19778" l="18825" r="10826" t="32132"/>
          <a:stretch/>
        </p:blipFill>
        <p:spPr>
          <a:xfrm>
            <a:off x="332500" y="671574"/>
            <a:ext cx="4146624" cy="2267651"/>
          </a:xfrm>
          <a:prstGeom prst="rect">
            <a:avLst/>
          </a:prstGeom>
          <a:noFill/>
          <a:ln>
            <a:noFill/>
          </a:ln>
        </p:spPr>
      </p:pic>
      <p:pic>
        <p:nvPicPr>
          <p:cNvPr id="513" name="Google Shape;513;p42"/>
          <p:cNvPicPr preferRelativeResize="0"/>
          <p:nvPr/>
        </p:nvPicPr>
        <p:blipFill rotWithShape="1">
          <a:blip r:embed="rId4">
            <a:alphaModFix/>
          </a:blip>
          <a:srcRect b="14081" l="18369" r="12364" t="32882"/>
          <a:stretch/>
        </p:blipFill>
        <p:spPr>
          <a:xfrm>
            <a:off x="4539375" y="1380675"/>
            <a:ext cx="4146624" cy="2540024"/>
          </a:xfrm>
          <a:prstGeom prst="rect">
            <a:avLst/>
          </a:prstGeom>
          <a:noFill/>
          <a:ln>
            <a:noFill/>
          </a:ln>
        </p:spPr>
      </p:pic>
      <p:pic>
        <p:nvPicPr>
          <p:cNvPr id="514" name="Google Shape;514;p42"/>
          <p:cNvPicPr preferRelativeResize="0"/>
          <p:nvPr/>
        </p:nvPicPr>
        <p:blipFill rotWithShape="1">
          <a:blip r:embed="rId5">
            <a:alphaModFix/>
          </a:blip>
          <a:srcRect b="15377" l="17946" r="46613" t="53708"/>
          <a:stretch/>
        </p:blipFill>
        <p:spPr>
          <a:xfrm>
            <a:off x="1161150" y="3044875"/>
            <a:ext cx="2801949" cy="1955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3"/>
          <p:cNvSpPr txBox="1"/>
          <p:nvPr>
            <p:ph type="title"/>
          </p:nvPr>
        </p:nvSpPr>
        <p:spPr>
          <a:xfrm>
            <a:off x="3452400" y="106950"/>
            <a:ext cx="20823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de" sz="1400">
                <a:latin typeface="Arial"/>
                <a:ea typeface="Arial"/>
                <a:cs typeface="Arial"/>
                <a:sym typeface="Arial"/>
              </a:rPr>
              <a:t>Desarrollo del Modelo</a:t>
            </a:r>
            <a:endParaRPr sz="1400"/>
          </a:p>
        </p:txBody>
      </p:sp>
      <p:pic>
        <p:nvPicPr>
          <p:cNvPr id="520" name="Google Shape;520;p43"/>
          <p:cNvPicPr preferRelativeResize="0"/>
          <p:nvPr/>
        </p:nvPicPr>
        <p:blipFill rotWithShape="1">
          <a:blip r:embed="rId3">
            <a:alphaModFix/>
          </a:blip>
          <a:srcRect b="12829" l="18699" r="43835" t="24462"/>
          <a:stretch/>
        </p:blipFill>
        <p:spPr>
          <a:xfrm>
            <a:off x="332975" y="973225"/>
            <a:ext cx="2968624" cy="3974925"/>
          </a:xfrm>
          <a:prstGeom prst="rect">
            <a:avLst/>
          </a:prstGeom>
          <a:noFill/>
          <a:ln>
            <a:noFill/>
          </a:ln>
        </p:spPr>
      </p:pic>
      <p:sp>
        <p:nvSpPr>
          <p:cNvPr id="521" name="Google Shape;521;p43"/>
          <p:cNvSpPr txBox="1"/>
          <p:nvPr>
            <p:ph type="title"/>
          </p:nvPr>
        </p:nvSpPr>
        <p:spPr>
          <a:xfrm>
            <a:off x="538900" y="583225"/>
            <a:ext cx="30324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0" lang="de" sz="1400">
                <a:latin typeface="Arial"/>
                <a:ea typeface="Arial"/>
                <a:cs typeface="Arial"/>
                <a:sym typeface="Arial"/>
              </a:rPr>
              <a:t>Regresión Sklearn lineal (lstat)</a:t>
            </a:r>
            <a:endParaRPr b="0" sz="1400"/>
          </a:p>
        </p:txBody>
      </p:sp>
      <p:pic>
        <p:nvPicPr>
          <p:cNvPr id="522" name="Google Shape;522;p43"/>
          <p:cNvPicPr preferRelativeResize="0"/>
          <p:nvPr/>
        </p:nvPicPr>
        <p:blipFill rotWithShape="1">
          <a:blip r:embed="rId4">
            <a:alphaModFix/>
          </a:blip>
          <a:srcRect b="34587" l="18684" r="25741" t="25739"/>
          <a:stretch/>
        </p:blipFill>
        <p:spPr>
          <a:xfrm>
            <a:off x="4510337" y="973225"/>
            <a:ext cx="3730624" cy="2130401"/>
          </a:xfrm>
          <a:prstGeom prst="rect">
            <a:avLst/>
          </a:prstGeom>
          <a:noFill/>
          <a:ln>
            <a:noFill/>
          </a:ln>
        </p:spPr>
      </p:pic>
      <p:sp>
        <p:nvSpPr>
          <p:cNvPr id="523" name="Google Shape;523;p43"/>
          <p:cNvSpPr txBox="1"/>
          <p:nvPr>
            <p:ph type="title"/>
          </p:nvPr>
        </p:nvSpPr>
        <p:spPr>
          <a:xfrm>
            <a:off x="5170100" y="583225"/>
            <a:ext cx="24111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0" lang="de" sz="1400">
                <a:latin typeface="Arial"/>
                <a:ea typeface="Arial"/>
                <a:cs typeface="Arial"/>
                <a:sym typeface="Arial"/>
              </a:rPr>
              <a:t>Regresión Multiple Sklearn </a:t>
            </a:r>
            <a:endParaRPr b="0" sz="1400">
              <a:latin typeface="Arial"/>
              <a:ea typeface="Arial"/>
              <a:cs typeface="Arial"/>
              <a:sym typeface="Arial"/>
            </a:endParaRPr>
          </a:p>
        </p:txBody>
      </p:sp>
      <p:pic>
        <p:nvPicPr>
          <p:cNvPr id="524" name="Google Shape;524;p43"/>
          <p:cNvPicPr preferRelativeResize="0"/>
          <p:nvPr/>
        </p:nvPicPr>
        <p:blipFill rotWithShape="1">
          <a:blip r:embed="rId5">
            <a:alphaModFix/>
          </a:blip>
          <a:srcRect b="63218" l="14176" r="55447" t="23971"/>
          <a:stretch/>
        </p:blipFill>
        <p:spPr>
          <a:xfrm>
            <a:off x="4572004" y="3666175"/>
            <a:ext cx="3482250" cy="1174751"/>
          </a:xfrm>
          <a:prstGeom prst="rect">
            <a:avLst/>
          </a:prstGeom>
          <a:noFill/>
          <a:ln>
            <a:noFill/>
          </a:ln>
        </p:spPr>
      </p:pic>
      <p:sp>
        <p:nvSpPr>
          <p:cNvPr id="525" name="Google Shape;525;p43"/>
          <p:cNvSpPr txBox="1"/>
          <p:nvPr>
            <p:ph type="title"/>
          </p:nvPr>
        </p:nvSpPr>
        <p:spPr>
          <a:xfrm>
            <a:off x="5606625" y="3153400"/>
            <a:ext cx="16554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0" lang="de" sz="1400">
                <a:latin typeface="Arial"/>
                <a:ea typeface="Arial"/>
                <a:cs typeface="Arial"/>
                <a:sym typeface="Arial"/>
              </a:rPr>
              <a:t>OLS </a:t>
            </a:r>
            <a:r>
              <a:rPr b="0" lang="de" sz="1400">
                <a:latin typeface="Arial"/>
                <a:ea typeface="Arial"/>
                <a:cs typeface="Arial"/>
                <a:sym typeface="Arial"/>
              </a:rPr>
              <a:t> </a:t>
            </a:r>
            <a:r>
              <a:rPr b="0" lang="de" sz="1400">
                <a:latin typeface="Arial"/>
                <a:ea typeface="Arial"/>
                <a:cs typeface="Arial"/>
                <a:sym typeface="Arial"/>
              </a:rPr>
              <a:t>Statsmodels</a:t>
            </a:r>
            <a:endParaRPr b="0" sz="14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4"/>
          <p:cNvSpPr txBox="1"/>
          <p:nvPr>
            <p:ph type="title"/>
          </p:nvPr>
        </p:nvSpPr>
        <p:spPr>
          <a:xfrm>
            <a:off x="3452400" y="106950"/>
            <a:ext cx="20823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de" sz="1400">
                <a:latin typeface="Arial"/>
                <a:ea typeface="Arial"/>
                <a:cs typeface="Arial"/>
                <a:sym typeface="Arial"/>
              </a:rPr>
              <a:t>Desarrollo del Modelo</a:t>
            </a:r>
            <a:endParaRPr sz="1400"/>
          </a:p>
        </p:txBody>
      </p:sp>
      <p:sp>
        <p:nvSpPr>
          <p:cNvPr id="531" name="Google Shape;531;p44"/>
          <p:cNvSpPr txBox="1"/>
          <p:nvPr/>
        </p:nvSpPr>
        <p:spPr>
          <a:xfrm>
            <a:off x="55550" y="1666875"/>
            <a:ext cx="3000000" cy="438600"/>
          </a:xfrm>
          <a:prstGeom prst="rect">
            <a:avLst/>
          </a:prstGeom>
          <a:noFill/>
          <a:ln>
            <a:noFill/>
          </a:ln>
        </p:spPr>
        <p:txBody>
          <a:bodyPr anchorCtr="0" anchor="t" bIns="91425" lIns="91425" spcFirstLastPara="1" rIns="91425" wrap="square" tIns="91425">
            <a:spAutoFit/>
          </a:bodyPr>
          <a:lstStyle/>
          <a:p>
            <a:pPr indent="0" lvl="0" marL="0" rtl="0" algn="l">
              <a:spcBef>
                <a:spcPts val="1100"/>
              </a:spcBef>
              <a:spcAft>
                <a:spcPts val="0"/>
              </a:spcAft>
              <a:buNone/>
            </a:pPr>
            <a:r>
              <a:t/>
            </a:r>
            <a:endParaRPr b="1" sz="1650">
              <a:solidFill>
                <a:schemeClr val="dk1"/>
              </a:solidFill>
              <a:highlight>
                <a:srgbClr val="FFFFFF"/>
              </a:highlight>
            </a:endParaRPr>
          </a:p>
        </p:txBody>
      </p:sp>
      <p:sp>
        <p:nvSpPr>
          <p:cNvPr id="532" name="Google Shape;532;p44"/>
          <p:cNvSpPr txBox="1"/>
          <p:nvPr>
            <p:ph type="title"/>
          </p:nvPr>
        </p:nvSpPr>
        <p:spPr>
          <a:xfrm>
            <a:off x="799250" y="781650"/>
            <a:ext cx="20823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0" lang="de" sz="1400">
                <a:latin typeface="Arial"/>
                <a:ea typeface="Arial"/>
                <a:cs typeface="Arial"/>
                <a:sym typeface="Arial"/>
              </a:rPr>
              <a:t>Regularización Ridge</a:t>
            </a:r>
            <a:endParaRPr b="0" sz="1400">
              <a:latin typeface="Arial"/>
              <a:ea typeface="Arial"/>
              <a:cs typeface="Arial"/>
              <a:sym typeface="Arial"/>
            </a:endParaRPr>
          </a:p>
        </p:txBody>
      </p:sp>
      <p:pic>
        <p:nvPicPr>
          <p:cNvPr id="533" name="Google Shape;533;p44"/>
          <p:cNvPicPr preferRelativeResize="0"/>
          <p:nvPr/>
        </p:nvPicPr>
        <p:blipFill rotWithShape="1">
          <a:blip r:embed="rId3">
            <a:alphaModFix/>
          </a:blip>
          <a:srcRect b="29653" l="13849" r="41545" t="24458"/>
          <a:stretch/>
        </p:blipFill>
        <p:spPr>
          <a:xfrm>
            <a:off x="234787" y="1239488"/>
            <a:ext cx="2820774" cy="2321349"/>
          </a:xfrm>
          <a:prstGeom prst="rect">
            <a:avLst/>
          </a:prstGeom>
          <a:noFill/>
          <a:ln>
            <a:noFill/>
          </a:ln>
        </p:spPr>
      </p:pic>
      <p:sp>
        <p:nvSpPr>
          <p:cNvPr id="534" name="Google Shape;534;p44"/>
          <p:cNvSpPr txBox="1"/>
          <p:nvPr>
            <p:ph type="title"/>
          </p:nvPr>
        </p:nvSpPr>
        <p:spPr>
          <a:xfrm>
            <a:off x="3875288" y="1761050"/>
            <a:ext cx="20823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0" lang="de" sz="1400">
                <a:latin typeface="Arial"/>
                <a:ea typeface="Arial"/>
                <a:cs typeface="Arial"/>
                <a:sym typeface="Arial"/>
              </a:rPr>
              <a:t>Regularización Lasso</a:t>
            </a:r>
            <a:endParaRPr b="0" sz="1400">
              <a:latin typeface="Arial"/>
              <a:ea typeface="Arial"/>
              <a:cs typeface="Arial"/>
              <a:sym typeface="Arial"/>
            </a:endParaRPr>
          </a:p>
        </p:txBody>
      </p:sp>
      <p:sp>
        <p:nvSpPr>
          <p:cNvPr id="535" name="Google Shape;535;p44"/>
          <p:cNvSpPr txBox="1"/>
          <p:nvPr>
            <p:ph type="title"/>
          </p:nvPr>
        </p:nvSpPr>
        <p:spPr>
          <a:xfrm>
            <a:off x="2799500" y="4059425"/>
            <a:ext cx="20823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0" lang="de" sz="1400">
                <a:latin typeface="Arial"/>
                <a:ea typeface="Arial"/>
                <a:cs typeface="Arial"/>
                <a:sym typeface="Arial"/>
              </a:rPr>
              <a:t>Regularización Ridge</a:t>
            </a:r>
            <a:endParaRPr b="0" sz="1400">
              <a:latin typeface="Arial"/>
              <a:ea typeface="Arial"/>
              <a:cs typeface="Arial"/>
              <a:sym typeface="Arial"/>
            </a:endParaRPr>
          </a:p>
        </p:txBody>
      </p:sp>
      <p:pic>
        <p:nvPicPr>
          <p:cNvPr id="536" name="Google Shape;536;p44"/>
          <p:cNvPicPr preferRelativeResize="0"/>
          <p:nvPr/>
        </p:nvPicPr>
        <p:blipFill rotWithShape="1">
          <a:blip r:embed="rId4">
            <a:alphaModFix/>
          </a:blip>
          <a:srcRect b="41292" l="14050" r="48137" t="19314"/>
          <a:stretch/>
        </p:blipFill>
        <p:spPr>
          <a:xfrm>
            <a:off x="6131088" y="866500"/>
            <a:ext cx="2690826" cy="2242624"/>
          </a:xfrm>
          <a:prstGeom prst="rect">
            <a:avLst/>
          </a:prstGeom>
          <a:noFill/>
          <a:ln>
            <a:noFill/>
          </a:ln>
        </p:spPr>
      </p:pic>
      <p:pic>
        <p:nvPicPr>
          <p:cNvPr id="537" name="Google Shape;537;p44"/>
          <p:cNvPicPr preferRelativeResize="0"/>
          <p:nvPr/>
        </p:nvPicPr>
        <p:blipFill rotWithShape="1">
          <a:blip r:embed="rId5">
            <a:alphaModFix/>
          </a:blip>
          <a:srcRect b="26483" l="13872" r="42626" t="35361"/>
          <a:stretch/>
        </p:blipFill>
        <p:spPr>
          <a:xfrm>
            <a:off x="4983225" y="3268625"/>
            <a:ext cx="2481398" cy="1741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5"/>
          <p:cNvSpPr txBox="1"/>
          <p:nvPr>
            <p:ph type="title"/>
          </p:nvPr>
        </p:nvSpPr>
        <p:spPr>
          <a:xfrm>
            <a:off x="2881550" y="106950"/>
            <a:ext cx="31818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de" sz="1400">
                <a:latin typeface="Arial"/>
                <a:ea typeface="Arial"/>
                <a:cs typeface="Arial"/>
                <a:sym typeface="Arial"/>
              </a:rPr>
              <a:t>Comparación de distintos modelos</a:t>
            </a:r>
            <a:endParaRPr sz="1400"/>
          </a:p>
        </p:txBody>
      </p:sp>
      <p:sp>
        <p:nvSpPr>
          <p:cNvPr id="543" name="Google Shape;543;p45"/>
          <p:cNvSpPr txBox="1"/>
          <p:nvPr/>
        </p:nvSpPr>
        <p:spPr>
          <a:xfrm>
            <a:off x="55550" y="1666875"/>
            <a:ext cx="3000000" cy="438600"/>
          </a:xfrm>
          <a:prstGeom prst="rect">
            <a:avLst/>
          </a:prstGeom>
          <a:noFill/>
          <a:ln>
            <a:noFill/>
          </a:ln>
        </p:spPr>
        <p:txBody>
          <a:bodyPr anchorCtr="0" anchor="t" bIns="91425" lIns="91425" spcFirstLastPara="1" rIns="91425" wrap="square" tIns="91425">
            <a:spAutoFit/>
          </a:bodyPr>
          <a:lstStyle/>
          <a:p>
            <a:pPr indent="0" lvl="0" marL="0" rtl="0" algn="l">
              <a:spcBef>
                <a:spcPts val="1100"/>
              </a:spcBef>
              <a:spcAft>
                <a:spcPts val="0"/>
              </a:spcAft>
              <a:buNone/>
            </a:pPr>
            <a:r>
              <a:t/>
            </a:r>
            <a:endParaRPr b="1" sz="1650">
              <a:solidFill>
                <a:schemeClr val="dk1"/>
              </a:solidFill>
              <a:highlight>
                <a:srgbClr val="FFFFFF"/>
              </a:highlight>
            </a:endParaRPr>
          </a:p>
        </p:txBody>
      </p:sp>
      <p:pic>
        <p:nvPicPr>
          <p:cNvPr id="544" name="Google Shape;544;p45"/>
          <p:cNvPicPr preferRelativeResize="0"/>
          <p:nvPr/>
        </p:nvPicPr>
        <p:blipFill rotWithShape="1">
          <a:blip r:embed="rId3">
            <a:alphaModFix/>
          </a:blip>
          <a:srcRect b="5082" l="12641" r="48990" t="18611"/>
          <a:stretch/>
        </p:blipFill>
        <p:spPr>
          <a:xfrm>
            <a:off x="592475" y="679525"/>
            <a:ext cx="2597549" cy="4132800"/>
          </a:xfrm>
          <a:prstGeom prst="rect">
            <a:avLst/>
          </a:prstGeom>
          <a:noFill/>
          <a:ln>
            <a:noFill/>
          </a:ln>
        </p:spPr>
      </p:pic>
      <p:pic>
        <p:nvPicPr>
          <p:cNvPr id="545" name="Google Shape;545;p45"/>
          <p:cNvPicPr preferRelativeResize="0"/>
          <p:nvPr/>
        </p:nvPicPr>
        <p:blipFill rotWithShape="1">
          <a:blip r:embed="rId4">
            <a:alphaModFix/>
          </a:blip>
          <a:srcRect b="37329" l="13718" r="35530" t="34378"/>
          <a:stretch/>
        </p:blipFill>
        <p:spPr>
          <a:xfrm>
            <a:off x="3444000" y="848388"/>
            <a:ext cx="3595174" cy="1603374"/>
          </a:xfrm>
          <a:prstGeom prst="rect">
            <a:avLst/>
          </a:prstGeom>
          <a:noFill/>
          <a:ln>
            <a:noFill/>
          </a:ln>
        </p:spPr>
      </p:pic>
      <p:pic>
        <p:nvPicPr>
          <p:cNvPr id="546" name="Google Shape;546;p45"/>
          <p:cNvPicPr preferRelativeResize="0"/>
          <p:nvPr/>
        </p:nvPicPr>
        <p:blipFill rotWithShape="1">
          <a:blip r:embed="rId4">
            <a:alphaModFix/>
          </a:blip>
          <a:srcRect b="16094" l="14353" r="68925" t="68106"/>
          <a:stretch/>
        </p:blipFill>
        <p:spPr>
          <a:xfrm>
            <a:off x="7106181" y="932862"/>
            <a:ext cx="1659168" cy="1254149"/>
          </a:xfrm>
          <a:prstGeom prst="rect">
            <a:avLst/>
          </a:prstGeom>
          <a:noFill/>
          <a:ln>
            <a:noFill/>
          </a:ln>
        </p:spPr>
      </p:pic>
      <p:pic>
        <p:nvPicPr>
          <p:cNvPr id="547" name="Google Shape;547;p45"/>
          <p:cNvPicPr preferRelativeResize="0"/>
          <p:nvPr/>
        </p:nvPicPr>
        <p:blipFill rotWithShape="1">
          <a:blip r:embed="rId5">
            <a:alphaModFix/>
          </a:blip>
          <a:srcRect b="39289" l="13320" r="38467" t="32413"/>
          <a:stretch/>
        </p:blipFill>
        <p:spPr>
          <a:xfrm>
            <a:off x="3492471" y="2803190"/>
            <a:ext cx="3414554" cy="1603374"/>
          </a:xfrm>
          <a:prstGeom prst="rect">
            <a:avLst/>
          </a:prstGeom>
          <a:noFill/>
          <a:ln>
            <a:noFill/>
          </a:ln>
        </p:spPr>
      </p:pic>
      <p:pic>
        <p:nvPicPr>
          <p:cNvPr id="548" name="Google Shape;548;p45"/>
          <p:cNvPicPr preferRelativeResize="0"/>
          <p:nvPr/>
        </p:nvPicPr>
        <p:blipFill rotWithShape="1">
          <a:blip r:embed="rId6">
            <a:alphaModFix/>
          </a:blip>
          <a:srcRect b="15960" l="14412" r="68396" t="65517"/>
          <a:stretch/>
        </p:blipFill>
        <p:spPr>
          <a:xfrm>
            <a:off x="7209487" y="2920400"/>
            <a:ext cx="1588189" cy="1368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6"/>
          <p:cNvSpPr txBox="1"/>
          <p:nvPr>
            <p:ph type="title"/>
          </p:nvPr>
        </p:nvSpPr>
        <p:spPr>
          <a:xfrm>
            <a:off x="2848700" y="106950"/>
            <a:ext cx="37227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de" sz="1400">
                <a:latin typeface="Arial"/>
                <a:ea typeface="Arial"/>
                <a:cs typeface="Arial"/>
                <a:sym typeface="Arial"/>
              </a:rPr>
              <a:t>Comparación de distintos modelos</a:t>
            </a:r>
            <a:endParaRPr sz="1400"/>
          </a:p>
          <a:p>
            <a:pPr indent="0" lvl="0" marL="0" rtl="0" algn="l">
              <a:spcBef>
                <a:spcPts val="0"/>
              </a:spcBef>
              <a:spcAft>
                <a:spcPts val="0"/>
              </a:spcAft>
              <a:buSzPts val="1100"/>
              <a:buNone/>
            </a:pPr>
            <a:r>
              <a:t/>
            </a:r>
            <a:endParaRPr sz="1400">
              <a:latin typeface="Arial"/>
              <a:ea typeface="Arial"/>
              <a:cs typeface="Arial"/>
              <a:sym typeface="Arial"/>
            </a:endParaRPr>
          </a:p>
        </p:txBody>
      </p:sp>
      <p:sp>
        <p:nvSpPr>
          <p:cNvPr id="554" name="Google Shape;554;p46"/>
          <p:cNvSpPr txBox="1"/>
          <p:nvPr/>
        </p:nvSpPr>
        <p:spPr>
          <a:xfrm>
            <a:off x="55550" y="1666875"/>
            <a:ext cx="3000000" cy="438600"/>
          </a:xfrm>
          <a:prstGeom prst="rect">
            <a:avLst/>
          </a:prstGeom>
          <a:noFill/>
          <a:ln>
            <a:noFill/>
          </a:ln>
        </p:spPr>
        <p:txBody>
          <a:bodyPr anchorCtr="0" anchor="t" bIns="91425" lIns="91425" spcFirstLastPara="1" rIns="91425" wrap="square" tIns="91425">
            <a:spAutoFit/>
          </a:bodyPr>
          <a:lstStyle/>
          <a:p>
            <a:pPr indent="0" lvl="0" marL="0" rtl="0" algn="l">
              <a:spcBef>
                <a:spcPts val="1100"/>
              </a:spcBef>
              <a:spcAft>
                <a:spcPts val="0"/>
              </a:spcAft>
              <a:buNone/>
            </a:pPr>
            <a:r>
              <a:t/>
            </a:r>
            <a:endParaRPr b="1" sz="1650">
              <a:solidFill>
                <a:schemeClr val="dk1"/>
              </a:solidFill>
              <a:highlight>
                <a:srgbClr val="FFFFFF"/>
              </a:highlight>
            </a:endParaRPr>
          </a:p>
        </p:txBody>
      </p:sp>
      <p:sp>
        <p:nvSpPr>
          <p:cNvPr id="555" name="Google Shape;555;p46"/>
          <p:cNvSpPr txBox="1"/>
          <p:nvPr>
            <p:ph type="title"/>
          </p:nvPr>
        </p:nvSpPr>
        <p:spPr>
          <a:xfrm>
            <a:off x="1005625" y="983713"/>
            <a:ext cx="20823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0" lang="de" sz="1400">
                <a:latin typeface="Arial"/>
                <a:ea typeface="Arial"/>
                <a:cs typeface="Arial"/>
                <a:sym typeface="Arial"/>
              </a:rPr>
              <a:t>se elimina las variables</a:t>
            </a:r>
            <a:endParaRPr b="0" sz="1400">
              <a:latin typeface="Arial"/>
              <a:ea typeface="Arial"/>
              <a:cs typeface="Arial"/>
              <a:sym typeface="Arial"/>
            </a:endParaRPr>
          </a:p>
        </p:txBody>
      </p:sp>
      <p:sp>
        <p:nvSpPr>
          <p:cNvPr id="556" name="Google Shape;556;p46"/>
          <p:cNvSpPr txBox="1"/>
          <p:nvPr>
            <p:ph type="title"/>
          </p:nvPr>
        </p:nvSpPr>
        <p:spPr>
          <a:xfrm>
            <a:off x="93150" y="1691175"/>
            <a:ext cx="7279800" cy="3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0" lang="de" sz="1400">
                <a:latin typeface="Arial"/>
                <a:ea typeface="Arial"/>
                <a:cs typeface="Arial"/>
                <a:sym typeface="Arial"/>
              </a:rPr>
              <a:t>se repite todo el proceso y se obtiene los nuevos resultados</a:t>
            </a:r>
            <a:endParaRPr b="0" sz="1400">
              <a:latin typeface="Arial"/>
              <a:ea typeface="Arial"/>
              <a:cs typeface="Arial"/>
              <a:sym typeface="Arial"/>
            </a:endParaRPr>
          </a:p>
        </p:txBody>
      </p:sp>
      <p:pic>
        <p:nvPicPr>
          <p:cNvPr id="557" name="Google Shape;557;p46"/>
          <p:cNvPicPr preferRelativeResize="0"/>
          <p:nvPr/>
        </p:nvPicPr>
        <p:blipFill rotWithShape="1">
          <a:blip r:embed="rId3">
            <a:alphaModFix/>
          </a:blip>
          <a:srcRect b="53511" l="14095" r="50228" t="34310"/>
          <a:stretch/>
        </p:blipFill>
        <p:spPr>
          <a:xfrm>
            <a:off x="3651575" y="690550"/>
            <a:ext cx="3575174" cy="976325"/>
          </a:xfrm>
          <a:prstGeom prst="rect">
            <a:avLst/>
          </a:prstGeom>
          <a:noFill/>
          <a:ln>
            <a:noFill/>
          </a:ln>
        </p:spPr>
      </p:pic>
      <p:pic>
        <p:nvPicPr>
          <p:cNvPr id="558" name="Google Shape;558;p46"/>
          <p:cNvPicPr preferRelativeResize="0"/>
          <p:nvPr/>
        </p:nvPicPr>
        <p:blipFill rotWithShape="1">
          <a:blip r:embed="rId4">
            <a:alphaModFix/>
          </a:blip>
          <a:srcRect b="13933" l="13854" r="69469" t="68815"/>
          <a:stretch/>
        </p:blipFill>
        <p:spPr>
          <a:xfrm>
            <a:off x="3075725" y="2135300"/>
            <a:ext cx="1496275" cy="1238249"/>
          </a:xfrm>
          <a:prstGeom prst="rect">
            <a:avLst/>
          </a:prstGeom>
          <a:noFill/>
          <a:ln>
            <a:noFill/>
          </a:ln>
        </p:spPr>
      </p:pic>
      <p:pic>
        <p:nvPicPr>
          <p:cNvPr id="559" name="Google Shape;559;p46"/>
          <p:cNvPicPr preferRelativeResize="0"/>
          <p:nvPr/>
        </p:nvPicPr>
        <p:blipFill rotWithShape="1">
          <a:blip r:embed="rId4">
            <a:alphaModFix/>
          </a:blip>
          <a:srcRect b="36645" l="10578" r="34726" t="35192"/>
          <a:stretch/>
        </p:blipFill>
        <p:spPr>
          <a:xfrm>
            <a:off x="252575" y="2165298"/>
            <a:ext cx="2861251" cy="1178601"/>
          </a:xfrm>
          <a:prstGeom prst="rect">
            <a:avLst/>
          </a:prstGeom>
          <a:noFill/>
          <a:ln>
            <a:noFill/>
          </a:ln>
        </p:spPr>
      </p:pic>
      <p:pic>
        <p:nvPicPr>
          <p:cNvPr id="560" name="Google Shape;560;p46"/>
          <p:cNvPicPr preferRelativeResize="0"/>
          <p:nvPr/>
        </p:nvPicPr>
        <p:blipFill rotWithShape="1">
          <a:blip r:embed="rId5">
            <a:alphaModFix/>
          </a:blip>
          <a:srcRect b="37510" l="14646" r="39293" t="33454"/>
          <a:stretch/>
        </p:blipFill>
        <p:spPr>
          <a:xfrm>
            <a:off x="393325" y="3542325"/>
            <a:ext cx="2455366" cy="1238249"/>
          </a:xfrm>
          <a:prstGeom prst="rect">
            <a:avLst/>
          </a:prstGeom>
          <a:noFill/>
          <a:ln>
            <a:noFill/>
          </a:ln>
        </p:spPr>
      </p:pic>
      <p:pic>
        <p:nvPicPr>
          <p:cNvPr id="561" name="Google Shape;561;p46"/>
          <p:cNvPicPr preferRelativeResize="0"/>
          <p:nvPr/>
        </p:nvPicPr>
        <p:blipFill rotWithShape="1">
          <a:blip r:embed="rId5">
            <a:alphaModFix/>
          </a:blip>
          <a:srcRect b="16914" l="14347" r="68777" t="67400"/>
          <a:stretch/>
        </p:blipFill>
        <p:spPr>
          <a:xfrm>
            <a:off x="3178175" y="3643263"/>
            <a:ext cx="1393824" cy="1036375"/>
          </a:xfrm>
          <a:prstGeom prst="rect">
            <a:avLst/>
          </a:prstGeom>
          <a:noFill/>
          <a:ln>
            <a:noFill/>
          </a:ln>
        </p:spPr>
      </p:pic>
      <p:cxnSp>
        <p:nvCxnSpPr>
          <p:cNvPr id="562" name="Google Shape;562;p46"/>
          <p:cNvCxnSpPr/>
          <p:nvPr/>
        </p:nvCxnSpPr>
        <p:spPr>
          <a:xfrm flipH="1">
            <a:off x="4634475" y="2235300"/>
            <a:ext cx="8100" cy="2698800"/>
          </a:xfrm>
          <a:prstGeom prst="straightConnector1">
            <a:avLst/>
          </a:prstGeom>
          <a:noFill/>
          <a:ln cap="flat" cmpd="sng" w="9525">
            <a:solidFill>
              <a:schemeClr val="dk1"/>
            </a:solidFill>
            <a:prstDash val="solid"/>
            <a:round/>
            <a:headEnd len="med" w="med" type="none"/>
            <a:tailEnd len="med" w="med" type="none"/>
          </a:ln>
        </p:spPr>
      </p:cxnSp>
      <p:pic>
        <p:nvPicPr>
          <p:cNvPr id="563" name="Google Shape;563;p46"/>
          <p:cNvPicPr preferRelativeResize="0"/>
          <p:nvPr/>
        </p:nvPicPr>
        <p:blipFill rotWithShape="1">
          <a:blip r:embed="rId6">
            <a:alphaModFix/>
          </a:blip>
          <a:srcRect b="37329" l="13718" r="35530" t="34378"/>
          <a:stretch/>
        </p:blipFill>
        <p:spPr>
          <a:xfrm>
            <a:off x="4781550" y="2214650"/>
            <a:ext cx="2747731" cy="1115264"/>
          </a:xfrm>
          <a:prstGeom prst="rect">
            <a:avLst/>
          </a:prstGeom>
          <a:noFill/>
          <a:ln>
            <a:noFill/>
          </a:ln>
        </p:spPr>
      </p:pic>
      <p:pic>
        <p:nvPicPr>
          <p:cNvPr id="564" name="Google Shape;564;p46"/>
          <p:cNvPicPr preferRelativeResize="0"/>
          <p:nvPr/>
        </p:nvPicPr>
        <p:blipFill rotWithShape="1">
          <a:blip r:embed="rId6">
            <a:alphaModFix/>
          </a:blip>
          <a:srcRect b="16094" l="14353" r="68925" t="68106"/>
          <a:stretch/>
        </p:blipFill>
        <p:spPr>
          <a:xfrm>
            <a:off x="7580500" y="2186892"/>
            <a:ext cx="1393824" cy="958858"/>
          </a:xfrm>
          <a:prstGeom prst="rect">
            <a:avLst/>
          </a:prstGeom>
          <a:noFill/>
          <a:ln>
            <a:noFill/>
          </a:ln>
        </p:spPr>
      </p:pic>
      <p:pic>
        <p:nvPicPr>
          <p:cNvPr id="565" name="Google Shape;565;p46"/>
          <p:cNvPicPr preferRelativeResize="0"/>
          <p:nvPr/>
        </p:nvPicPr>
        <p:blipFill rotWithShape="1">
          <a:blip r:embed="rId7">
            <a:alphaModFix/>
          </a:blip>
          <a:srcRect b="39289" l="13320" r="38467" t="32413"/>
          <a:stretch/>
        </p:blipFill>
        <p:spPr>
          <a:xfrm>
            <a:off x="4818595" y="3498161"/>
            <a:ext cx="2609686" cy="1115264"/>
          </a:xfrm>
          <a:prstGeom prst="rect">
            <a:avLst/>
          </a:prstGeom>
          <a:noFill/>
          <a:ln>
            <a:noFill/>
          </a:ln>
        </p:spPr>
      </p:pic>
      <p:pic>
        <p:nvPicPr>
          <p:cNvPr id="566" name="Google Shape;566;p46"/>
          <p:cNvPicPr preferRelativeResize="0"/>
          <p:nvPr/>
        </p:nvPicPr>
        <p:blipFill rotWithShape="1">
          <a:blip r:embed="rId8">
            <a:alphaModFix/>
          </a:blip>
          <a:srcRect b="15960" l="14412" r="68396" t="65517"/>
          <a:stretch/>
        </p:blipFill>
        <p:spPr>
          <a:xfrm>
            <a:off x="7604300" y="3537601"/>
            <a:ext cx="1321126" cy="1036375"/>
          </a:xfrm>
          <a:prstGeom prst="rect">
            <a:avLst/>
          </a:prstGeom>
          <a:noFill/>
          <a:ln>
            <a:noFill/>
          </a:ln>
        </p:spPr>
      </p:pic>
      <p:sp>
        <p:nvSpPr>
          <p:cNvPr id="567" name="Google Shape;567;p46"/>
          <p:cNvSpPr txBox="1"/>
          <p:nvPr/>
        </p:nvSpPr>
        <p:spPr>
          <a:xfrm>
            <a:off x="2036975" y="4650175"/>
            <a:ext cx="89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solidFill>
                  <a:schemeClr val="dk1"/>
                </a:solidFill>
              </a:rPr>
              <a:t>(nuevo)</a:t>
            </a:r>
            <a:endParaRPr/>
          </a:p>
        </p:txBody>
      </p:sp>
      <p:sp>
        <p:nvSpPr>
          <p:cNvPr id="568" name="Google Shape;568;p46"/>
          <p:cNvSpPr txBox="1"/>
          <p:nvPr/>
        </p:nvSpPr>
        <p:spPr>
          <a:xfrm>
            <a:off x="6571400" y="4650175"/>
            <a:ext cx="103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solidFill>
                  <a:schemeClr val="dk1"/>
                </a:solidFill>
              </a:rPr>
              <a:t>(anterior)</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47"/>
          <p:cNvSpPr txBox="1"/>
          <p:nvPr>
            <p:ph idx="1" type="body"/>
          </p:nvPr>
        </p:nvSpPr>
        <p:spPr>
          <a:xfrm>
            <a:off x="380150" y="813000"/>
            <a:ext cx="8278800" cy="3517500"/>
          </a:xfrm>
          <a:prstGeom prst="rect">
            <a:avLst/>
          </a:prstGeom>
          <a:noFill/>
          <a:ln>
            <a:noFill/>
          </a:ln>
        </p:spPr>
        <p:txBody>
          <a:bodyPr anchorCtr="0" anchor="t" bIns="91425" lIns="91425" spcFirstLastPara="1" rIns="91425" wrap="square" tIns="91425">
            <a:noAutofit/>
          </a:bodyPr>
          <a:lstStyle/>
          <a:p>
            <a:pPr indent="-304800" lvl="0" marL="457200" rtl="0" algn="just">
              <a:lnSpc>
                <a:spcPct val="115000"/>
              </a:lnSpc>
              <a:spcBef>
                <a:spcPts val="0"/>
              </a:spcBef>
              <a:spcAft>
                <a:spcPts val="0"/>
              </a:spcAft>
              <a:buClr>
                <a:schemeClr val="dk1"/>
              </a:buClr>
              <a:buSzPts val="1200"/>
              <a:buAutoNum type="arabicPeriod"/>
            </a:pPr>
            <a:r>
              <a:rPr lang="de" sz="1200">
                <a:solidFill>
                  <a:schemeClr val="dk1"/>
                </a:solidFill>
              </a:rPr>
              <a:t>Se obtiene que el modelo de mejor eficiencia es el de </a:t>
            </a:r>
            <a:r>
              <a:rPr lang="de" sz="1200">
                <a:solidFill>
                  <a:schemeClr val="dk1"/>
                </a:solidFill>
              </a:rPr>
              <a:t>regularización</a:t>
            </a:r>
            <a:r>
              <a:rPr lang="de" sz="1200">
                <a:solidFill>
                  <a:schemeClr val="dk1"/>
                </a:solidFill>
              </a:rPr>
              <a:t> Lasso de todos los modelos observados en la regresión con un </a:t>
            </a:r>
            <a:r>
              <a:rPr lang="de" sz="1300">
                <a:solidFill>
                  <a:schemeClr val="dk1"/>
                </a:solidFill>
              </a:rPr>
              <a:t>R²</a:t>
            </a:r>
            <a:r>
              <a:rPr lang="de" sz="1200">
                <a:solidFill>
                  <a:schemeClr val="dk1"/>
                </a:solidFill>
              </a:rPr>
              <a:t> con un valor de 0.7741 y un RMSE 5.0593; con  de las cuales de 16 variables independientes nos quedamos con 13 que son las más importantes y se pudo mejorar el modelo aumentando el valor del </a:t>
            </a:r>
            <a:r>
              <a:rPr lang="de" sz="1300">
                <a:solidFill>
                  <a:schemeClr val="dk1"/>
                </a:solidFill>
              </a:rPr>
              <a:t>R²</a:t>
            </a:r>
            <a:r>
              <a:rPr lang="de" sz="1200">
                <a:solidFill>
                  <a:schemeClr val="dk1"/>
                </a:solidFill>
              </a:rPr>
              <a:t> y reduciendo el RMSE, lo cual permite centrarnos en las variables que realmente importan.</a:t>
            </a:r>
            <a:endParaRPr sz="1200">
              <a:solidFill>
                <a:schemeClr val="dk1"/>
              </a:solidFill>
            </a:endParaRPr>
          </a:p>
          <a:p>
            <a:pPr indent="-304800" lvl="0" marL="457200" rtl="0" algn="just">
              <a:lnSpc>
                <a:spcPct val="115000"/>
              </a:lnSpc>
              <a:spcBef>
                <a:spcPts val="0"/>
              </a:spcBef>
              <a:spcAft>
                <a:spcPts val="0"/>
              </a:spcAft>
              <a:buClr>
                <a:schemeClr val="dk1"/>
              </a:buClr>
              <a:buSzPts val="1200"/>
              <a:buAutoNum type="arabicPeriod"/>
            </a:pPr>
            <a:r>
              <a:rPr lang="de" sz="1200">
                <a:solidFill>
                  <a:schemeClr val="dk1"/>
                </a:solidFill>
              </a:rPr>
              <a:t>Dentro de las variables que quedaron en el modelo destacan 2 que tiene una </a:t>
            </a:r>
            <a:r>
              <a:rPr lang="de" sz="1200">
                <a:solidFill>
                  <a:schemeClr val="dk1"/>
                </a:solidFill>
              </a:rPr>
              <a:t>relación</a:t>
            </a:r>
            <a:r>
              <a:rPr lang="de" sz="1200">
                <a:solidFill>
                  <a:schemeClr val="dk1"/>
                </a:solidFill>
              </a:rPr>
              <a:t> </a:t>
            </a:r>
            <a:r>
              <a:rPr lang="de" sz="1200">
                <a:solidFill>
                  <a:schemeClr val="dk1"/>
                </a:solidFill>
              </a:rPr>
              <a:t>significativa</a:t>
            </a:r>
            <a:r>
              <a:rPr lang="de" sz="1200">
                <a:solidFill>
                  <a:schemeClr val="dk1"/>
                </a:solidFill>
              </a:rPr>
              <a:t> con el target estas son listat(número promedio de habitaciones por vivienda) y rm(número promedio de habitaciones por vivienda.)</a:t>
            </a:r>
            <a:endParaRPr sz="1200">
              <a:solidFill>
                <a:schemeClr val="dk1"/>
              </a:solidFill>
            </a:endParaRPr>
          </a:p>
          <a:p>
            <a:pPr indent="0" lvl="0" marL="0" rtl="0" algn="ctr">
              <a:spcBef>
                <a:spcPts val="0"/>
              </a:spcBef>
              <a:spcAft>
                <a:spcPts val="0"/>
              </a:spcAft>
              <a:buNone/>
            </a:pPr>
            <a:r>
              <a:rPr b="1" lang="de" sz="2700">
                <a:solidFill>
                  <a:schemeClr val="dk1"/>
                </a:solidFill>
                <a:latin typeface="Montserrat"/>
                <a:ea typeface="Montserrat"/>
                <a:cs typeface="Montserrat"/>
                <a:sym typeface="Montserrat"/>
              </a:rPr>
              <a:t>         Recomendaciones</a:t>
            </a:r>
            <a:endParaRPr b="1" sz="27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t/>
            </a:r>
            <a:endParaRPr sz="1200">
              <a:solidFill>
                <a:schemeClr val="dk1"/>
              </a:solidFill>
            </a:endParaRPr>
          </a:p>
          <a:p>
            <a:pPr indent="-304800" lvl="0" marL="457200" rtl="0" algn="just">
              <a:lnSpc>
                <a:spcPct val="115000"/>
              </a:lnSpc>
              <a:spcBef>
                <a:spcPts val="0"/>
              </a:spcBef>
              <a:spcAft>
                <a:spcPts val="0"/>
              </a:spcAft>
              <a:buClr>
                <a:schemeClr val="dk1"/>
              </a:buClr>
              <a:buSzPts val="1200"/>
              <a:buAutoNum type="arabicPeriod"/>
            </a:pPr>
            <a:r>
              <a:rPr lang="de" sz="1200">
                <a:solidFill>
                  <a:schemeClr val="dk1"/>
                </a:solidFill>
              </a:rPr>
              <a:t>Como la variable rm es la más relacionada podemos destacar lo siguiente, un aumento en el número de habitaciones por vivienda se asocia con un aumento en el precio de las viviendas. Por lo tanto, invertir en propiedades con más habitaciones podría ser beneficioso.</a:t>
            </a:r>
            <a:r>
              <a:rPr lang="de" sz="1200">
                <a:solidFill>
                  <a:schemeClr val="dk1"/>
                </a:solidFill>
              </a:rPr>
              <a:t>También</a:t>
            </a:r>
            <a:r>
              <a:rPr lang="de" sz="1200">
                <a:solidFill>
                  <a:schemeClr val="dk1"/>
                </a:solidFill>
              </a:rPr>
              <a:t> se sugiere que una mayor calidad de vida en una zona está relacionada con precios de vivienda más altos.</a:t>
            </a:r>
            <a:endParaRPr sz="1200">
              <a:solidFill>
                <a:schemeClr val="dk1"/>
              </a:solidFill>
            </a:endParaRPr>
          </a:p>
          <a:p>
            <a:pPr indent="-304800" lvl="0" marL="457200" rtl="0" algn="just">
              <a:lnSpc>
                <a:spcPct val="115000"/>
              </a:lnSpc>
              <a:spcBef>
                <a:spcPts val="0"/>
              </a:spcBef>
              <a:spcAft>
                <a:spcPts val="0"/>
              </a:spcAft>
              <a:buClr>
                <a:schemeClr val="dk1"/>
              </a:buClr>
              <a:buSzPts val="1200"/>
              <a:buAutoNum type="arabicPeriod"/>
            </a:pPr>
            <a:r>
              <a:rPr lang="de" sz="1200">
                <a:solidFill>
                  <a:schemeClr val="dk1"/>
                </a:solidFill>
              </a:rPr>
              <a:t>Con respecto a la variable </a:t>
            </a:r>
            <a:r>
              <a:rPr lang="de" sz="1200">
                <a:solidFill>
                  <a:schemeClr val="dk1"/>
                </a:solidFill>
              </a:rPr>
              <a:t>listat indicar que un aumento en el estatus más bajo de la población se relaciona con una disminución en el precio de las viviendas. Por lo tanto, es posible que desees evitar invertir en áreas con un estatus socioeconómico más bajo.</a:t>
            </a:r>
            <a:endParaRPr sz="1200">
              <a:solidFill>
                <a:schemeClr val="dk1"/>
              </a:solidFill>
            </a:endParaRPr>
          </a:p>
          <a:p>
            <a:pPr indent="0" lvl="0" marL="0" rtl="0" algn="just">
              <a:lnSpc>
                <a:spcPct val="115000"/>
              </a:lnSpc>
              <a:spcBef>
                <a:spcPts val="0"/>
              </a:spcBef>
              <a:spcAft>
                <a:spcPts val="0"/>
              </a:spcAft>
              <a:buSzPts val="1200"/>
              <a:buNone/>
            </a:pPr>
            <a:r>
              <a:t/>
            </a:r>
            <a:endParaRPr sz="1200">
              <a:solidFill>
                <a:schemeClr val="dk1"/>
              </a:solidFill>
            </a:endParaRPr>
          </a:p>
        </p:txBody>
      </p:sp>
      <p:sp>
        <p:nvSpPr>
          <p:cNvPr id="574" name="Google Shape;574;p47"/>
          <p:cNvSpPr txBox="1"/>
          <p:nvPr>
            <p:ph type="title"/>
          </p:nvPr>
        </p:nvSpPr>
        <p:spPr>
          <a:xfrm>
            <a:off x="2695800" y="77950"/>
            <a:ext cx="4145400" cy="83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3400"/>
              <a:buNone/>
            </a:pPr>
            <a:r>
              <a:rPr lang="de" sz="2700">
                <a:solidFill>
                  <a:schemeClr val="dk1"/>
                </a:solidFill>
              </a:rPr>
              <a:t>Conclusiones</a:t>
            </a:r>
            <a:endParaRPr sz="27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48"/>
          <p:cNvSpPr txBox="1"/>
          <p:nvPr>
            <p:ph type="title"/>
          </p:nvPr>
        </p:nvSpPr>
        <p:spPr>
          <a:xfrm>
            <a:off x="1546950" y="1474875"/>
            <a:ext cx="5850000" cy="23616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4800"/>
              <a:buNone/>
            </a:pPr>
            <a:r>
              <a:rPr lang="de"/>
              <a:t>GRACIAS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rne ein Auto zu fahren by Slidesgo">
  <a:themeElements>
    <a:clrScheme name="Simple Light">
      <a:dk1>
        <a:srgbClr val="000000"/>
      </a:dk1>
      <a:lt1>
        <a:srgbClr val="8CB0E4"/>
      </a:lt1>
      <a:dk2>
        <a:srgbClr val="FFFFFF"/>
      </a:dk2>
      <a:lt2>
        <a:srgbClr val="416DAC"/>
      </a:lt2>
      <a:accent1>
        <a:srgbClr val="C3DCFF"/>
      </a:accent1>
      <a:accent2>
        <a:srgbClr val="FFFFFF"/>
      </a:accent2>
      <a:accent3>
        <a:srgbClr val="FFFFFF"/>
      </a:accent3>
      <a:accent4>
        <a:srgbClr val="FFFFFF"/>
      </a:accent4>
      <a:accent5>
        <a:srgbClr val="FFFFFF"/>
      </a:accent5>
      <a:accent6>
        <a:srgbClr val="FFFFFF"/>
      </a:accent6>
      <a:hlink>
        <a:srgbClr val="1B1A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